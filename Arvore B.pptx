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23"/>
  </p:notesMasterIdLst>
  <p:sldIdLst>
    <p:sldId id="256" r:id="rId3"/>
    <p:sldId id="284" r:id="rId4"/>
    <p:sldId id="344" r:id="rId5"/>
    <p:sldId id="358" r:id="rId6"/>
    <p:sldId id="360" r:id="rId7"/>
    <p:sldId id="357" r:id="rId8"/>
    <p:sldId id="359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49" r:id="rId17"/>
    <p:sldId id="368" r:id="rId18"/>
    <p:sldId id="369" r:id="rId19"/>
    <p:sldId id="370" r:id="rId20"/>
    <p:sldId id="372" r:id="rId21"/>
    <p:sldId id="277" r:id="rId22"/>
  </p:sldIdLst>
  <p:sldSz cx="9144000" cy="5143500" type="screen16x9"/>
  <p:notesSz cx="6858000" cy="9144000"/>
  <p:embeddedFontLst>
    <p:embeddedFont>
      <p:font typeface="ABeeZee" panose="020B0604020202020204" charset="0"/>
      <p:regular r:id="rId24"/>
      <p:italic r:id="rId25"/>
    </p:embeddedFont>
    <p:embeddedFont>
      <p:font typeface="Chewy" panose="020B0604020202020204" charset="0"/>
      <p:regular r:id="rId26"/>
    </p:embeddedFont>
    <p:embeddedFont>
      <p:font typeface="Proxima Nova" panose="020B0604020202020204" charset="0"/>
      <p:regular r:id="rId27"/>
      <p:bold r:id="rId28"/>
      <p:italic r:id="rId29"/>
      <p:boldItalic r:id="rId30"/>
    </p:embeddedFont>
    <p:embeddedFont>
      <p:font typeface="Proxima Nova Semibold" panose="020B0604020202020204" charset="0"/>
      <p:regular r:id="rId31"/>
      <p:bold r:id="rId32"/>
      <p:boldItalic r:id="rId33"/>
    </p:embeddedFont>
    <p:embeddedFont>
      <p:font typeface="Roboto Condensed Light" panose="02000000000000000000" pitchFamily="2" charset="0"/>
      <p:regular r:id="rId34"/>
      <p:italic r:id="rId35"/>
    </p:embeddedFont>
    <p:embeddedFont>
      <p:font typeface="Segoe UI" panose="020B0502040204020203" pitchFamily="34" charset="0"/>
      <p:regular r:id="rId36"/>
      <p:bold r:id="rId37"/>
      <p:italic r:id="rId38"/>
      <p:boldItalic r:id="rId39"/>
    </p:embeddedFont>
    <p:embeddedFont>
      <p:font typeface="Segoe UI Black" panose="020B0A02040204020203" pitchFamily="34" charset="0"/>
      <p:bold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23D28E-50FB-4385-947B-8CAA6432E41C}">
  <a:tblStyle styleId="{B323D28E-50FB-4385-947B-8CAA6432E4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15B4A85-B9FA-4AF5-9115-9C27DCBB376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04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19.xml"/><Relationship Id="rId34" Type="http://schemas.openxmlformats.org/officeDocument/2006/relationships/font" Target="fonts/font11.fntdata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8.fntdata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20" Type="http://schemas.openxmlformats.org/officeDocument/2006/relationships/slide" Target="slides/slide18.xml"/><Relationship Id="rId41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6babbbe6f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6babbbe6f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1883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6babbbe6f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6babbbe6f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5955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6babbbe6f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6babbbe6f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5726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6babbbe6f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6babbbe6f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4307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6babbbe6f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6babbbe6f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0850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6babbbe6f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6babbbe6f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8982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6babbbe6f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6babbbe6f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5709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6babbbe6f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6babbbe6f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0824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6babbbe6f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6babbbe6f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0466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6babbbe6f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6babbbe6f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83045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6babbbe6f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6babbbe6f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0607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6babbbe6f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6babbbe6f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995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6babbbe6f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6babbbe6f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92467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6babbbe6f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6babbbe6f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15271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g2ab63611011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5" name="Google Shape;1645;g2ab63611011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flipH="1">
            <a:off x="4063175" y="2044266"/>
            <a:ext cx="4271700" cy="19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flipH="1">
            <a:off x="4063163" y="3931688"/>
            <a:ext cx="4271700" cy="4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ABeeZee"/>
                <a:ea typeface="ABeeZee"/>
                <a:cs typeface="ABeeZee"/>
                <a:sym typeface="ABeeZ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 idx="2"/>
          </p:nvPr>
        </p:nvSpPr>
        <p:spPr>
          <a:xfrm flipH="1">
            <a:off x="4063166" y="718605"/>
            <a:ext cx="4271700" cy="15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755112" y="-895596"/>
            <a:ext cx="10861444" cy="6758744"/>
            <a:chOff x="-755112" y="-895596"/>
            <a:chExt cx="10861444" cy="6758744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-755112" y="-895596"/>
              <a:ext cx="10861444" cy="6758744"/>
              <a:chOff x="-755112" y="-895596"/>
              <a:chExt cx="10861444" cy="6758744"/>
            </a:xfrm>
          </p:grpSpPr>
          <p:sp>
            <p:nvSpPr>
              <p:cNvPr id="14" name="Google Shape;14;p2"/>
              <p:cNvSpPr/>
              <p:nvPr/>
            </p:nvSpPr>
            <p:spPr>
              <a:xfrm rot="10800000" flipH="1">
                <a:off x="4463416" y="361185"/>
                <a:ext cx="217168" cy="176324"/>
              </a:xfrm>
              <a:custGeom>
                <a:avLst/>
                <a:gdLst/>
                <a:ahLst/>
                <a:cxnLst/>
                <a:rect l="l" t="t" r="r" b="b"/>
                <a:pathLst>
                  <a:path w="6524" h="5297" extrusionOk="0">
                    <a:moveTo>
                      <a:pt x="3019" y="1"/>
                    </a:moveTo>
                    <a:cubicBezTo>
                      <a:pt x="2799" y="1"/>
                      <a:pt x="2575" y="28"/>
                      <a:pt x="2352" y="81"/>
                    </a:cubicBezTo>
                    <a:cubicBezTo>
                      <a:pt x="2084" y="140"/>
                      <a:pt x="1815" y="230"/>
                      <a:pt x="1577" y="349"/>
                    </a:cubicBezTo>
                    <a:cubicBezTo>
                      <a:pt x="802" y="766"/>
                      <a:pt x="296" y="1511"/>
                      <a:pt x="147" y="2375"/>
                    </a:cubicBezTo>
                    <a:cubicBezTo>
                      <a:pt x="0" y="3692"/>
                      <a:pt x="1033" y="5297"/>
                      <a:pt x="2453" y="5297"/>
                    </a:cubicBezTo>
                    <a:cubicBezTo>
                      <a:pt x="2479" y="5297"/>
                      <a:pt x="2505" y="5296"/>
                      <a:pt x="2531" y="5295"/>
                    </a:cubicBezTo>
                    <a:cubicBezTo>
                      <a:pt x="4110" y="5236"/>
                      <a:pt x="6523" y="3567"/>
                      <a:pt x="5600" y="1779"/>
                    </a:cubicBezTo>
                    <a:cubicBezTo>
                      <a:pt x="5302" y="1124"/>
                      <a:pt x="4795" y="617"/>
                      <a:pt x="4169" y="260"/>
                    </a:cubicBezTo>
                    <a:cubicBezTo>
                      <a:pt x="3805" y="87"/>
                      <a:pt x="3417" y="1"/>
                      <a:pt x="30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10800000">
                <a:off x="8062050" y="3674965"/>
                <a:ext cx="1508210" cy="1268235"/>
              </a:xfrm>
              <a:custGeom>
                <a:avLst/>
                <a:gdLst/>
                <a:ahLst/>
                <a:cxnLst/>
                <a:rect l="l" t="t" r="r" b="b"/>
                <a:pathLst>
                  <a:path w="45295" h="38088" extrusionOk="0">
                    <a:moveTo>
                      <a:pt x="30867" y="1"/>
                    </a:moveTo>
                    <a:cubicBezTo>
                      <a:pt x="29369" y="1"/>
                      <a:pt x="23435" y="9789"/>
                      <a:pt x="20895" y="14514"/>
                    </a:cubicBezTo>
                    <a:cubicBezTo>
                      <a:pt x="20627" y="14693"/>
                      <a:pt x="20359" y="14901"/>
                      <a:pt x="20090" y="15110"/>
                    </a:cubicBezTo>
                    <a:lnTo>
                      <a:pt x="20031" y="15110"/>
                    </a:lnTo>
                    <a:cubicBezTo>
                      <a:pt x="18362" y="16361"/>
                      <a:pt x="16723" y="17702"/>
                      <a:pt x="15204" y="19133"/>
                    </a:cubicBezTo>
                    <a:cubicBezTo>
                      <a:pt x="14280" y="19967"/>
                      <a:pt x="13416" y="20831"/>
                      <a:pt x="12552" y="21695"/>
                    </a:cubicBezTo>
                    <a:cubicBezTo>
                      <a:pt x="14280" y="19430"/>
                      <a:pt x="16217" y="16361"/>
                      <a:pt x="17051" y="13292"/>
                    </a:cubicBezTo>
                    <a:cubicBezTo>
                      <a:pt x="18574" y="7539"/>
                      <a:pt x="17828" y="5256"/>
                      <a:pt x="16329" y="5256"/>
                    </a:cubicBezTo>
                    <a:cubicBezTo>
                      <a:pt x="16244" y="5256"/>
                      <a:pt x="16157" y="5263"/>
                      <a:pt x="16068" y="5277"/>
                    </a:cubicBezTo>
                    <a:cubicBezTo>
                      <a:pt x="14399" y="5515"/>
                      <a:pt x="10883" y="18566"/>
                      <a:pt x="9542" y="24913"/>
                    </a:cubicBezTo>
                    <a:cubicBezTo>
                      <a:pt x="7486" y="27237"/>
                      <a:pt x="5550" y="29651"/>
                      <a:pt x="3762" y="32154"/>
                    </a:cubicBezTo>
                    <a:cubicBezTo>
                      <a:pt x="5281" y="29263"/>
                      <a:pt x="6980" y="25330"/>
                      <a:pt x="7308" y="21576"/>
                    </a:cubicBezTo>
                    <a:cubicBezTo>
                      <a:pt x="7898" y="15138"/>
                      <a:pt x="6773" y="12636"/>
                      <a:pt x="5239" y="12636"/>
                    </a:cubicBezTo>
                    <a:cubicBezTo>
                      <a:pt x="5069" y="12636"/>
                      <a:pt x="4894" y="12667"/>
                      <a:pt x="4715" y="12726"/>
                    </a:cubicBezTo>
                    <a:cubicBezTo>
                      <a:pt x="2898" y="13322"/>
                      <a:pt x="1467" y="28518"/>
                      <a:pt x="1169" y="35997"/>
                    </a:cubicBezTo>
                    <a:cubicBezTo>
                      <a:pt x="782" y="36534"/>
                      <a:pt x="454" y="37100"/>
                      <a:pt x="127" y="37666"/>
                    </a:cubicBezTo>
                    <a:cubicBezTo>
                      <a:pt x="0" y="37877"/>
                      <a:pt x="187" y="38087"/>
                      <a:pt x="359" y="38087"/>
                    </a:cubicBezTo>
                    <a:cubicBezTo>
                      <a:pt x="431" y="38087"/>
                      <a:pt x="500" y="38051"/>
                      <a:pt x="544" y="37964"/>
                    </a:cubicBezTo>
                    <a:cubicBezTo>
                      <a:pt x="633" y="37815"/>
                      <a:pt x="723" y="37666"/>
                      <a:pt x="812" y="37517"/>
                    </a:cubicBezTo>
                    <a:cubicBezTo>
                      <a:pt x="8112" y="36176"/>
                      <a:pt x="23279" y="32452"/>
                      <a:pt x="23606" y="30604"/>
                    </a:cubicBezTo>
                    <a:cubicBezTo>
                      <a:pt x="23821" y="29393"/>
                      <a:pt x="22819" y="28489"/>
                      <a:pt x="20130" y="28489"/>
                    </a:cubicBezTo>
                    <a:cubicBezTo>
                      <a:pt x="18717" y="28489"/>
                      <a:pt x="16840" y="28738"/>
                      <a:pt x="14429" y="29323"/>
                    </a:cubicBezTo>
                    <a:cubicBezTo>
                      <a:pt x="8768" y="30664"/>
                      <a:pt x="3136" y="35193"/>
                      <a:pt x="1169" y="36921"/>
                    </a:cubicBezTo>
                    <a:cubicBezTo>
                      <a:pt x="2927" y="34090"/>
                      <a:pt x="4894" y="31379"/>
                      <a:pt x="6980" y="28787"/>
                    </a:cubicBezTo>
                    <a:cubicBezTo>
                      <a:pt x="7725" y="27863"/>
                      <a:pt x="8470" y="26969"/>
                      <a:pt x="9215" y="26105"/>
                    </a:cubicBezTo>
                    <a:cubicBezTo>
                      <a:pt x="15859" y="25986"/>
                      <a:pt x="29327" y="25002"/>
                      <a:pt x="29864" y="23453"/>
                    </a:cubicBezTo>
                    <a:cubicBezTo>
                      <a:pt x="30333" y="22124"/>
                      <a:pt x="28888" y="20933"/>
                      <a:pt x="24277" y="20933"/>
                    </a:cubicBezTo>
                    <a:cubicBezTo>
                      <a:pt x="23614" y="20933"/>
                      <a:pt x="22885" y="20957"/>
                      <a:pt x="22087" y="21010"/>
                    </a:cubicBezTo>
                    <a:cubicBezTo>
                      <a:pt x="17260" y="21337"/>
                      <a:pt x="12045" y="24109"/>
                      <a:pt x="9811" y="25420"/>
                    </a:cubicBezTo>
                    <a:cubicBezTo>
                      <a:pt x="13029" y="21665"/>
                      <a:pt x="16664" y="18268"/>
                      <a:pt x="20686" y="15319"/>
                    </a:cubicBezTo>
                    <a:cubicBezTo>
                      <a:pt x="25204" y="16460"/>
                      <a:pt x="33304" y="18136"/>
                      <a:pt x="36565" y="18136"/>
                    </a:cubicBezTo>
                    <a:cubicBezTo>
                      <a:pt x="37305" y="18136"/>
                      <a:pt x="37795" y="18050"/>
                      <a:pt x="37939" y="17851"/>
                    </a:cubicBezTo>
                    <a:cubicBezTo>
                      <a:pt x="38773" y="16689"/>
                      <a:pt x="37432" y="15199"/>
                      <a:pt x="32158" y="14067"/>
                    </a:cubicBezTo>
                    <a:cubicBezTo>
                      <a:pt x="31092" y="13847"/>
                      <a:pt x="29960" y="13759"/>
                      <a:pt x="28834" y="13759"/>
                    </a:cubicBezTo>
                    <a:cubicBezTo>
                      <a:pt x="25994" y="13759"/>
                      <a:pt x="23185" y="14317"/>
                      <a:pt x="21521" y="14723"/>
                    </a:cubicBezTo>
                    <a:cubicBezTo>
                      <a:pt x="22266" y="14216"/>
                      <a:pt x="23010" y="13710"/>
                      <a:pt x="23755" y="13263"/>
                    </a:cubicBezTo>
                    <a:cubicBezTo>
                      <a:pt x="25811" y="11981"/>
                      <a:pt x="27986" y="10938"/>
                      <a:pt x="30251" y="10104"/>
                    </a:cubicBezTo>
                    <a:cubicBezTo>
                      <a:pt x="35823" y="9508"/>
                      <a:pt x="44702" y="8138"/>
                      <a:pt x="45000" y="7005"/>
                    </a:cubicBezTo>
                    <a:cubicBezTo>
                      <a:pt x="45295" y="6009"/>
                      <a:pt x="44385" y="5237"/>
                      <a:pt x="41735" y="5237"/>
                    </a:cubicBezTo>
                    <a:cubicBezTo>
                      <a:pt x="40898" y="5237"/>
                      <a:pt x="39886" y="5314"/>
                      <a:pt x="38683" y="5486"/>
                    </a:cubicBezTo>
                    <a:cubicBezTo>
                      <a:pt x="33648" y="6171"/>
                      <a:pt x="28314" y="10283"/>
                      <a:pt x="28314" y="10283"/>
                    </a:cubicBezTo>
                    <a:lnTo>
                      <a:pt x="28344" y="10283"/>
                    </a:lnTo>
                    <a:cubicBezTo>
                      <a:pt x="27063" y="10849"/>
                      <a:pt x="25811" y="11445"/>
                      <a:pt x="24619" y="12130"/>
                    </a:cubicBezTo>
                    <a:cubicBezTo>
                      <a:pt x="26437" y="10730"/>
                      <a:pt x="28523" y="8823"/>
                      <a:pt x="29834" y="6707"/>
                    </a:cubicBezTo>
                    <a:cubicBezTo>
                      <a:pt x="32545" y="2178"/>
                      <a:pt x="32337" y="182"/>
                      <a:pt x="30907" y="3"/>
                    </a:cubicBezTo>
                    <a:cubicBezTo>
                      <a:pt x="30894" y="2"/>
                      <a:pt x="30881" y="1"/>
                      <a:pt x="308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" name="Google Shape;16;p2"/>
              <p:cNvGrpSpPr/>
              <p:nvPr/>
            </p:nvGrpSpPr>
            <p:grpSpPr>
              <a:xfrm>
                <a:off x="7240429" y="-895596"/>
                <a:ext cx="2865902" cy="2866186"/>
                <a:chOff x="7229917" y="-939609"/>
                <a:chExt cx="2865902" cy="2866186"/>
              </a:xfrm>
            </p:grpSpPr>
            <p:grpSp>
              <p:nvGrpSpPr>
                <p:cNvPr id="17" name="Google Shape;17;p2"/>
                <p:cNvGrpSpPr/>
                <p:nvPr/>
              </p:nvGrpSpPr>
              <p:grpSpPr>
                <a:xfrm>
                  <a:off x="7229917" y="-938831"/>
                  <a:ext cx="2865902" cy="2666882"/>
                  <a:chOff x="7229917" y="-938831"/>
                  <a:chExt cx="2865902" cy="2666882"/>
                </a:xfrm>
              </p:grpSpPr>
              <p:sp>
                <p:nvSpPr>
                  <p:cNvPr id="18" name="Google Shape;18;p2"/>
                  <p:cNvSpPr/>
                  <p:nvPr/>
                </p:nvSpPr>
                <p:spPr>
                  <a:xfrm rot="5202986" flipH="1">
                    <a:off x="7405437" y="-968556"/>
                    <a:ext cx="2514862" cy="27263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425" h="67670" extrusionOk="0">
                        <a:moveTo>
                          <a:pt x="42599" y="1"/>
                        </a:moveTo>
                        <a:cubicBezTo>
                          <a:pt x="33273" y="1"/>
                          <a:pt x="24436" y="5343"/>
                          <a:pt x="14889" y="5343"/>
                        </a:cubicBezTo>
                        <a:cubicBezTo>
                          <a:pt x="14388" y="5343"/>
                          <a:pt x="13885" y="5329"/>
                          <a:pt x="13379" y="5298"/>
                        </a:cubicBezTo>
                        <a:cubicBezTo>
                          <a:pt x="12134" y="5228"/>
                          <a:pt x="10849" y="5098"/>
                          <a:pt x="9587" y="5098"/>
                        </a:cubicBezTo>
                        <a:cubicBezTo>
                          <a:pt x="8161" y="5098"/>
                          <a:pt x="6763" y="5263"/>
                          <a:pt x="5483" y="5864"/>
                        </a:cubicBezTo>
                        <a:cubicBezTo>
                          <a:pt x="2831" y="7085"/>
                          <a:pt x="1252" y="9946"/>
                          <a:pt x="567" y="12806"/>
                        </a:cubicBezTo>
                        <a:cubicBezTo>
                          <a:pt x="1" y="15279"/>
                          <a:pt x="1" y="17812"/>
                          <a:pt x="537" y="20285"/>
                        </a:cubicBezTo>
                        <a:cubicBezTo>
                          <a:pt x="1461" y="24695"/>
                          <a:pt x="3993" y="28598"/>
                          <a:pt x="7658" y="31221"/>
                        </a:cubicBezTo>
                        <a:cubicBezTo>
                          <a:pt x="13350" y="35184"/>
                          <a:pt x="21603" y="35958"/>
                          <a:pt x="25209" y="41918"/>
                        </a:cubicBezTo>
                        <a:cubicBezTo>
                          <a:pt x="27801" y="46208"/>
                          <a:pt x="26937" y="51721"/>
                          <a:pt x="28337" y="56518"/>
                        </a:cubicBezTo>
                        <a:cubicBezTo>
                          <a:pt x="30524" y="64017"/>
                          <a:pt x="36902" y="67669"/>
                          <a:pt x="43484" y="67669"/>
                        </a:cubicBezTo>
                        <a:cubicBezTo>
                          <a:pt x="49010" y="67669"/>
                          <a:pt x="54680" y="65095"/>
                          <a:pt x="58134" y="60064"/>
                        </a:cubicBezTo>
                        <a:cubicBezTo>
                          <a:pt x="61531" y="55117"/>
                          <a:pt x="62425" y="48622"/>
                          <a:pt x="60875" y="42841"/>
                        </a:cubicBezTo>
                        <a:cubicBezTo>
                          <a:pt x="59713" y="38521"/>
                          <a:pt x="57300" y="34647"/>
                          <a:pt x="56108" y="30356"/>
                        </a:cubicBezTo>
                        <a:cubicBezTo>
                          <a:pt x="55274" y="27436"/>
                          <a:pt x="55005" y="24367"/>
                          <a:pt x="55363" y="21358"/>
                        </a:cubicBezTo>
                        <a:cubicBezTo>
                          <a:pt x="55840" y="16888"/>
                          <a:pt x="57598" y="12270"/>
                          <a:pt x="56197" y="7979"/>
                        </a:cubicBezTo>
                        <a:cubicBezTo>
                          <a:pt x="54767" y="3599"/>
                          <a:pt x="50208" y="828"/>
                          <a:pt x="45649" y="202"/>
                        </a:cubicBezTo>
                        <a:cubicBezTo>
                          <a:pt x="44626" y="63"/>
                          <a:pt x="43609" y="1"/>
                          <a:pt x="42599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" name="Google Shape;19;p2"/>
                  <p:cNvGrpSpPr/>
                  <p:nvPr/>
                </p:nvGrpSpPr>
                <p:grpSpPr>
                  <a:xfrm rot="8100000">
                    <a:off x="8939114" y="1159920"/>
                    <a:ext cx="70212" cy="266577"/>
                    <a:chOff x="5735123" y="3863031"/>
                    <a:chExt cx="70213" cy="266579"/>
                  </a:xfrm>
                </p:grpSpPr>
                <p:sp>
                  <p:nvSpPr>
                    <p:cNvPr id="20" name="Google Shape;20;p2"/>
                    <p:cNvSpPr/>
                    <p:nvPr/>
                  </p:nvSpPr>
                  <p:spPr>
                    <a:xfrm>
                      <a:off x="5744701" y="3863031"/>
                      <a:ext cx="60635" cy="1668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55" h="6480" extrusionOk="0">
                          <a:moveTo>
                            <a:pt x="880" y="0"/>
                          </a:moveTo>
                          <a:cubicBezTo>
                            <a:pt x="827" y="0"/>
                            <a:pt x="773" y="6"/>
                            <a:pt x="716" y="19"/>
                          </a:cubicBezTo>
                          <a:cubicBezTo>
                            <a:pt x="298" y="93"/>
                            <a:pt x="135" y="436"/>
                            <a:pt x="90" y="823"/>
                          </a:cubicBezTo>
                          <a:cubicBezTo>
                            <a:pt x="60" y="1077"/>
                            <a:pt x="60" y="1330"/>
                            <a:pt x="75" y="1583"/>
                          </a:cubicBezTo>
                          <a:cubicBezTo>
                            <a:pt x="135" y="2581"/>
                            <a:pt x="120" y="3564"/>
                            <a:pt x="30" y="4548"/>
                          </a:cubicBezTo>
                          <a:cubicBezTo>
                            <a:pt x="1" y="4905"/>
                            <a:pt x="15" y="5278"/>
                            <a:pt x="60" y="5635"/>
                          </a:cubicBezTo>
                          <a:cubicBezTo>
                            <a:pt x="120" y="6067"/>
                            <a:pt x="343" y="6410"/>
                            <a:pt x="805" y="6470"/>
                          </a:cubicBezTo>
                          <a:cubicBezTo>
                            <a:pt x="850" y="6476"/>
                            <a:pt x="895" y="6479"/>
                            <a:pt x="939" y="6479"/>
                          </a:cubicBezTo>
                          <a:cubicBezTo>
                            <a:pt x="1309" y="6479"/>
                            <a:pt x="1655" y="6262"/>
                            <a:pt x="1788" y="5903"/>
                          </a:cubicBezTo>
                          <a:cubicBezTo>
                            <a:pt x="1937" y="5620"/>
                            <a:pt x="2056" y="5308"/>
                            <a:pt x="2131" y="4995"/>
                          </a:cubicBezTo>
                          <a:cubicBezTo>
                            <a:pt x="2354" y="3654"/>
                            <a:pt x="2265" y="2268"/>
                            <a:pt x="1848" y="972"/>
                          </a:cubicBezTo>
                          <a:cubicBezTo>
                            <a:pt x="1788" y="838"/>
                            <a:pt x="1729" y="689"/>
                            <a:pt x="1669" y="555"/>
                          </a:cubicBezTo>
                          <a:cubicBezTo>
                            <a:pt x="1439" y="223"/>
                            <a:pt x="1198" y="0"/>
                            <a:pt x="880" y="0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1" name="Google Shape;21;p2"/>
                    <p:cNvSpPr/>
                    <p:nvPr/>
                  </p:nvSpPr>
                  <p:spPr>
                    <a:xfrm>
                      <a:off x="5735123" y="4069722"/>
                      <a:ext cx="48354" cy="5988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78" h="2326" extrusionOk="0">
                          <a:moveTo>
                            <a:pt x="1026" y="0"/>
                          </a:moveTo>
                          <a:cubicBezTo>
                            <a:pt x="855" y="0"/>
                            <a:pt x="683" y="69"/>
                            <a:pt x="551" y="214"/>
                          </a:cubicBezTo>
                          <a:cubicBezTo>
                            <a:pt x="164" y="617"/>
                            <a:pt x="0" y="1168"/>
                            <a:pt x="89" y="1719"/>
                          </a:cubicBezTo>
                          <a:cubicBezTo>
                            <a:pt x="132" y="2084"/>
                            <a:pt x="447" y="2326"/>
                            <a:pt x="781" y="2326"/>
                          </a:cubicBezTo>
                          <a:cubicBezTo>
                            <a:pt x="910" y="2326"/>
                            <a:pt x="1042" y="2290"/>
                            <a:pt x="1162" y="2211"/>
                          </a:cubicBezTo>
                          <a:cubicBezTo>
                            <a:pt x="1639" y="1913"/>
                            <a:pt x="1877" y="795"/>
                            <a:pt x="1579" y="319"/>
                          </a:cubicBezTo>
                          <a:cubicBezTo>
                            <a:pt x="1454" y="111"/>
                            <a:pt x="1242" y="0"/>
                            <a:pt x="1026" y="0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22" name="Google Shape;22;p2"/>
                <p:cNvSpPr/>
                <p:nvPr/>
              </p:nvSpPr>
              <p:spPr>
                <a:xfrm rot="4740398" flipH="1">
                  <a:off x="7473622" y="-684296"/>
                  <a:ext cx="2462087" cy="23555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14" h="58462" fill="none" extrusionOk="0">
                      <a:moveTo>
                        <a:pt x="2920" y="14929"/>
                      </a:moveTo>
                      <a:cubicBezTo>
                        <a:pt x="4231" y="18594"/>
                        <a:pt x="7479" y="21216"/>
                        <a:pt x="10995" y="22825"/>
                      </a:cubicBezTo>
                      <a:cubicBezTo>
                        <a:pt x="13617" y="24047"/>
                        <a:pt x="16478" y="24821"/>
                        <a:pt x="18951" y="26341"/>
                      </a:cubicBezTo>
                      <a:cubicBezTo>
                        <a:pt x="22735" y="28695"/>
                        <a:pt x="25298" y="32598"/>
                        <a:pt x="25953" y="37008"/>
                      </a:cubicBezTo>
                      <a:cubicBezTo>
                        <a:pt x="26340" y="39600"/>
                        <a:pt x="26013" y="42223"/>
                        <a:pt x="26251" y="44815"/>
                      </a:cubicBezTo>
                      <a:cubicBezTo>
                        <a:pt x="26579" y="48778"/>
                        <a:pt x="28277" y="52741"/>
                        <a:pt x="31495" y="55065"/>
                      </a:cubicBezTo>
                      <a:cubicBezTo>
                        <a:pt x="33641" y="56614"/>
                        <a:pt x="36263" y="57359"/>
                        <a:pt x="38885" y="57627"/>
                      </a:cubicBezTo>
                      <a:cubicBezTo>
                        <a:pt x="46185" y="58462"/>
                        <a:pt x="54320" y="55601"/>
                        <a:pt x="57925" y="49195"/>
                      </a:cubicBezTo>
                      <a:cubicBezTo>
                        <a:pt x="61113" y="43474"/>
                        <a:pt x="60160" y="36412"/>
                        <a:pt x="58580" y="30066"/>
                      </a:cubicBezTo>
                      <a:cubicBezTo>
                        <a:pt x="57001" y="23749"/>
                        <a:pt x="54856" y="17253"/>
                        <a:pt x="55899" y="10817"/>
                      </a:cubicBezTo>
                      <a:cubicBezTo>
                        <a:pt x="56286" y="8612"/>
                        <a:pt x="56971" y="6348"/>
                        <a:pt x="56227" y="4232"/>
                      </a:cubicBezTo>
                      <a:cubicBezTo>
                        <a:pt x="55213" y="1342"/>
                        <a:pt x="51757" y="1"/>
                        <a:pt x="48688" y="239"/>
                      </a:cubicBezTo>
                      <a:cubicBezTo>
                        <a:pt x="45619" y="448"/>
                        <a:pt x="42788" y="1818"/>
                        <a:pt x="39838" y="2712"/>
                      </a:cubicBezTo>
                      <a:cubicBezTo>
                        <a:pt x="35488" y="4023"/>
                        <a:pt x="30870" y="4292"/>
                        <a:pt x="26370" y="3517"/>
                      </a:cubicBezTo>
                      <a:cubicBezTo>
                        <a:pt x="22556" y="2861"/>
                        <a:pt x="18862" y="1431"/>
                        <a:pt x="14958" y="1103"/>
                      </a:cubicBezTo>
                      <a:cubicBezTo>
                        <a:pt x="7420" y="537"/>
                        <a:pt x="0" y="6765"/>
                        <a:pt x="2920" y="14929"/>
                      </a:cubicBezTo>
                      <a:close/>
                    </a:path>
                  </a:pathLst>
                </a:custGeom>
                <a:noFill/>
                <a:ln w="9675" cap="flat" cmpd="sng">
                  <a:solidFill>
                    <a:schemeClr val="accent1"/>
                  </a:solidFill>
                  <a:prstDash val="solid"/>
                  <a:miter lim="297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3" name="Google Shape;23;p2"/>
                <p:cNvGrpSpPr/>
                <p:nvPr/>
              </p:nvGrpSpPr>
              <p:grpSpPr>
                <a:xfrm rot="-3298310">
                  <a:off x="8268470" y="-365522"/>
                  <a:ext cx="781177" cy="840852"/>
                  <a:chOff x="8604632" y="-457076"/>
                  <a:chExt cx="781149" cy="840821"/>
                </a:xfrm>
              </p:grpSpPr>
              <p:sp>
                <p:nvSpPr>
                  <p:cNvPr id="24" name="Google Shape;24;p2"/>
                  <p:cNvSpPr/>
                  <p:nvPr/>
                </p:nvSpPr>
                <p:spPr>
                  <a:xfrm>
                    <a:off x="8617645" y="162156"/>
                    <a:ext cx="91775" cy="76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78" h="1902" extrusionOk="0">
                        <a:moveTo>
                          <a:pt x="958" y="0"/>
                        </a:moveTo>
                        <a:cubicBezTo>
                          <a:pt x="479" y="0"/>
                          <a:pt x="1" y="856"/>
                          <a:pt x="362" y="1556"/>
                        </a:cubicBezTo>
                        <a:cubicBezTo>
                          <a:pt x="486" y="1794"/>
                          <a:pt x="716" y="1901"/>
                          <a:pt x="956" y="1901"/>
                        </a:cubicBezTo>
                        <a:cubicBezTo>
                          <a:pt x="1585" y="1901"/>
                          <a:pt x="2278" y="1169"/>
                          <a:pt x="1286" y="155"/>
                        </a:cubicBezTo>
                        <a:cubicBezTo>
                          <a:pt x="1184" y="47"/>
                          <a:pt x="1071" y="0"/>
                          <a:pt x="95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>
                    <a:off x="8805309" y="295309"/>
                    <a:ext cx="134480" cy="884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8" h="2195" extrusionOk="0">
                        <a:moveTo>
                          <a:pt x="1367" y="1"/>
                        </a:moveTo>
                        <a:cubicBezTo>
                          <a:pt x="636" y="1"/>
                          <a:pt x="0" y="1354"/>
                          <a:pt x="1008" y="2035"/>
                        </a:cubicBezTo>
                        <a:cubicBezTo>
                          <a:pt x="1183" y="2145"/>
                          <a:pt x="1368" y="2194"/>
                          <a:pt x="1547" y="2194"/>
                        </a:cubicBezTo>
                        <a:cubicBezTo>
                          <a:pt x="2524" y="2194"/>
                          <a:pt x="3337" y="744"/>
                          <a:pt x="1574" y="38"/>
                        </a:cubicBezTo>
                        <a:cubicBezTo>
                          <a:pt x="1505" y="13"/>
                          <a:pt x="1436" y="1"/>
                          <a:pt x="1367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>
                    <a:off x="8604632" y="-232871"/>
                    <a:ext cx="102935" cy="1106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5" h="2747" extrusionOk="0">
                        <a:moveTo>
                          <a:pt x="1324" y="1"/>
                        </a:moveTo>
                        <a:cubicBezTo>
                          <a:pt x="1290" y="1"/>
                          <a:pt x="1255" y="3"/>
                          <a:pt x="1222" y="8"/>
                        </a:cubicBezTo>
                        <a:cubicBezTo>
                          <a:pt x="149" y="127"/>
                          <a:pt x="0" y="991"/>
                          <a:pt x="179" y="2154"/>
                        </a:cubicBezTo>
                        <a:cubicBezTo>
                          <a:pt x="255" y="2576"/>
                          <a:pt x="551" y="2746"/>
                          <a:pt x="905" y="2746"/>
                        </a:cubicBezTo>
                        <a:cubicBezTo>
                          <a:pt x="1524" y="2746"/>
                          <a:pt x="2319" y="2224"/>
                          <a:pt x="2414" y="1617"/>
                        </a:cubicBezTo>
                        <a:cubicBezTo>
                          <a:pt x="2554" y="690"/>
                          <a:pt x="1899" y="1"/>
                          <a:pt x="132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>
                    <a:off x="8790684" y="-457076"/>
                    <a:ext cx="142376" cy="1457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34" h="3617" extrusionOk="0">
                        <a:moveTo>
                          <a:pt x="1139" y="0"/>
                        </a:moveTo>
                        <a:cubicBezTo>
                          <a:pt x="1127" y="0"/>
                          <a:pt x="1115" y="1"/>
                          <a:pt x="1103" y="1"/>
                        </a:cubicBezTo>
                        <a:cubicBezTo>
                          <a:pt x="60" y="61"/>
                          <a:pt x="1" y="1193"/>
                          <a:pt x="150" y="1849"/>
                        </a:cubicBezTo>
                        <a:cubicBezTo>
                          <a:pt x="292" y="2467"/>
                          <a:pt x="947" y="3616"/>
                          <a:pt x="1766" y="3616"/>
                        </a:cubicBezTo>
                        <a:cubicBezTo>
                          <a:pt x="1974" y="3616"/>
                          <a:pt x="2191" y="3543"/>
                          <a:pt x="2414" y="3368"/>
                        </a:cubicBezTo>
                        <a:cubicBezTo>
                          <a:pt x="3533" y="2514"/>
                          <a:pt x="2178" y="0"/>
                          <a:pt x="113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>
                    <a:off x="9263669" y="116510"/>
                    <a:ext cx="122111" cy="1291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31" h="3206" extrusionOk="0">
                        <a:moveTo>
                          <a:pt x="1533" y="0"/>
                        </a:moveTo>
                        <a:cubicBezTo>
                          <a:pt x="1499" y="0"/>
                          <a:pt x="1464" y="3"/>
                          <a:pt x="1431" y="7"/>
                        </a:cubicBezTo>
                        <a:cubicBezTo>
                          <a:pt x="179" y="186"/>
                          <a:pt x="0" y="1169"/>
                          <a:pt x="239" y="2510"/>
                        </a:cubicBezTo>
                        <a:cubicBezTo>
                          <a:pt x="325" y="3006"/>
                          <a:pt x="666" y="3206"/>
                          <a:pt x="1075" y="3206"/>
                        </a:cubicBezTo>
                        <a:cubicBezTo>
                          <a:pt x="1795" y="3206"/>
                          <a:pt x="2728" y="2587"/>
                          <a:pt x="2861" y="1884"/>
                        </a:cubicBezTo>
                        <a:cubicBezTo>
                          <a:pt x="3031" y="808"/>
                          <a:pt x="2204" y="0"/>
                          <a:pt x="1533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>
                    <a:off x="8937495" y="-208053"/>
                    <a:ext cx="179763" cy="1625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2" h="4035" extrusionOk="0">
                        <a:moveTo>
                          <a:pt x="2115" y="0"/>
                        </a:moveTo>
                        <a:cubicBezTo>
                          <a:pt x="1605" y="0"/>
                          <a:pt x="1084" y="161"/>
                          <a:pt x="737" y="495"/>
                        </a:cubicBezTo>
                        <a:cubicBezTo>
                          <a:pt x="1" y="1202"/>
                          <a:pt x="1201" y="4035"/>
                          <a:pt x="2498" y="4035"/>
                        </a:cubicBezTo>
                        <a:cubicBezTo>
                          <a:pt x="2566" y="4035"/>
                          <a:pt x="2635" y="4027"/>
                          <a:pt x="2703" y="4011"/>
                        </a:cubicBezTo>
                        <a:cubicBezTo>
                          <a:pt x="4074" y="3713"/>
                          <a:pt x="4461" y="2163"/>
                          <a:pt x="3597" y="703"/>
                        </a:cubicBezTo>
                        <a:cubicBezTo>
                          <a:pt x="3351" y="243"/>
                          <a:pt x="2741" y="0"/>
                          <a:pt x="2115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>
                    <a:off x="8990474" y="198053"/>
                    <a:ext cx="112040" cy="937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81" h="2328" extrusionOk="0">
                        <a:moveTo>
                          <a:pt x="1169" y="1"/>
                        </a:moveTo>
                        <a:cubicBezTo>
                          <a:pt x="583" y="1"/>
                          <a:pt x="0" y="1047"/>
                          <a:pt x="435" y="1916"/>
                        </a:cubicBezTo>
                        <a:cubicBezTo>
                          <a:pt x="589" y="2200"/>
                          <a:pt x="868" y="2328"/>
                          <a:pt x="1157" y="2328"/>
                        </a:cubicBezTo>
                        <a:cubicBezTo>
                          <a:pt x="1929" y="2328"/>
                          <a:pt x="2781" y="1423"/>
                          <a:pt x="1567" y="188"/>
                        </a:cubicBezTo>
                        <a:cubicBezTo>
                          <a:pt x="1443" y="58"/>
                          <a:pt x="1306" y="1"/>
                          <a:pt x="116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>
                    <a:off x="8799628" y="-25507"/>
                    <a:ext cx="134157" cy="87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0" h="2172" extrusionOk="0">
                        <a:moveTo>
                          <a:pt x="1341" y="1"/>
                        </a:moveTo>
                        <a:cubicBezTo>
                          <a:pt x="617" y="1"/>
                          <a:pt x="1" y="1337"/>
                          <a:pt x="1000" y="2012"/>
                        </a:cubicBezTo>
                        <a:cubicBezTo>
                          <a:pt x="1176" y="2123"/>
                          <a:pt x="1360" y="2172"/>
                          <a:pt x="1539" y="2172"/>
                        </a:cubicBezTo>
                        <a:cubicBezTo>
                          <a:pt x="2517" y="2172"/>
                          <a:pt x="3329" y="726"/>
                          <a:pt x="1566" y="46"/>
                        </a:cubicBezTo>
                        <a:cubicBezTo>
                          <a:pt x="1491" y="15"/>
                          <a:pt x="1415" y="1"/>
                          <a:pt x="1341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2" name="Google Shape;32;p2"/>
              <p:cNvGrpSpPr/>
              <p:nvPr/>
            </p:nvGrpSpPr>
            <p:grpSpPr>
              <a:xfrm>
                <a:off x="-755112" y="3762352"/>
                <a:ext cx="4341985" cy="2100795"/>
                <a:chOff x="-1013962" y="3673802"/>
                <a:chExt cx="4341985" cy="2100795"/>
              </a:xfrm>
            </p:grpSpPr>
            <p:grpSp>
              <p:nvGrpSpPr>
                <p:cNvPr id="33" name="Google Shape;33;p2"/>
                <p:cNvGrpSpPr/>
                <p:nvPr/>
              </p:nvGrpSpPr>
              <p:grpSpPr>
                <a:xfrm>
                  <a:off x="-1013962" y="3673802"/>
                  <a:ext cx="4341985" cy="2100795"/>
                  <a:chOff x="-830187" y="4024390"/>
                  <a:chExt cx="4341985" cy="2100795"/>
                </a:xfrm>
              </p:grpSpPr>
              <p:sp>
                <p:nvSpPr>
                  <p:cNvPr id="34" name="Google Shape;34;p2"/>
                  <p:cNvSpPr/>
                  <p:nvPr/>
                </p:nvSpPr>
                <p:spPr>
                  <a:xfrm>
                    <a:off x="-830187" y="4024390"/>
                    <a:ext cx="4341985" cy="20439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775" h="50732" extrusionOk="0">
                        <a:moveTo>
                          <a:pt x="19280" y="1"/>
                        </a:moveTo>
                        <a:cubicBezTo>
                          <a:pt x="14384" y="1"/>
                          <a:pt x="9338" y="2218"/>
                          <a:pt x="8075" y="7268"/>
                        </a:cubicBezTo>
                        <a:cubicBezTo>
                          <a:pt x="7241" y="10724"/>
                          <a:pt x="7598" y="14449"/>
                          <a:pt x="6615" y="17905"/>
                        </a:cubicBezTo>
                        <a:cubicBezTo>
                          <a:pt x="5721" y="21034"/>
                          <a:pt x="3755" y="23716"/>
                          <a:pt x="2414" y="26695"/>
                        </a:cubicBezTo>
                        <a:cubicBezTo>
                          <a:pt x="596" y="30777"/>
                          <a:pt x="0" y="35426"/>
                          <a:pt x="1162" y="39716"/>
                        </a:cubicBezTo>
                        <a:cubicBezTo>
                          <a:pt x="2324" y="44007"/>
                          <a:pt x="5364" y="47821"/>
                          <a:pt x="9476" y="49519"/>
                        </a:cubicBezTo>
                        <a:cubicBezTo>
                          <a:pt x="11357" y="50293"/>
                          <a:pt x="13318" y="50601"/>
                          <a:pt x="15314" y="50601"/>
                        </a:cubicBezTo>
                        <a:cubicBezTo>
                          <a:pt x="19547" y="50601"/>
                          <a:pt x="23938" y="49216"/>
                          <a:pt x="28069" y="47940"/>
                        </a:cubicBezTo>
                        <a:cubicBezTo>
                          <a:pt x="34622" y="45928"/>
                          <a:pt x="41399" y="44206"/>
                          <a:pt x="48226" y="44206"/>
                        </a:cubicBezTo>
                        <a:cubicBezTo>
                          <a:pt x="49283" y="44206"/>
                          <a:pt x="50341" y="44247"/>
                          <a:pt x="51399" y="44335"/>
                        </a:cubicBezTo>
                        <a:cubicBezTo>
                          <a:pt x="58282" y="44901"/>
                          <a:pt x="64868" y="47434"/>
                          <a:pt x="71602" y="49132"/>
                        </a:cubicBezTo>
                        <a:cubicBezTo>
                          <a:pt x="75244" y="50055"/>
                          <a:pt x="79063" y="50731"/>
                          <a:pt x="82819" y="50731"/>
                        </a:cubicBezTo>
                        <a:cubicBezTo>
                          <a:pt x="85975" y="50731"/>
                          <a:pt x="89087" y="50254"/>
                          <a:pt x="92012" y="49043"/>
                        </a:cubicBezTo>
                        <a:cubicBezTo>
                          <a:pt x="94426" y="48059"/>
                          <a:pt x="96661" y="46570"/>
                          <a:pt x="98150" y="44424"/>
                        </a:cubicBezTo>
                        <a:cubicBezTo>
                          <a:pt x="107775" y="30581"/>
                          <a:pt x="86591" y="19064"/>
                          <a:pt x="74895" y="19064"/>
                        </a:cubicBezTo>
                        <a:cubicBezTo>
                          <a:pt x="74533" y="19064"/>
                          <a:pt x="74179" y="19075"/>
                          <a:pt x="73836" y="19097"/>
                        </a:cubicBezTo>
                        <a:cubicBezTo>
                          <a:pt x="67567" y="19499"/>
                          <a:pt x="61181" y="22039"/>
                          <a:pt x="55078" y="22039"/>
                        </a:cubicBezTo>
                        <a:cubicBezTo>
                          <a:pt x="53030" y="22039"/>
                          <a:pt x="51014" y="21753"/>
                          <a:pt x="49046" y="21004"/>
                        </a:cubicBezTo>
                        <a:cubicBezTo>
                          <a:pt x="42043" y="18352"/>
                          <a:pt x="38319" y="10933"/>
                          <a:pt x="32836" y="5868"/>
                        </a:cubicBezTo>
                        <a:cubicBezTo>
                          <a:pt x="30959" y="4110"/>
                          <a:pt x="28843" y="2709"/>
                          <a:pt x="26549" y="1636"/>
                        </a:cubicBezTo>
                        <a:cubicBezTo>
                          <a:pt x="24851" y="862"/>
                          <a:pt x="23033" y="355"/>
                          <a:pt x="21215" y="117"/>
                        </a:cubicBezTo>
                        <a:cubicBezTo>
                          <a:pt x="20579" y="40"/>
                          <a:pt x="19931" y="1"/>
                          <a:pt x="19280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" name="Google Shape;35;p2"/>
                  <p:cNvSpPr/>
                  <p:nvPr/>
                </p:nvSpPr>
                <p:spPr>
                  <a:xfrm>
                    <a:off x="-316390" y="4171925"/>
                    <a:ext cx="3797016" cy="19532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248" h="48480" fill="none" extrusionOk="0">
                        <a:moveTo>
                          <a:pt x="15196" y="1252"/>
                        </a:moveTo>
                        <a:cubicBezTo>
                          <a:pt x="20828" y="1"/>
                          <a:pt x="26698" y="1639"/>
                          <a:pt x="30899" y="5573"/>
                        </a:cubicBezTo>
                        <a:cubicBezTo>
                          <a:pt x="36173" y="10638"/>
                          <a:pt x="38051" y="18832"/>
                          <a:pt x="44129" y="22914"/>
                        </a:cubicBezTo>
                        <a:cubicBezTo>
                          <a:pt x="48450" y="25804"/>
                          <a:pt x="54081" y="25953"/>
                          <a:pt x="59206" y="25089"/>
                        </a:cubicBezTo>
                        <a:cubicBezTo>
                          <a:pt x="64331" y="24225"/>
                          <a:pt x="69307" y="22437"/>
                          <a:pt x="74492" y="21812"/>
                        </a:cubicBezTo>
                        <a:cubicBezTo>
                          <a:pt x="79647" y="21156"/>
                          <a:pt x="85308" y="21812"/>
                          <a:pt x="89241" y="25208"/>
                        </a:cubicBezTo>
                        <a:cubicBezTo>
                          <a:pt x="91625" y="27354"/>
                          <a:pt x="93234" y="30244"/>
                          <a:pt x="93830" y="33403"/>
                        </a:cubicBezTo>
                        <a:cubicBezTo>
                          <a:pt x="94187" y="35339"/>
                          <a:pt x="94247" y="37425"/>
                          <a:pt x="93472" y="39243"/>
                        </a:cubicBezTo>
                        <a:cubicBezTo>
                          <a:pt x="92549" y="41418"/>
                          <a:pt x="90642" y="42967"/>
                          <a:pt x="88586" y="44129"/>
                        </a:cubicBezTo>
                        <a:cubicBezTo>
                          <a:pt x="81017" y="48480"/>
                          <a:pt x="71333" y="48420"/>
                          <a:pt x="63318" y="44964"/>
                        </a:cubicBezTo>
                        <a:cubicBezTo>
                          <a:pt x="59623" y="43384"/>
                          <a:pt x="56226" y="41120"/>
                          <a:pt x="52383" y="40017"/>
                        </a:cubicBezTo>
                        <a:cubicBezTo>
                          <a:pt x="39868" y="36412"/>
                          <a:pt x="26668" y="45470"/>
                          <a:pt x="13826" y="43206"/>
                        </a:cubicBezTo>
                        <a:cubicBezTo>
                          <a:pt x="11085" y="42699"/>
                          <a:pt x="8373" y="41656"/>
                          <a:pt x="6377" y="39690"/>
                        </a:cubicBezTo>
                        <a:cubicBezTo>
                          <a:pt x="4202" y="37514"/>
                          <a:pt x="3129" y="34445"/>
                          <a:pt x="2473" y="31406"/>
                        </a:cubicBezTo>
                        <a:cubicBezTo>
                          <a:pt x="0" y="19964"/>
                          <a:pt x="1490" y="4381"/>
                          <a:pt x="15196" y="1252"/>
                        </a:cubicBezTo>
                        <a:close/>
                      </a:path>
                    </a:pathLst>
                  </a:custGeom>
                  <a:noFill/>
                  <a:ln w="9675" cap="flat" cmpd="sng">
                    <a:solidFill>
                      <a:schemeClr val="accent1"/>
                    </a:solidFill>
                    <a:prstDash val="solid"/>
                    <a:miter lim="2979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36" name="Google Shape;36;p2"/>
                  <p:cNvGrpSpPr/>
                  <p:nvPr/>
                </p:nvGrpSpPr>
                <p:grpSpPr>
                  <a:xfrm>
                    <a:off x="174564" y="4842646"/>
                    <a:ext cx="824338" cy="865398"/>
                    <a:chOff x="126952" y="4637346"/>
                    <a:chExt cx="824338" cy="865398"/>
                  </a:xfrm>
                </p:grpSpPr>
                <p:sp>
                  <p:nvSpPr>
                    <p:cNvPr id="37" name="Google Shape;37;p2"/>
                    <p:cNvSpPr/>
                    <p:nvPr/>
                  </p:nvSpPr>
                  <p:spPr>
                    <a:xfrm>
                      <a:off x="787480" y="5298317"/>
                      <a:ext cx="94716" cy="6502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51" h="1614" extrusionOk="0">
                          <a:moveTo>
                            <a:pt x="1259" y="0"/>
                          </a:moveTo>
                          <a:cubicBezTo>
                            <a:pt x="928" y="0"/>
                            <a:pt x="550" y="221"/>
                            <a:pt x="233" y="825"/>
                          </a:cubicBezTo>
                          <a:cubicBezTo>
                            <a:pt x="1" y="1270"/>
                            <a:pt x="471" y="1614"/>
                            <a:pt x="1025" y="1614"/>
                          </a:cubicBezTo>
                          <a:cubicBezTo>
                            <a:pt x="1325" y="1614"/>
                            <a:pt x="1650" y="1513"/>
                            <a:pt x="1901" y="1272"/>
                          </a:cubicBezTo>
                          <a:cubicBezTo>
                            <a:pt x="2351" y="803"/>
                            <a:pt x="1890" y="0"/>
                            <a:pt x="1259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8" name="Google Shape;38;p2"/>
                    <p:cNvSpPr/>
                    <p:nvPr/>
                  </p:nvSpPr>
                  <p:spPr>
                    <a:xfrm>
                      <a:off x="857984" y="5042204"/>
                      <a:ext cx="93306" cy="876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16" h="2176" extrusionOk="0">
                          <a:moveTo>
                            <a:pt x="1092" y="1"/>
                          </a:moveTo>
                          <a:cubicBezTo>
                            <a:pt x="596" y="1"/>
                            <a:pt x="99" y="387"/>
                            <a:pt x="32" y="1402"/>
                          </a:cubicBezTo>
                          <a:cubicBezTo>
                            <a:pt x="0" y="1860"/>
                            <a:pt x="488" y="2176"/>
                            <a:pt x="1007" y="2176"/>
                          </a:cubicBezTo>
                          <a:cubicBezTo>
                            <a:pt x="1466" y="2176"/>
                            <a:pt x="1950" y="1928"/>
                            <a:pt x="2118" y="1312"/>
                          </a:cubicBezTo>
                          <a:cubicBezTo>
                            <a:pt x="2315" y="588"/>
                            <a:pt x="1704" y="1"/>
                            <a:pt x="1092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9" name="Google Shape;39;p2"/>
                    <p:cNvSpPr/>
                    <p:nvPr/>
                  </p:nvSpPr>
                  <p:spPr>
                    <a:xfrm>
                      <a:off x="403088" y="5404356"/>
                      <a:ext cx="149346" cy="9838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07" h="2442" extrusionOk="0">
                          <a:moveTo>
                            <a:pt x="1594" y="1"/>
                          </a:moveTo>
                          <a:cubicBezTo>
                            <a:pt x="1549" y="1"/>
                            <a:pt x="1504" y="4"/>
                            <a:pt x="1460" y="11"/>
                          </a:cubicBezTo>
                          <a:cubicBezTo>
                            <a:pt x="477" y="160"/>
                            <a:pt x="0" y="1143"/>
                            <a:pt x="268" y="1709"/>
                          </a:cubicBezTo>
                          <a:cubicBezTo>
                            <a:pt x="521" y="2230"/>
                            <a:pt x="890" y="2441"/>
                            <a:pt x="1336" y="2441"/>
                          </a:cubicBezTo>
                          <a:cubicBezTo>
                            <a:pt x="1733" y="2441"/>
                            <a:pt x="2191" y="2274"/>
                            <a:pt x="2682" y="2007"/>
                          </a:cubicBezTo>
                          <a:cubicBezTo>
                            <a:pt x="3707" y="1466"/>
                            <a:pt x="2556" y="1"/>
                            <a:pt x="1594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" name="Google Shape;40;p2"/>
                    <p:cNvSpPr/>
                    <p:nvPr/>
                  </p:nvSpPr>
                  <p:spPr>
                    <a:xfrm>
                      <a:off x="126952" y="5265602"/>
                      <a:ext cx="176540" cy="12884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82" h="3198" extrusionOk="0">
                          <a:moveTo>
                            <a:pt x="2558" y="0"/>
                          </a:moveTo>
                          <a:cubicBezTo>
                            <a:pt x="1385" y="0"/>
                            <a:pt x="0" y="1673"/>
                            <a:pt x="329" y="2531"/>
                          </a:cubicBezTo>
                          <a:cubicBezTo>
                            <a:pt x="510" y="3028"/>
                            <a:pt x="888" y="3198"/>
                            <a:pt x="1296" y="3198"/>
                          </a:cubicBezTo>
                          <a:cubicBezTo>
                            <a:pt x="1694" y="3198"/>
                            <a:pt x="2120" y="3036"/>
                            <a:pt x="2415" y="2859"/>
                          </a:cubicBezTo>
                          <a:cubicBezTo>
                            <a:pt x="3130" y="2442"/>
                            <a:pt x="4381" y="1012"/>
                            <a:pt x="3159" y="177"/>
                          </a:cubicBezTo>
                          <a:cubicBezTo>
                            <a:pt x="2973" y="55"/>
                            <a:pt x="2769" y="0"/>
                            <a:pt x="2558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1" name="Google Shape;41;p2"/>
                    <p:cNvSpPr/>
                    <p:nvPr/>
                  </p:nvSpPr>
                  <p:spPr>
                    <a:xfrm>
                      <a:off x="530319" y="4637346"/>
                      <a:ext cx="173357" cy="1143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03" h="2839" extrusionOk="0">
                          <a:moveTo>
                            <a:pt x="1802" y="0"/>
                          </a:moveTo>
                          <a:cubicBezTo>
                            <a:pt x="1757" y="0"/>
                            <a:pt x="1713" y="3"/>
                            <a:pt x="1669" y="9"/>
                          </a:cubicBezTo>
                          <a:cubicBezTo>
                            <a:pt x="537" y="188"/>
                            <a:pt x="1" y="1320"/>
                            <a:pt x="299" y="1975"/>
                          </a:cubicBezTo>
                          <a:cubicBezTo>
                            <a:pt x="598" y="2590"/>
                            <a:pt x="1023" y="2838"/>
                            <a:pt x="1537" y="2838"/>
                          </a:cubicBezTo>
                          <a:cubicBezTo>
                            <a:pt x="1995" y="2838"/>
                            <a:pt x="2524" y="2642"/>
                            <a:pt x="3100" y="2333"/>
                          </a:cubicBezTo>
                          <a:cubicBezTo>
                            <a:pt x="4303" y="1731"/>
                            <a:pt x="2917" y="0"/>
                            <a:pt x="1802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" name="Google Shape;42;p2"/>
                    <p:cNvSpPr/>
                    <p:nvPr/>
                  </p:nvSpPr>
                  <p:spPr>
                    <a:xfrm>
                      <a:off x="304623" y="4999941"/>
                      <a:ext cx="192776" cy="15721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785" h="3902" extrusionOk="0">
                          <a:moveTo>
                            <a:pt x="2645" y="1"/>
                          </a:moveTo>
                          <a:cubicBezTo>
                            <a:pt x="1976" y="1"/>
                            <a:pt x="1239" y="345"/>
                            <a:pt x="627" y="1020"/>
                          </a:cubicBezTo>
                          <a:cubicBezTo>
                            <a:pt x="1" y="1706"/>
                            <a:pt x="388" y="3315"/>
                            <a:pt x="1342" y="3821"/>
                          </a:cubicBezTo>
                          <a:cubicBezTo>
                            <a:pt x="1439" y="3876"/>
                            <a:pt x="1553" y="3901"/>
                            <a:pt x="1678" y="3901"/>
                          </a:cubicBezTo>
                          <a:cubicBezTo>
                            <a:pt x="2783" y="3901"/>
                            <a:pt x="4785" y="1939"/>
                            <a:pt x="4143" y="842"/>
                          </a:cubicBezTo>
                          <a:cubicBezTo>
                            <a:pt x="3790" y="278"/>
                            <a:pt x="3245" y="1"/>
                            <a:pt x="2645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3" name="Google Shape;43;p2"/>
                    <p:cNvSpPr/>
                    <p:nvPr/>
                  </p:nvSpPr>
                  <p:spPr>
                    <a:xfrm>
                      <a:off x="701142" y="4908003"/>
                      <a:ext cx="114940" cy="7965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53" h="1977" extrusionOk="0">
                          <a:moveTo>
                            <a:pt x="1541" y="1"/>
                          </a:moveTo>
                          <a:cubicBezTo>
                            <a:pt x="1140" y="1"/>
                            <a:pt x="679" y="270"/>
                            <a:pt x="290" y="1008"/>
                          </a:cubicBezTo>
                          <a:cubicBezTo>
                            <a:pt x="0" y="1548"/>
                            <a:pt x="573" y="1976"/>
                            <a:pt x="1239" y="1976"/>
                          </a:cubicBezTo>
                          <a:cubicBezTo>
                            <a:pt x="1602" y="1976"/>
                            <a:pt x="1992" y="1849"/>
                            <a:pt x="2286" y="1544"/>
                          </a:cubicBezTo>
                          <a:cubicBezTo>
                            <a:pt x="2853" y="978"/>
                            <a:pt x="2305" y="1"/>
                            <a:pt x="1541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4" name="Google Shape;44;p2"/>
                    <p:cNvSpPr/>
                    <p:nvPr/>
                  </p:nvSpPr>
                  <p:spPr>
                    <a:xfrm>
                      <a:off x="549456" y="5148363"/>
                      <a:ext cx="93346" cy="877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17" h="2178" extrusionOk="0">
                          <a:moveTo>
                            <a:pt x="1068" y="0"/>
                          </a:moveTo>
                          <a:cubicBezTo>
                            <a:pt x="573" y="0"/>
                            <a:pt x="85" y="383"/>
                            <a:pt x="32" y="1389"/>
                          </a:cubicBezTo>
                          <a:cubicBezTo>
                            <a:pt x="1" y="1863"/>
                            <a:pt x="489" y="2178"/>
                            <a:pt x="1007" y="2178"/>
                          </a:cubicBezTo>
                          <a:cubicBezTo>
                            <a:pt x="1467" y="2178"/>
                            <a:pt x="1950" y="1931"/>
                            <a:pt x="2118" y="1329"/>
                          </a:cubicBezTo>
                          <a:cubicBezTo>
                            <a:pt x="2317" y="600"/>
                            <a:pt x="1687" y="0"/>
                            <a:pt x="1068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45" name="Google Shape;45;p2"/>
                <p:cNvGrpSpPr/>
                <p:nvPr/>
              </p:nvGrpSpPr>
              <p:grpSpPr>
                <a:xfrm rot="-5189473">
                  <a:off x="2083919" y="4411860"/>
                  <a:ext cx="70211" cy="266572"/>
                  <a:chOff x="5735123" y="3863031"/>
                  <a:chExt cx="70213" cy="266579"/>
                </a:xfrm>
              </p:grpSpPr>
              <p:sp>
                <p:nvSpPr>
                  <p:cNvPr id="46" name="Google Shape;46;p2"/>
                  <p:cNvSpPr/>
                  <p:nvPr/>
                </p:nvSpPr>
                <p:spPr>
                  <a:xfrm>
                    <a:off x="5744701" y="3863031"/>
                    <a:ext cx="60635" cy="1668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6480" extrusionOk="0">
                        <a:moveTo>
                          <a:pt x="880" y="0"/>
                        </a:moveTo>
                        <a:cubicBezTo>
                          <a:pt x="827" y="0"/>
                          <a:pt x="773" y="6"/>
                          <a:pt x="716" y="19"/>
                        </a:cubicBezTo>
                        <a:cubicBezTo>
                          <a:pt x="298" y="93"/>
                          <a:pt x="135" y="436"/>
                          <a:pt x="90" y="823"/>
                        </a:cubicBezTo>
                        <a:cubicBezTo>
                          <a:pt x="60" y="1077"/>
                          <a:pt x="60" y="1330"/>
                          <a:pt x="75" y="1583"/>
                        </a:cubicBezTo>
                        <a:cubicBezTo>
                          <a:pt x="135" y="2581"/>
                          <a:pt x="120" y="3564"/>
                          <a:pt x="30" y="4548"/>
                        </a:cubicBezTo>
                        <a:cubicBezTo>
                          <a:pt x="1" y="4905"/>
                          <a:pt x="15" y="5278"/>
                          <a:pt x="60" y="5635"/>
                        </a:cubicBezTo>
                        <a:cubicBezTo>
                          <a:pt x="120" y="6067"/>
                          <a:pt x="343" y="6410"/>
                          <a:pt x="805" y="6470"/>
                        </a:cubicBezTo>
                        <a:cubicBezTo>
                          <a:pt x="850" y="6476"/>
                          <a:pt x="895" y="6479"/>
                          <a:pt x="939" y="6479"/>
                        </a:cubicBezTo>
                        <a:cubicBezTo>
                          <a:pt x="1309" y="6479"/>
                          <a:pt x="1655" y="6262"/>
                          <a:pt x="1788" y="5903"/>
                        </a:cubicBezTo>
                        <a:cubicBezTo>
                          <a:pt x="1937" y="5620"/>
                          <a:pt x="2056" y="5308"/>
                          <a:pt x="2131" y="4995"/>
                        </a:cubicBezTo>
                        <a:cubicBezTo>
                          <a:pt x="2354" y="3654"/>
                          <a:pt x="2265" y="2268"/>
                          <a:pt x="1848" y="972"/>
                        </a:cubicBezTo>
                        <a:cubicBezTo>
                          <a:pt x="1788" y="838"/>
                          <a:pt x="1729" y="689"/>
                          <a:pt x="1669" y="555"/>
                        </a:cubicBezTo>
                        <a:cubicBezTo>
                          <a:pt x="1439" y="223"/>
                          <a:pt x="1198" y="0"/>
                          <a:pt x="880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" name="Google Shape;47;p2"/>
                  <p:cNvSpPr/>
                  <p:nvPr/>
                </p:nvSpPr>
                <p:spPr>
                  <a:xfrm>
                    <a:off x="5735123" y="4069722"/>
                    <a:ext cx="48354" cy="598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78" h="2326" extrusionOk="0">
                        <a:moveTo>
                          <a:pt x="1026" y="0"/>
                        </a:moveTo>
                        <a:cubicBezTo>
                          <a:pt x="855" y="0"/>
                          <a:pt x="683" y="69"/>
                          <a:pt x="551" y="214"/>
                        </a:cubicBezTo>
                        <a:cubicBezTo>
                          <a:pt x="164" y="617"/>
                          <a:pt x="0" y="1168"/>
                          <a:pt x="89" y="1719"/>
                        </a:cubicBezTo>
                        <a:cubicBezTo>
                          <a:pt x="132" y="2084"/>
                          <a:pt x="447" y="2326"/>
                          <a:pt x="781" y="2326"/>
                        </a:cubicBezTo>
                        <a:cubicBezTo>
                          <a:pt x="910" y="2326"/>
                          <a:pt x="1042" y="2290"/>
                          <a:pt x="1162" y="2211"/>
                        </a:cubicBezTo>
                        <a:cubicBezTo>
                          <a:pt x="1639" y="1913"/>
                          <a:pt x="1877" y="795"/>
                          <a:pt x="1579" y="319"/>
                        </a:cubicBezTo>
                        <a:cubicBezTo>
                          <a:pt x="1454" y="111"/>
                          <a:pt x="1242" y="0"/>
                          <a:pt x="1026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48" name="Google Shape;48;p2"/>
              <p:cNvSpPr/>
              <p:nvPr/>
            </p:nvSpPr>
            <p:spPr>
              <a:xfrm rot="10800000" flipH="1">
                <a:off x="588128" y="2743140"/>
                <a:ext cx="252885" cy="205750"/>
              </a:xfrm>
              <a:custGeom>
                <a:avLst/>
                <a:gdLst/>
                <a:ahLst/>
                <a:cxnLst/>
                <a:rect l="l" t="t" r="r" b="b"/>
                <a:pathLst>
                  <a:path w="7597" h="6181" extrusionOk="0">
                    <a:moveTo>
                      <a:pt x="3559" y="0"/>
                    </a:moveTo>
                    <a:cubicBezTo>
                      <a:pt x="3292" y="0"/>
                      <a:pt x="3026" y="34"/>
                      <a:pt x="2769" y="101"/>
                    </a:cubicBezTo>
                    <a:cubicBezTo>
                      <a:pt x="2442" y="160"/>
                      <a:pt x="2144" y="279"/>
                      <a:pt x="1846" y="428"/>
                    </a:cubicBezTo>
                    <a:cubicBezTo>
                      <a:pt x="952" y="905"/>
                      <a:pt x="326" y="1769"/>
                      <a:pt x="147" y="2782"/>
                    </a:cubicBezTo>
                    <a:cubicBezTo>
                      <a:pt x="1" y="4337"/>
                      <a:pt x="1182" y="6181"/>
                      <a:pt x="2868" y="6181"/>
                    </a:cubicBezTo>
                    <a:cubicBezTo>
                      <a:pt x="2895" y="6181"/>
                      <a:pt x="2921" y="6180"/>
                      <a:pt x="2948" y="6179"/>
                    </a:cubicBezTo>
                    <a:cubicBezTo>
                      <a:pt x="4796" y="6090"/>
                      <a:pt x="7597" y="4153"/>
                      <a:pt x="6524" y="2067"/>
                    </a:cubicBezTo>
                    <a:cubicBezTo>
                      <a:pt x="6166" y="1322"/>
                      <a:pt x="5600" y="697"/>
                      <a:pt x="4885" y="279"/>
                    </a:cubicBezTo>
                    <a:cubicBezTo>
                      <a:pt x="4457" y="93"/>
                      <a:pt x="4005" y="0"/>
                      <a:pt x="355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 rot="10800000" flipH="1">
                <a:off x="8553180" y="2477216"/>
                <a:ext cx="113943" cy="94537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2840" extrusionOk="0">
                    <a:moveTo>
                      <a:pt x="1669" y="0"/>
                    </a:moveTo>
                    <a:cubicBezTo>
                      <a:pt x="1587" y="0"/>
                      <a:pt x="1505" y="8"/>
                      <a:pt x="1430" y="22"/>
                    </a:cubicBezTo>
                    <a:cubicBezTo>
                      <a:pt x="954" y="112"/>
                      <a:pt x="566" y="380"/>
                      <a:pt x="328" y="797"/>
                    </a:cubicBezTo>
                    <a:cubicBezTo>
                      <a:pt x="0" y="1482"/>
                      <a:pt x="268" y="2525"/>
                      <a:pt x="1043" y="2764"/>
                    </a:cubicBezTo>
                    <a:cubicBezTo>
                      <a:pt x="1201" y="2815"/>
                      <a:pt x="1386" y="2840"/>
                      <a:pt x="1581" y="2840"/>
                    </a:cubicBezTo>
                    <a:cubicBezTo>
                      <a:pt x="2413" y="2840"/>
                      <a:pt x="3423" y="2381"/>
                      <a:pt x="3278" y="1512"/>
                    </a:cubicBezTo>
                    <a:cubicBezTo>
                      <a:pt x="3218" y="1095"/>
                      <a:pt x="3069" y="738"/>
                      <a:pt x="2801" y="440"/>
                    </a:cubicBezTo>
                    <a:cubicBezTo>
                      <a:pt x="2563" y="201"/>
                      <a:pt x="2235" y="52"/>
                      <a:pt x="1907" y="22"/>
                    </a:cubicBezTo>
                    <a:cubicBezTo>
                      <a:pt x="1833" y="8"/>
                      <a:pt x="1751" y="0"/>
                      <a:pt x="16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" name="Google Shape;50;p2"/>
            <p:cNvSpPr/>
            <p:nvPr/>
          </p:nvSpPr>
          <p:spPr>
            <a:xfrm rot="-126492">
              <a:off x="-225113" y="301686"/>
              <a:ext cx="1508325" cy="1268332"/>
            </a:xfrm>
            <a:custGeom>
              <a:avLst/>
              <a:gdLst/>
              <a:ahLst/>
              <a:cxnLst/>
              <a:rect l="l" t="t" r="r" b="b"/>
              <a:pathLst>
                <a:path w="45295" h="38088" extrusionOk="0">
                  <a:moveTo>
                    <a:pt x="30867" y="1"/>
                  </a:moveTo>
                  <a:cubicBezTo>
                    <a:pt x="29369" y="1"/>
                    <a:pt x="23435" y="9789"/>
                    <a:pt x="20895" y="14514"/>
                  </a:cubicBezTo>
                  <a:cubicBezTo>
                    <a:pt x="20627" y="14693"/>
                    <a:pt x="20359" y="14901"/>
                    <a:pt x="20090" y="15110"/>
                  </a:cubicBezTo>
                  <a:lnTo>
                    <a:pt x="20031" y="15110"/>
                  </a:lnTo>
                  <a:cubicBezTo>
                    <a:pt x="18362" y="16361"/>
                    <a:pt x="16723" y="17702"/>
                    <a:pt x="15204" y="19133"/>
                  </a:cubicBezTo>
                  <a:cubicBezTo>
                    <a:pt x="14280" y="19967"/>
                    <a:pt x="13416" y="20831"/>
                    <a:pt x="12552" y="21695"/>
                  </a:cubicBezTo>
                  <a:cubicBezTo>
                    <a:pt x="14280" y="19430"/>
                    <a:pt x="16217" y="16361"/>
                    <a:pt x="17051" y="13292"/>
                  </a:cubicBezTo>
                  <a:cubicBezTo>
                    <a:pt x="18574" y="7539"/>
                    <a:pt x="17828" y="5256"/>
                    <a:pt x="16329" y="5256"/>
                  </a:cubicBezTo>
                  <a:cubicBezTo>
                    <a:pt x="16244" y="5256"/>
                    <a:pt x="16157" y="5263"/>
                    <a:pt x="16068" y="5277"/>
                  </a:cubicBezTo>
                  <a:cubicBezTo>
                    <a:pt x="14399" y="5515"/>
                    <a:pt x="10883" y="18566"/>
                    <a:pt x="9542" y="24913"/>
                  </a:cubicBezTo>
                  <a:cubicBezTo>
                    <a:pt x="7486" y="27237"/>
                    <a:pt x="5550" y="29651"/>
                    <a:pt x="3762" y="32154"/>
                  </a:cubicBezTo>
                  <a:cubicBezTo>
                    <a:pt x="5281" y="29263"/>
                    <a:pt x="6980" y="25330"/>
                    <a:pt x="7308" y="21576"/>
                  </a:cubicBezTo>
                  <a:cubicBezTo>
                    <a:pt x="7898" y="15138"/>
                    <a:pt x="6773" y="12636"/>
                    <a:pt x="5239" y="12636"/>
                  </a:cubicBezTo>
                  <a:cubicBezTo>
                    <a:pt x="5069" y="12636"/>
                    <a:pt x="4894" y="12667"/>
                    <a:pt x="4715" y="12726"/>
                  </a:cubicBezTo>
                  <a:cubicBezTo>
                    <a:pt x="2898" y="13322"/>
                    <a:pt x="1467" y="28518"/>
                    <a:pt x="1169" y="35997"/>
                  </a:cubicBezTo>
                  <a:cubicBezTo>
                    <a:pt x="782" y="36534"/>
                    <a:pt x="454" y="37100"/>
                    <a:pt x="127" y="37666"/>
                  </a:cubicBezTo>
                  <a:cubicBezTo>
                    <a:pt x="0" y="37877"/>
                    <a:pt x="187" y="38087"/>
                    <a:pt x="359" y="38087"/>
                  </a:cubicBezTo>
                  <a:cubicBezTo>
                    <a:pt x="431" y="38087"/>
                    <a:pt x="500" y="38051"/>
                    <a:pt x="544" y="37964"/>
                  </a:cubicBezTo>
                  <a:cubicBezTo>
                    <a:pt x="633" y="37815"/>
                    <a:pt x="723" y="37666"/>
                    <a:pt x="812" y="37517"/>
                  </a:cubicBezTo>
                  <a:cubicBezTo>
                    <a:pt x="8112" y="36176"/>
                    <a:pt x="23279" y="32452"/>
                    <a:pt x="23606" y="30604"/>
                  </a:cubicBezTo>
                  <a:cubicBezTo>
                    <a:pt x="23821" y="29393"/>
                    <a:pt x="22819" y="28489"/>
                    <a:pt x="20130" y="28489"/>
                  </a:cubicBezTo>
                  <a:cubicBezTo>
                    <a:pt x="18717" y="28489"/>
                    <a:pt x="16840" y="28738"/>
                    <a:pt x="14429" y="29323"/>
                  </a:cubicBezTo>
                  <a:cubicBezTo>
                    <a:pt x="8768" y="30664"/>
                    <a:pt x="3136" y="35193"/>
                    <a:pt x="1169" y="36921"/>
                  </a:cubicBezTo>
                  <a:cubicBezTo>
                    <a:pt x="2927" y="34090"/>
                    <a:pt x="4894" y="31379"/>
                    <a:pt x="6980" y="28787"/>
                  </a:cubicBezTo>
                  <a:cubicBezTo>
                    <a:pt x="7725" y="27863"/>
                    <a:pt x="8470" y="26969"/>
                    <a:pt x="9215" y="26105"/>
                  </a:cubicBezTo>
                  <a:cubicBezTo>
                    <a:pt x="15859" y="25986"/>
                    <a:pt x="29327" y="25002"/>
                    <a:pt x="29864" y="23453"/>
                  </a:cubicBezTo>
                  <a:cubicBezTo>
                    <a:pt x="30333" y="22124"/>
                    <a:pt x="28888" y="20933"/>
                    <a:pt x="24277" y="20933"/>
                  </a:cubicBezTo>
                  <a:cubicBezTo>
                    <a:pt x="23614" y="20933"/>
                    <a:pt x="22885" y="20957"/>
                    <a:pt x="22087" y="21010"/>
                  </a:cubicBezTo>
                  <a:cubicBezTo>
                    <a:pt x="17260" y="21337"/>
                    <a:pt x="12045" y="24109"/>
                    <a:pt x="9811" y="25420"/>
                  </a:cubicBezTo>
                  <a:cubicBezTo>
                    <a:pt x="13029" y="21665"/>
                    <a:pt x="16664" y="18268"/>
                    <a:pt x="20686" y="15319"/>
                  </a:cubicBezTo>
                  <a:cubicBezTo>
                    <a:pt x="25204" y="16460"/>
                    <a:pt x="33304" y="18136"/>
                    <a:pt x="36565" y="18136"/>
                  </a:cubicBezTo>
                  <a:cubicBezTo>
                    <a:pt x="37305" y="18136"/>
                    <a:pt x="37795" y="18050"/>
                    <a:pt x="37939" y="17851"/>
                  </a:cubicBezTo>
                  <a:cubicBezTo>
                    <a:pt x="38773" y="16689"/>
                    <a:pt x="37432" y="15199"/>
                    <a:pt x="32158" y="14067"/>
                  </a:cubicBezTo>
                  <a:cubicBezTo>
                    <a:pt x="31092" y="13847"/>
                    <a:pt x="29960" y="13759"/>
                    <a:pt x="28834" y="13759"/>
                  </a:cubicBezTo>
                  <a:cubicBezTo>
                    <a:pt x="25994" y="13759"/>
                    <a:pt x="23185" y="14317"/>
                    <a:pt x="21521" y="14723"/>
                  </a:cubicBezTo>
                  <a:cubicBezTo>
                    <a:pt x="22266" y="14216"/>
                    <a:pt x="23010" y="13710"/>
                    <a:pt x="23755" y="13263"/>
                  </a:cubicBezTo>
                  <a:cubicBezTo>
                    <a:pt x="25811" y="11981"/>
                    <a:pt x="27986" y="10938"/>
                    <a:pt x="30251" y="10104"/>
                  </a:cubicBezTo>
                  <a:cubicBezTo>
                    <a:pt x="35823" y="9508"/>
                    <a:pt x="44702" y="8138"/>
                    <a:pt x="45000" y="7005"/>
                  </a:cubicBezTo>
                  <a:cubicBezTo>
                    <a:pt x="45295" y="6009"/>
                    <a:pt x="44385" y="5237"/>
                    <a:pt x="41735" y="5237"/>
                  </a:cubicBezTo>
                  <a:cubicBezTo>
                    <a:pt x="40898" y="5237"/>
                    <a:pt x="39886" y="5314"/>
                    <a:pt x="38683" y="5486"/>
                  </a:cubicBezTo>
                  <a:cubicBezTo>
                    <a:pt x="33648" y="6171"/>
                    <a:pt x="28314" y="10283"/>
                    <a:pt x="28314" y="10283"/>
                  </a:cubicBezTo>
                  <a:lnTo>
                    <a:pt x="28344" y="10283"/>
                  </a:lnTo>
                  <a:cubicBezTo>
                    <a:pt x="27063" y="10849"/>
                    <a:pt x="25811" y="11445"/>
                    <a:pt x="24619" y="12130"/>
                  </a:cubicBezTo>
                  <a:cubicBezTo>
                    <a:pt x="26437" y="10730"/>
                    <a:pt x="28523" y="8823"/>
                    <a:pt x="29834" y="6707"/>
                  </a:cubicBezTo>
                  <a:cubicBezTo>
                    <a:pt x="32545" y="2178"/>
                    <a:pt x="32337" y="182"/>
                    <a:pt x="30907" y="3"/>
                  </a:cubicBezTo>
                  <a:cubicBezTo>
                    <a:pt x="30894" y="2"/>
                    <a:pt x="30881" y="1"/>
                    <a:pt x="30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rot="10800000" flipH="1">
              <a:off x="1759455" y="420903"/>
              <a:ext cx="113943" cy="94536"/>
            </a:xfrm>
            <a:custGeom>
              <a:avLst/>
              <a:gdLst/>
              <a:ahLst/>
              <a:cxnLst/>
              <a:rect l="l" t="t" r="r" b="b"/>
              <a:pathLst>
                <a:path w="3423" h="2840" extrusionOk="0">
                  <a:moveTo>
                    <a:pt x="1669" y="0"/>
                  </a:moveTo>
                  <a:cubicBezTo>
                    <a:pt x="1587" y="0"/>
                    <a:pt x="1505" y="8"/>
                    <a:pt x="1430" y="22"/>
                  </a:cubicBezTo>
                  <a:cubicBezTo>
                    <a:pt x="954" y="112"/>
                    <a:pt x="566" y="380"/>
                    <a:pt x="328" y="797"/>
                  </a:cubicBezTo>
                  <a:cubicBezTo>
                    <a:pt x="0" y="1482"/>
                    <a:pt x="268" y="2525"/>
                    <a:pt x="1043" y="2764"/>
                  </a:cubicBezTo>
                  <a:cubicBezTo>
                    <a:pt x="1201" y="2815"/>
                    <a:pt x="1386" y="2840"/>
                    <a:pt x="1581" y="2840"/>
                  </a:cubicBezTo>
                  <a:cubicBezTo>
                    <a:pt x="2413" y="2840"/>
                    <a:pt x="3423" y="2381"/>
                    <a:pt x="3278" y="1512"/>
                  </a:cubicBezTo>
                  <a:cubicBezTo>
                    <a:pt x="3218" y="1095"/>
                    <a:pt x="3069" y="738"/>
                    <a:pt x="2801" y="440"/>
                  </a:cubicBezTo>
                  <a:cubicBezTo>
                    <a:pt x="2563" y="201"/>
                    <a:pt x="2235" y="52"/>
                    <a:pt x="1907" y="22"/>
                  </a:cubicBezTo>
                  <a:cubicBezTo>
                    <a:pt x="1833" y="8"/>
                    <a:pt x="1751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rot="10800000" flipH="1">
              <a:off x="5815798" y="4743994"/>
              <a:ext cx="103225" cy="85382"/>
            </a:xfrm>
            <a:custGeom>
              <a:avLst/>
              <a:gdLst/>
              <a:ahLst/>
              <a:cxnLst/>
              <a:rect l="l" t="t" r="r" b="b"/>
              <a:pathLst>
                <a:path w="3101" h="2565" extrusionOk="0">
                  <a:moveTo>
                    <a:pt x="1531" y="1"/>
                  </a:moveTo>
                  <a:cubicBezTo>
                    <a:pt x="1460" y="1"/>
                    <a:pt x="1386" y="8"/>
                    <a:pt x="1311" y="23"/>
                  </a:cubicBezTo>
                  <a:cubicBezTo>
                    <a:pt x="894" y="83"/>
                    <a:pt x="507" y="351"/>
                    <a:pt x="298" y="738"/>
                  </a:cubicBezTo>
                  <a:cubicBezTo>
                    <a:pt x="0" y="1334"/>
                    <a:pt x="239" y="2287"/>
                    <a:pt x="954" y="2496"/>
                  </a:cubicBezTo>
                  <a:cubicBezTo>
                    <a:pt x="1096" y="2542"/>
                    <a:pt x="1264" y="2564"/>
                    <a:pt x="1441" y="2564"/>
                  </a:cubicBezTo>
                  <a:cubicBezTo>
                    <a:pt x="2188" y="2564"/>
                    <a:pt x="3100" y="2159"/>
                    <a:pt x="2980" y="1364"/>
                  </a:cubicBezTo>
                  <a:cubicBezTo>
                    <a:pt x="2950" y="1006"/>
                    <a:pt x="2801" y="649"/>
                    <a:pt x="2563" y="381"/>
                  </a:cubicBezTo>
                  <a:cubicBezTo>
                    <a:pt x="2324" y="172"/>
                    <a:pt x="2056" y="53"/>
                    <a:pt x="1728" y="23"/>
                  </a:cubicBezTo>
                  <a:cubicBezTo>
                    <a:pt x="1669" y="8"/>
                    <a:pt x="1602" y="1"/>
                    <a:pt x="15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53;p2"/>
          <p:cNvGrpSpPr/>
          <p:nvPr/>
        </p:nvGrpSpPr>
        <p:grpSpPr>
          <a:xfrm rot="2996445">
            <a:off x="2642858" y="-292541"/>
            <a:ext cx="740371" cy="757532"/>
            <a:chOff x="4391775" y="4244400"/>
            <a:chExt cx="715125" cy="731700"/>
          </a:xfrm>
        </p:grpSpPr>
        <p:sp>
          <p:nvSpPr>
            <p:cNvPr id="54" name="Google Shape;54;p2"/>
            <p:cNvSpPr/>
            <p:nvPr/>
          </p:nvSpPr>
          <p:spPr>
            <a:xfrm>
              <a:off x="4391775" y="4244400"/>
              <a:ext cx="715125" cy="731700"/>
            </a:xfrm>
            <a:custGeom>
              <a:avLst/>
              <a:gdLst/>
              <a:ahLst/>
              <a:cxnLst/>
              <a:rect l="l" t="t" r="r" b="b"/>
              <a:pathLst>
                <a:path w="28605" h="29268" extrusionOk="0">
                  <a:moveTo>
                    <a:pt x="15770" y="550"/>
                  </a:moveTo>
                  <a:cubicBezTo>
                    <a:pt x="16901" y="550"/>
                    <a:pt x="18030" y="688"/>
                    <a:pt x="19130" y="988"/>
                  </a:cubicBezTo>
                  <a:cubicBezTo>
                    <a:pt x="27056" y="3134"/>
                    <a:pt x="28605" y="12907"/>
                    <a:pt x="26758" y="19820"/>
                  </a:cubicBezTo>
                  <a:cubicBezTo>
                    <a:pt x="26311" y="21548"/>
                    <a:pt x="25625" y="23217"/>
                    <a:pt x="24731" y="24766"/>
                  </a:cubicBezTo>
                  <a:cubicBezTo>
                    <a:pt x="24106" y="25809"/>
                    <a:pt x="23331" y="26912"/>
                    <a:pt x="22288" y="27597"/>
                  </a:cubicBezTo>
                  <a:cubicBezTo>
                    <a:pt x="21692" y="27954"/>
                    <a:pt x="21007" y="28163"/>
                    <a:pt x="20292" y="28252"/>
                  </a:cubicBezTo>
                  <a:cubicBezTo>
                    <a:pt x="19308" y="28431"/>
                    <a:pt x="18355" y="28550"/>
                    <a:pt x="17372" y="28640"/>
                  </a:cubicBezTo>
                  <a:cubicBezTo>
                    <a:pt x="16627" y="28703"/>
                    <a:pt x="15862" y="28738"/>
                    <a:pt x="15089" y="28738"/>
                  </a:cubicBezTo>
                  <a:cubicBezTo>
                    <a:pt x="10415" y="28738"/>
                    <a:pt x="5434" y="27452"/>
                    <a:pt x="2801" y="23336"/>
                  </a:cubicBezTo>
                  <a:cubicBezTo>
                    <a:pt x="2364" y="22665"/>
                    <a:pt x="2012" y="21966"/>
                    <a:pt x="1746" y="21239"/>
                  </a:cubicBezTo>
                  <a:lnTo>
                    <a:pt x="1746" y="21239"/>
                  </a:lnTo>
                  <a:cubicBezTo>
                    <a:pt x="1307" y="19763"/>
                    <a:pt x="1072" y="18286"/>
                    <a:pt x="983" y="16751"/>
                  </a:cubicBezTo>
                  <a:cubicBezTo>
                    <a:pt x="745" y="13682"/>
                    <a:pt x="1103" y="10464"/>
                    <a:pt x="2622" y="7752"/>
                  </a:cubicBezTo>
                  <a:cubicBezTo>
                    <a:pt x="4231" y="4832"/>
                    <a:pt x="7151" y="2806"/>
                    <a:pt x="10191" y="1614"/>
                  </a:cubicBezTo>
                  <a:cubicBezTo>
                    <a:pt x="11966" y="942"/>
                    <a:pt x="13870" y="550"/>
                    <a:pt x="15770" y="550"/>
                  </a:cubicBezTo>
                  <a:close/>
                  <a:moveTo>
                    <a:pt x="15687" y="0"/>
                  </a:moveTo>
                  <a:cubicBezTo>
                    <a:pt x="14592" y="0"/>
                    <a:pt x="13493" y="128"/>
                    <a:pt x="12425" y="363"/>
                  </a:cubicBezTo>
                  <a:cubicBezTo>
                    <a:pt x="9267" y="1078"/>
                    <a:pt x="6049" y="2746"/>
                    <a:pt x="3874" y="5190"/>
                  </a:cubicBezTo>
                  <a:cubicBezTo>
                    <a:pt x="119" y="9391"/>
                    <a:pt x="0" y="15827"/>
                    <a:pt x="1401" y="20982"/>
                  </a:cubicBezTo>
                  <a:cubicBezTo>
                    <a:pt x="1430" y="21101"/>
                    <a:pt x="1460" y="21220"/>
                    <a:pt x="1490" y="21340"/>
                  </a:cubicBezTo>
                  <a:cubicBezTo>
                    <a:pt x="1505" y="21394"/>
                    <a:pt x="1525" y="21439"/>
                    <a:pt x="1548" y="21472"/>
                  </a:cubicBezTo>
                  <a:lnTo>
                    <a:pt x="1548" y="21472"/>
                  </a:lnTo>
                  <a:cubicBezTo>
                    <a:pt x="2629" y="24299"/>
                    <a:pt x="4762" y="26594"/>
                    <a:pt x="7509" y="27805"/>
                  </a:cubicBezTo>
                  <a:cubicBezTo>
                    <a:pt x="9968" y="28920"/>
                    <a:pt x="12700" y="29267"/>
                    <a:pt x="15365" y="29267"/>
                  </a:cubicBezTo>
                  <a:cubicBezTo>
                    <a:pt x="15478" y="29267"/>
                    <a:pt x="15591" y="29267"/>
                    <a:pt x="15703" y="29265"/>
                  </a:cubicBezTo>
                  <a:cubicBezTo>
                    <a:pt x="17699" y="29265"/>
                    <a:pt x="19696" y="28997"/>
                    <a:pt x="21603" y="28521"/>
                  </a:cubicBezTo>
                  <a:cubicBezTo>
                    <a:pt x="22586" y="28252"/>
                    <a:pt x="23361" y="27478"/>
                    <a:pt x="23957" y="26703"/>
                  </a:cubicBezTo>
                  <a:cubicBezTo>
                    <a:pt x="24970" y="25392"/>
                    <a:pt x="25774" y="23932"/>
                    <a:pt x="26340" y="22353"/>
                  </a:cubicBezTo>
                  <a:cubicBezTo>
                    <a:pt x="27920" y="18270"/>
                    <a:pt x="28218" y="13771"/>
                    <a:pt x="27145" y="9510"/>
                  </a:cubicBezTo>
                  <a:cubicBezTo>
                    <a:pt x="26281" y="6143"/>
                    <a:pt x="24463" y="3015"/>
                    <a:pt x="21335" y="1346"/>
                  </a:cubicBezTo>
                  <a:cubicBezTo>
                    <a:pt x="19595" y="409"/>
                    <a:pt x="17647" y="0"/>
                    <a:pt x="15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434225" y="4314550"/>
              <a:ext cx="592225" cy="558725"/>
            </a:xfrm>
            <a:custGeom>
              <a:avLst/>
              <a:gdLst/>
              <a:ahLst/>
              <a:cxnLst/>
              <a:rect l="l" t="t" r="r" b="b"/>
              <a:pathLst>
                <a:path w="23689" h="22349" extrusionOk="0">
                  <a:moveTo>
                    <a:pt x="12524" y="547"/>
                  </a:moveTo>
                  <a:cubicBezTo>
                    <a:pt x="12794" y="547"/>
                    <a:pt x="13064" y="585"/>
                    <a:pt x="13320" y="656"/>
                  </a:cubicBezTo>
                  <a:cubicBezTo>
                    <a:pt x="13916" y="864"/>
                    <a:pt x="14512" y="1073"/>
                    <a:pt x="15108" y="1341"/>
                  </a:cubicBezTo>
                  <a:cubicBezTo>
                    <a:pt x="18773" y="2980"/>
                    <a:pt x="22914" y="6019"/>
                    <a:pt x="23093" y="10429"/>
                  </a:cubicBezTo>
                  <a:cubicBezTo>
                    <a:pt x="23122" y="11027"/>
                    <a:pt x="23068" y="11653"/>
                    <a:pt x="22959" y="12253"/>
                  </a:cubicBezTo>
                  <a:lnTo>
                    <a:pt x="22959" y="12253"/>
                  </a:lnTo>
                  <a:cubicBezTo>
                    <a:pt x="22942" y="12268"/>
                    <a:pt x="22927" y="12294"/>
                    <a:pt x="22914" y="12336"/>
                  </a:cubicBezTo>
                  <a:cubicBezTo>
                    <a:pt x="22646" y="13349"/>
                    <a:pt x="22259" y="14302"/>
                    <a:pt x="21782" y="15226"/>
                  </a:cubicBezTo>
                  <a:cubicBezTo>
                    <a:pt x="20888" y="17193"/>
                    <a:pt x="19517" y="18861"/>
                    <a:pt x="17789" y="20172"/>
                  </a:cubicBezTo>
                  <a:cubicBezTo>
                    <a:pt x="16182" y="21320"/>
                    <a:pt x="14240" y="21778"/>
                    <a:pt x="12274" y="21778"/>
                  </a:cubicBezTo>
                  <a:cubicBezTo>
                    <a:pt x="11688" y="21778"/>
                    <a:pt x="11100" y="21737"/>
                    <a:pt x="10519" y="21662"/>
                  </a:cubicBezTo>
                  <a:cubicBezTo>
                    <a:pt x="8016" y="21305"/>
                    <a:pt x="5602" y="20262"/>
                    <a:pt x="3934" y="18385"/>
                  </a:cubicBezTo>
                  <a:cubicBezTo>
                    <a:pt x="1" y="14004"/>
                    <a:pt x="2861" y="7449"/>
                    <a:pt x="6526" y="3874"/>
                  </a:cubicBezTo>
                  <a:cubicBezTo>
                    <a:pt x="7956" y="2503"/>
                    <a:pt x="9714" y="1192"/>
                    <a:pt x="11651" y="685"/>
                  </a:cubicBezTo>
                  <a:cubicBezTo>
                    <a:pt x="11931" y="592"/>
                    <a:pt x="12228" y="547"/>
                    <a:pt x="12524" y="547"/>
                  </a:cubicBezTo>
                  <a:close/>
                  <a:moveTo>
                    <a:pt x="12634" y="0"/>
                  </a:moveTo>
                  <a:cubicBezTo>
                    <a:pt x="11889" y="0"/>
                    <a:pt x="11145" y="179"/>
                    <a:pt x="10459" y="536"/>
                  </a:cubicBezTo>
                  <a:cubicBezTo>
                    <a:pt x="9506" y="954"/>
                    <a:pt x="8612" y="1490"/>
                    <a:pt x="7778" y="2145"/>
                  </a:cubicBezTo>
                  <a:cubicBezTo>
                    <a:pt x="5573" y="3814"/>
                    <a:pt x="3844" y="6019"/>
                    <a:pt x="2772" y="8552"/>
                  </a:cubicBezTo>
                  <a:cubicBezTo>
                    <a:pt x="1699" y="11144"/>
                    <a:pt x="1282" y="14124"/>
                    <a:pt x="2474" y="16776"/>
                  </a:cubicBezTo>
                  <a:cubicBezTo>
                    <a:pt x="3546" y="19070"/>
                    <a:pt x="5662" y="20709"/>
                    <a:pt x="8016" y="21543"/>
                  </a:cubicBezTo>
                  <a:cubicBezTo>
                    <a:pt x="9374" y="22056"/>
                    <a:pt x="10907" y="22349"/>
                    <a:pt x="12430" y="22349"/>
                  </a:cubicBezTo>
                  <a:cubicBezTo>
                    <a:pt x="13648" y="22349"/>
                    <a:pt x="14860" y="22162"/>
                    <a:pt x="15972" y="21752"/>
                  </a:cubicBezTo>
                  <a:cubicBezTo>
                    <a:pt x="19696" y="20381"/>
                    <a:pt x="22080" y="16567"/>
                    <a:pt x="23153" y="12932"/>
                  </a:cubicBezTo>
                  <a:cubicBezTo>
                    <a:pt x="23182" y="12842"/>
                    <a:pt x="23212" y="12753"/>
                    <a:pt x="23212" y="12664"/>
                  </a:cubicBezTo>
                  <a:cubicBezTo>
                    <a:pt x="23689" y="10280"/>
                    <a:pt x="23123" y="7807"/>
                    <a:pt x="21693" y="5840"/>
                  </a:cubicBezTo>
                  <a:cubicBezTo>
                    <a:pt x="20352" y="4082"/>
                    <a:pt x="18624" y="2622"/>
                    <a:pt x="16627" y="1609"/>
                  </a:cubicBezTo>
                  <a:cubicBezTo>
                    <a:pt x="15852" y="1162"/>
                    <a:pt x="15048" y="805"/>
                    <a:pt x="14214" y="477"/>
                  </a:cubicBezTo>
                  <a:cubicBezTo>
                    <a:pt x="13737" y="238"/>
                    <a:pt x="13201" y="89"/>
                    <a:pt x="126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566075" y="4418825"/>
              <a:ext cx="377700" cy="387475"/>
            </a:xfrm>
            <a:custGeom>
              <a:avLst/>
              <a:gdLst/>
              <a:ahLst/>
              <a:cxnLst/>
              <a:rect l="l" t="t" r="r" b="b"/>
              <a:pathLst>
                <a:path w="15108" h="15499" extrusionOk="0">
                  <a:moveTo>
                    <a:pt x="7661" y="581"/>
                  </a:moveTo>
                  <a:cubicBezTo>
                    <a:pt x="9320" y="581"/>
                    <a:pt x="10910" y="1118"/>
                    <a:pt x="12128" y="2533"/>
                  </a:cubicBezTo>
                  <a:cubicBezTo>
                    <a:pt x="12575" y="3219"/>
                    <a:pt x="12992" y="3934"/>
                    <a:pt x="13290" y="4708"/>
                  </a:cubicBezTo>
                  <a:cubicBezTo>
                    <a:pt x="13945" y="6258"/>
                    <a:pt x="14273" y="8016"/>
                    <a:pt x="13767" y="9655"/>
                  </a:cubicBezTo>
                  <a:cubicBezTo>
                    <a:pt x="12900" y="12505"/>
                    <a:pt x="9807" y="14962"/>
                    <a:pt x="6796" y="14962"/>
                  </a:cubicBezTo>
                  <a:cubicBezTo>
                    <a:pt x="6596" y="14962"/>
                    <a:pt x="6397" y="14951"/>
                    <a:pt x="6198" y="14929"/>
                  </a:cubicBezTo>
                  <a:cubicBezTo>
                    <a:pt x="2414" y="14512"/>
                    <a:pt x="448" y="10251"/>
                    <a:pt x="328" y="6884"/>
                  </a:cubicBezTo>
                  <a:cubicBezTo>
                    <a:pt x="269" y="5662"/>
                    <a:pt x="388" y="4262"/>
                    <a:pt x="984" y="3189"/>
                  </a:cubicBezTo>
                  <a:cubicBezTo>
                    <a:pt x="1371" y="2474"/>
                    <a:pt x="2265" y="2116"/>
                    <a:pt x="2980" y="1759"/>
                  </a:cubicBezTo>
                  <a:cubicBezTo>
                    <a:pt x="4423" y="1073"/>
                    <a:pt x="6073" y="581"/>
                    <a:pt x="7661" y="581"/>
                  </a:cubicBezTo>
                  <a:close/>
                  <a:moveTo>
                    <a:pt x="7748" y="1"/>
                  </a:moveTo>
                  <a:cubicBezTo>
                    <a:pt x="6198" y="30"/>
                    <a:pt x="4708" y="358"/>
                    <a:pt x="3338" y="1014"/>
                  </a:cubicBezTo>
                  <a:cubicBezTo>
                    <a:pt x="2802" y="1222"/>
                    <a:pt x="2295" y="1490"/>
                    <a:pt x="1788" y="1788"/>
                  </a:cubicBezTo>
                  <a:cubicBezTo>
                    <a:pt x="1461" y="1937"/>
                    <a:pt x="1163" y="2176"/>
                    <a:pt x="924" y="2474"/>
                  </a:cubicBezTo>
                  <a:cubicBezTo>
                    <a:pt x="179" y="3457"/>
                    <a:pt x="60" y="4917"/>
                    <a:pt x="30" y="6079"/>
                  </a:cubicBezTo>
                  <a:cubicBezTo>
                    <a:pt x="1" y="7956"/>
                    <a:pt x="418" y="9774"/>
                    <a:pt x="1252" y="11442"/>
                  </a:cubicBezTo>
                  <a:cubicBezTo>
                    <a:pt x="2116" y="13111"/>
                    <a:pt x="3397" y="14631"/>
                    <a:pt x="5215" y="15227"/>
                  </a:cubicBezTo>
                  <a:cubicBezTo>
                    <a:pt x="5779" y="15413"/>
                    <a:pt x="6351" y="15499"/>
                    <a:pt x="6921" y="15499"/>
                  </a:cubicBezTo>
                  <a:cubicBezTo>
                    <a:pt x="9727" y="15499"/>
                    <a:pt x="12464" y="13417"/>
                    <a:pt x="13677" y="10966"/>
                  </a:cubicBezTo>
                  <a:cubicBezTo>
                    <a:pt x="15107" y="8135"/>
                    <a:pt x="14005" y="4531"/>
                    <a:pt x="12218" y="2117"/>
                  </a:cubicBezTo>
                  <a:lnTo>
                    <a:pt x="12218" y="2117"/>
                  </a:lnTo>
                  <a:cubicBezTo>
                    <a:pt x="12218" y="2117"/>
                    <a:pt x="12218" y="2117"/>
                    <a:pt x="12217" y="2116"/>
                  </a:cubicBezTo>
                  <a:lnTo>
                    <a:pt x="12217" y="2116"/>
                  </a:lnTo>
                  <a:cubicBezTo>
                    <a:pt x="12217" y="2116"/>
                    <a:pt x="12217" y="2116"/>
                    <a:pt x="12217" y="2116"/>
                  </a:cubicBezTo>
                  <a:cubicBezTo>
                    <a:pt x="12208" y="2104"/>
                    <a:pt x="12199" y="2094"/>
                    <a:pt x="12191" y="2085"/>
                  </a:cubicBezTo>
                  <a:lnTo>
                    <a:pt x="12191" y="2085"/>
                  </a:lnTo>
                  <a:cubicBezTo>
                    <a:pt x="11060" y="764"/>
                    <a:pt x="9433" y="30"/>
                    <a:pt x="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3"/>
          <p:cNvGrpSpPr/>
          <p:nvPr/>
        </p:nvGrpSpPr>
        <p:grpSpPr>
          <a:xfrm>
            <a:off x="-1378481" y="-1318378"/>
            <a:ext cx="11593785" cy="7236347"/>
            <a:chOff x="-1378481" y="-1318378"/>
            <a:chExt cx="11593785" cy="7236347"/>
          </a:xfrm>
        </p:grpSpPr>
        <p:sp>
          <p:nvSpPr>
            <p:cNvPr id="59" name="Google Shape;59;p3"/>
            <p:cNvSpPr/>
            <p:nvPr/>
          </p:nvSpPr>
          <p:spPr>
            <a:xfrm rot="10374580">
              <a:off x="7040319" y="-42390"/>
              <a:ext cx="1508194" cy="1268221"/>
            </a:xfrm>
            <a:custGeom>
              <a:avLst/>
              <a:gdLst/>
              <a:ahLst/>
              <a:cxnLst/>
              <a:rect l="l" t="t" r="r" b="b"/>
              <a:pathLst>
                <a:path w="45295" h="38088" extrusionOk="0">
                  <a:moveTo>
                    <a:pt x="30867" y="1"/>
                  </a:moveTo>
                  <a:cubicBezTo>
                    <a:pt x="29369" y="1"/>
                    <a:pt x="23435" y="9789"/>
                    <a:pt x="20895" y="14514"/>
                  </a:cubicBezTo>
                  <a:cubicBezTo>
                    <a:pt x="20627" y="14693"/>
                    <a:pt x="20359" y="14901"/>
                    <a:pt x="20090" y="15110"/>
                  </a:cubicBezTo>
                  <a:lnTo>
                    <a:pt x="20031" y="15110"/>
                  </a:lnTo>
                  <a:cubicBezTo>
                    <a:pt x="18362" y="16361"/>
                    <a:pt x="16723" y="17702"/>
                    <a:pt x="15204" y="19133"/>
                  </a:cubicBezTo>
                  <a:cubicBezTo>
                    <a:pt x="14280" y="19967"/>
                    <a:pt x="13416" y="20831"/>
                    <a:pt x="12552" y="21695"/>
                  </a:cubicBezTo>
                  <a:cubicBezTo>
                    <a:pt x="14280" y="19430"/>
                    <a:pt x="16217" y="16361"/>
                    <a:pt x="17051" y="13292"/>
                  </a:cubicBezTo>
                  <a:cubicBezTo>
                    <a:pt x="18574" y="7539"/>
                    <a:pt x="17828" y="5256"/>
                    <a:pt x="16329" y="5256"/>
                  </a:cubicBezTo>
                  <a:cubicBezTo>
                    <a:pt x="16244" y="5256"/>
                    <a:pt x="16157" y="5263"/>
                    <a:pt x="16068" y="5277"/>
                  </a:cubicBezTo>
                  <a:cubicBezTo>
                    <a:pt x="14399" y="5515"/>
                    <a:pt x="10883" y="18566"/>
                    <a:pt x="9542" y="24913"/>
                  </a:cubicBezTo>
                  <a:cubicBezTo>
                    <a:pt x="7486" y="27237"/>
                    <a:pt x="5550" y="29651"/>
                    <a:pt x="3762" y="32154"/>
                  </a:cubicBezTo>
                  <a:cubicBezTo>
                    <a:pt x="5281" y="29263"/>
                    <a:pt x="6980" y="25330"/>
                    <a:pt x="7308" y="21576"/>
                  </a:cubicBezTo>
                  <a:cubicBezTo>
                    <a:pt x="7898" y="15138"/>
                    <a:pt x="6773" y="12636"/>
                    <a:pt x="5239" y="12636"/>
                  </a:cubicBezTo>
                  <a:cubicBezTo>
                    <a:pt x="5069" y="12636"/>
                    <a:pt x="4894" y="12667"/>
                    <a:pt x="4715" y="12726"/>
                  </a:cubicBezTo>
                  <a:cubicBezTo>
                    <a:pt x="2898" y="13322"/>
                    <a:pt x="1467" y="28518"/>
                    <a:pt x="1169" y="35997"/>
                  </a:cubicBezTo>
                  <a:cubicBezTo>
                    <a:pt x="782" y="36534"/>
                    <a:pt x="454" y="37100"/>
                    <a:pt x="127" y="37666"/>
                  </a:cubicBezTo>
                  <a:cubicBezTo>
                    <a:pt x="0" y="37877"/>
                    <a:pt x="187" y="38087"/>
                    <a:pt x="359" y="38087"/>
                  </a:cubicBezTo>
                  <a:cubicBezTo>
                    <a:pt x="431" y="38087"/>
                    <a:pt x="500" y="38051"/>
                    <a:pt x="544" y="37964"/>
                  </a:cubicBezTo>
                  <a:cubicBezTo>
                    <a:pt x="633" y="37815"/>
                    <a:pt x="723" y="37666"/>
                    <a:pt x="812" y="37517"/>
                  </a:cubicBezTo>
                  <a:cubicBezTo>
                    <a:pt x="8112" y="36176"/>
                    <a:pt x="23279" y="32452"/>
                    <a:pt x="23606" y="30604"/>
                  </a:cubicBezTo>
                  <a:cubicBezTo>
                    <a:pt x="23821" y="29393"/>
                    <a:pt x="22819" y="28489"/>
                    <a:pt x="20130" y="28489"/>
                  </a:cubicBezTo>
                  <a:cubicBezTo>
                    <a:pt x="18717" y="28489"/>
                    <a:pt x="16840" y="28738"/>
                    <a:pt x="14429" y="29323"/>
                  </a:cubicBezTo>
                  <a:cubicBezTo>
                    <a:pt x="8768" y="30664"/>
                    <a:pt x="3136" y="35193"/>
                    <a:pt x="1169" y="36921"/>
                  </a:cubicBezTo>
                  <a:cubicBezTo>
                    <a:pt x="2927" y="34090"/>
                    <a:pt x="4894" y="31379"/>
                    <a:pt x="6980" y="28787"/>
                  </a:cubicBezTo>
                  <a:cubicBezTo>
                    <a:pt x="7725" y="27863"/>
                    <a:pt x="8470" y="26969"/>
                    <a:pt x="9215" y="26105"/>
                  </a:cubicBezTo>
                  <a:cubicBezTo>
                    <a:pt x="15859" y="25986"/>
                    <a:pt x="29327" y="25002"/>
                    <a:pt x="29864" y="23453"/>
                  </a:cubicBezTo>
                  <a:cubicBezTo>
                    <a:pt x="30333" y="22124"/>
                    <a:pt x="28888" y="20933"/>
                    <a:pt x="24277" y="20933"/>
                  </a:cubicBezTo>
                  <a:cubicBezTo>
                    <a:pt x="23614" y="20933"/>
                    <a:pt x="22885" y="20957"/>
                    <a:pt x="22087" y="21010"/>
                  </a:cubicBezTo>
                  <a:cubicBezTo>
                    <a:pt x="17260" y="21337"/>
                    <a:pt x="12045" y="24109"/>
                    <a:pt x="9811" y="25420"/>
                  </a:cubicBezTo>
                  <a:cubicBezTo>
                    <a:pt x="13029" y="21665"/>
                    <a:pt x="16664" y="18268"/>
                    <a:pt x="20686" y="15319"/>
                  </a:cubicBezTo>
                  <a:cubicBezTo>
                    <a:pt x="25204" y="16460"/>
                    <a:pt x="33304" y="18136"/>
                    <a:pt x="36565" y="18136"/>
                  </a:cubicBezTo>
                  <a:cubicBezTo>
                    <a:pt x="37305" y="18136"/>
                    <a:pt x="37795" y="18050"/>
                    <a:pt x="37939" y="17851"/>
                  </a:cubicBezTo>
                  <a:cubicBezTo>
                    <a:pt x="38773" y="16689"/>
                    <a:pt x="37432" y="15199"/>
                    <a:pt x="32158" y="14067"/>
                  </a:cubicBezTo>
                  <a:cubicBezTo>
                    <a:pt x="31092" y="13847"/>
                    <a:pt x="29960" y="13759"/>
                    <a:pt x="28834" y="13759"/>
                  </a:cubicBezTo>
                  <a:cubicBezTo>
                    <a:pt x="25994" y="13759"/>
                    <a:pt x="23185" y="14317"/>
                    <a:pt x="21521" y="14723"/>
                  </a:cubicBezTo>
                  <a:cubicBezTo>
                    <a:pt x="22266" y="14216"/>
                    <a:pt x="23010" y="13710"/>
                    <a:pt x="23755" y="13263"/>
                  </a:cubicBezTo>
                  <a:cubicBezTo>
                    <a:pt x="25811" y="11981"/>
                    <a:pt x="27986" y="10938"/>
                    <a:pt x="30251" y="10104"/>
                  </a:cubicBezTo>
                  <a:cubicBezTo>
                    <a:pt x="35823" y="9508"/>
                    <a:pt x="44702" y="8138"/>
                    <a:pt x="45000" y="7005"/>
                  </a:cubicBezTo>
                  <a:cubicBezTo>
                    <a:pt x="45295" y="6009"/>
                    <a:pt x="44385" y="5237"/>
                    <a:pt x="41735" y="5237"/>
                  </a:cubicBezTo>
                  <a:cubicBezTo>
                    <a:pt x="40898" y="5237"/>
                    <a:pt x="39886" y="5314"/>
                    <a:pt x="38683" y="5486"/>
                  </a:cubicBezTo>
                  <a:cubicBezTo>
                    <a:pt x="33648" y="6171"/>
                    <a:pt x="28314" y="10283"/>
                    <a:pt x="28314" y="10283"/>
                  </a:cubicBezTo>
                  <a:lnTo>
                    <a:pt x="28344" y="10283"/>
                  </a:lnTo>
                  <a:cubicBezTo>
                    <a:pt x="27063" y="10849"/>
                    <a:pt x="25811" y="11445"/>
                    <a:pt x="24619" y="12130"/>
                  </a:cubicBezTo>
                  <a:cubicBezTo>
                    <a:pt x="26437" y="10730"/>
                    <a:pt x="28523" y="8823"/>
                    <a:pt x="29834" y="6707"/>
                  </a:cubicBezTo>
                  <a:cubicBezTo>
                    <a:pt x="32545" y="2178"/>
                    <a:pt x="32337" y="182"/>
                    <a:pt x="30907" y="3"/>
                  </a:cubicBezTo>
                  <a:cubicBezTo>
                    <a:pt x="30894" y="2"/>
                    <a:pt x="30881" y="1"/>
                    <a:pt x="30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 rot="-212551">
              <a:off x="-224108" y="2806896"/>
              <a:ext cx="1508261" cy="1268278"/>
            </a:xfrm>
            <a:custGeom>
              <a:avLst/>
              <a:gdLst/>
              <a:ahLst/>
              <a:cxnLst/>
              <a:rect l="l" t="t" r="r" b="b"/>
              <a:pathLst>
                <a:path w="45295" h="38088" extrusionOk="0">
                  <a:moveTo>
                    <a:pt x="30867" y="1"/>
                  </a:moveTo>
                  <a:cubicBezTo>
                    <a:pt x="29369" y="1"/>
                    <a:pt x="23435" y="9789"/>
                    <a:pt x="20895" y="14514"/>
                  </a:cubicBezTo>
                  <a:cubicBezTo>
                    <a:pt x="20627" y="14693"/>
                    <a:pt x="20359" y="14901"/>
                    <a:pt x="20090" y="15110"/>
                  </a:cubicBezTo>
                  <a:lnTo>
                    <a:pt x="20031" y="15110"/>
                  </a:lnTo>
                  <a:cubicBezTo>
                    <a:pt x="18362" y="16361"/>
                    <a:pt x="16723" y="17702"/>
                    <a:pt x="15204" y="19133"/>
                  </a:cubicBezTo>
                  <a:cubicBezTo>
                    <a:pt x="14280" y="19967"/>
                    <a:pt x="13416" y="20831"/>
                    <a:pt x="12552" y="21695"/>
                  </a:cubicBezTo>
                  <a:cubicBezTo>
                    <a:pt x="14280" y="19430"/>
                    <a:pt x="16217" y="16361"/>
                    <a:pt x="17051" y="13292"/>
                  </a:cubicBezTo>
                  <a:cubicBezTo>
                    <a:pt x="18574" y="7539"/>
                    <a:pt x="17828" y="5256"/>
                    <a:pt x="16329" y="5256"/>
                  </a:cubicBezTo>
                  <a:cubicBezTo>
                    <a:pt x="16244" y="5256"/>
                    <a:pt x="16157" y="5263"/>
                    <a:pt x="16068" y="5277"/>
                  </a:cubicBezTo>
                  <a:cubicBezTo>
                    <a:pt x="14399" y="5515"/>
                    <a:pt x="10883" y="18566"/>
                    <a:pt x="9542" y="24913"/>
                  </a:cubicBezTo>
                  <a:cubicBezTo>
                    <a:pt x="7486" y="27237"/>
                    <a:pt x="5550" y="29651"/>
                    <a:pt x="3762" y="32154"/>
                  </a:cubicBezTo>
                  <a:cubicBezTo>
                    <a:pt x="5281" y="29263"/>
                    <a:pt x="6980" y="25330"/>
                    <a:pt x="7308" y="21576"/>
                  </a:cubicBezTo>
                  <a:cubicBezTo>
                    <a:pt x="7898" y="15138"/>
                    <a:pt x="6773" y="12636"/>
                    <a:pt x="5239" y="12636"/>
                  </a:cubicBezTo>
                  <a:cubicBezTo>
                    <a:pt x="5069" y="12636"/>
                    <a:pt x="4894" y="12667"/>
                    <a:pt x="4715" y="12726"/>
                  </a:cubicBezTo>
                  <a:cubicBezTo>
                    <a:pt x="2898" y="13322"/>
                    <a:pt x="1467" y="28518"/>
                    <a:pt x="1169" y="35997"/>
                  </a:cubicBezTo>
                  <a:cubicBezTo>
                    <a:pt x="782" y="36534"/>
                    <a:pt x="454" y="37100"/>
                    <a:pt x="127" y="37666"/>
                  </a:cubicBezTo>
                  <a:cubicBezTo>
                    <a:pt x="0" y="37877"/>
                    <a:pt x="187" y="38087"/>
                    <a:pt x="359" y="38087"/>
                  </a:cubicBezTo>
                  <a:cubicBezTo>
                    <a:pt x="431" y="38087"/>
                    <a:pt x="500" y="38051"/>
                    <a:pt x="544" y="37964"/>
                  </a:cubicBezTo>
                  <a:cubicBezTo>
                    <a:pt x="633" y="37815"/>
                    <a:pt x="723" y="37666"/>
                    <a:pt x="812" y="37517"/>
                  </a:cubicBezTo>
                  <a:cubicBezTo>
                    <a:pt x="8112" y="36176"/>
                    <a:pt x="23279" y="32452"/>
                    <a:pt x="23606" y="30604"/>
                  </a:cubicBezTo>
                  <a:cubicBezTo>
                    <a:pt x="23821" y="29393"/>
                    <a:pt x="22819" y="28489"/>
                    <a:pt x="20130" y="28489"/>
                  </a:cubicBezTo>
                  <a:cubicBezTo>
                    <a:pt x="18717" y="28489"/>
                    <a:pt x="16840" y="28738"/>
                    <a:pt x="14429" y="29323"/>
                  </a:cubicBezTo>
                  <a:cubicBezTo>
                    <a:pt x="8768" y="30664"/>
                    <a:pt x="3136" y="35193"/>
                    <a:pt x="1169" y="36921"/>
                  </a:cubicBezTo>
                  <a:cubicBezTo>
                    <a:pt x="2927" y="34090"/>
                    <a:pt x="4894" y="31379"/>
                    <a:pt x="6980" y="28787"/>
                  </a:cubicBezTo>
                  <a:cubicBezTo>
                    <a:pt x="7725" y="27863"/>
                    <a:pt x="8470" y="26969"/>
                    <a:pt x="9215" y="26105"/>
                  </a:cubicBezTo>
                  <a:cubicBezTo>
                    <a:pt x="15859" y="25986"/>
                    <a:pt x="29327" y="25002"/>
                    <a:pt x="29864" y="23453"/>
                  </a:cubicBezTo>
                  <a:cubicBezTo>
                    <a:pt x="30333" y="22124"/>
                    <a:pt x="28888" y="20933"/>
                    <a:pt x="24277" y="20933"/>
                  </a:cubicBezTo>
                  <a:cubicBezTo>
                    <a:pt x="23614" y="20933"/>
                    <a:pt x="22885" y="20957"/>
                    <a:pt x="22087" y="21010"/>
                  </a:cubicBezTo>
                  <a:cubicBezTo>
                    <a:pt x="17260" y="21337"/>
                    <a:pt x="12045" y="24109"/>
                    <a:pt x="9811" y="25420"/>
                  </a:cubicBezTo>
                  <a:cubicBezTo>
                    <a:pt x="13029" y="21665"/>
                    <a:pt x="16664" y="18268"/>
                    <a:pt x="20686" y="15319"/>
                  </a:cubicBezTo>
                  <a:cubicBezTo>
                    <a:pt x="25204" y="16460"/>
                    <a:pt x="33304" y="18136"/>
                    <a:pt x="36565" y="18136"/>
                  </a:cubicBezTo>
                  <a:cubicBezTo>
                    <a:pt x="37305" y="18136"/>
                    <a:pt x="37795" y="18050"/>
                    <a:pt x="37939" y="17851"/>
                  </a:cubicBezTo>
                  <a:cubicBezTo>
                    <a:pt x="38773" y="16689"/>
                    <a:pt x="37432" y="15199"/>
                    <a:pt x="32158" y="14067"/>
                  </a:cubicBezTo>
                  <a:cubicBezTo>
                    <a:pt x="31092" y="13847"/>
                    <a:pt x="29960" y="13759"/>
                    <a:pt x="28834" y="13759"/>
                  </a:cubicBezTo>
                  <a:cubicBezTo>
                    <a:pt x="25994" y="13759"/>
                    <a:pt x="23185" y="14317"/>
                    <a:pt x="21521" y="14723"/>
                  </a:cubicBezTo>
                  <a:cubicBezTo>
                    <a:pt x="22266" y="14216"/>
                    <a:pt x="23010" y="13710"/>
                    <a:pt x="23755" y="13263"/>
                  </a:cubicBezTo>
                  <a:cubicBezTo>
                    <a:pt x="25811" y="11981"/>
                    <a:pt x="27986" y="10938"/>
                    <a:pt x="30251" y="10104"/>
                  </a:cubicBezTo>
                  <a:cubicBezTo>
                    <a:pt x="35823" y="9508"/>
                    <a:pt x="44702" y="8138"/>
                    <a:pt x="45000" y="7005"/>
                  </a:cubicBezTo>
                  <a:cubicBezTo>
                    <a:pt x="45295" y="6009"/>
                    <a:pt x="44385" y="5237"/>
                    <a:pt x="41735" y="5237"/>
                  </a:cubicBezTo>
                  <a:cubicBezTo>
                    <a:pt x="40898" y="5237"/>
                    <a:pt x="39886" y="5314"/>
                    <a:pt x="38683" y="5486"/>
                  </a:cubicBezTo>
                  <a:cubicBezTo>
                    <a:pt x="33648" y="6171"/>
                    <a:pt x="28314" y="10283"/>
                    <a:pt x="28314" y="10283"/>
                  </a:cubicBezTo>
                  <a:lnTo>
                    <a:pt x="28344" y="10283"/>
                  </a:lnTo>
                  <a:cubicBezTo>
                    <a:pt x="27063" y="10849"/>
                    <a:pt x="25811" y="11445"/>
                    <a:pt x="24619" y="12130"/>
                  </a:cubicBezTo>
                  <a:cubicBezTo>
                    <a:pt x="26437" y="10730"/>
                    <a:pt x="28523" y="8823"/>
                    <a:pt x="29834" y="6707"/>
                  </a:cubicBezTo>
                  <a:cubicBezTo>
                    <a:pt x="32545" y="2178"/>
                    <a:pt x="32337" y="182"/>
                    <a:pt x="30907" y="3"/>
                  </a:cubicBezTo>
                  <a:cubicBezTo>
                    <a:pt x="30894" y="2"/>
                    <a:pt x="30881" y="1"/>
                    <a:pt x="30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 flipH="1">
              <a:off x="896094" y="2177774"/>
              <a:ext cx="81355" cy="69471"/>
            </a:xfrm>
            <a:custGeom>
              <a:avLst/>
              <a:gdLst/>
              <a:ahLst/>
              <a:cxnLst/>
              <a:rect l="l" t="t" r="r" b="b"/>
              <a:pathLst>
                <a:path w="2444" h="2087" extrusionOk="0">
                  <a:moveTo>
                    <a:pt x="936" y="0"/>
                  </a:moveTo>
                  <a:cubicBezTo>
                    <a:pt x="562" y="0"/>
                    <a:pt x="220" y="138"/>
                    <a:pt x="120" y="496"/>
                  </a:cubicBezTo>
                  <a:cubicBezTo>
                    <a:pt x="1" y="764"/>
                    <a:pt x="1" y="1062"/>
                    <a:pt x="90" y="1331"/>
                  </a:cubicBezTo>
                  <a:cubicBezTo>
                    <a:pt x="150" y="1569"/>
                    <a:pt x="328" y="1778"/>
                    <a:pt x="537" y="1897"/>
                  </a:cubicBezTo>
                  <a:cubicBezTo>
                    <a:pt x="656" y="1956"/>
                    <a:pt x="746" y="2016"/>
                    <a:pt x="865" y="2046"/>
                  </a:cubicBezTo>
                  <a:cubicBezTo>
                    <a:pt x="966" y="2073"/>
                    <a:pt x="1071" y="2087"/>
                    <a:pt x="1175" y="2087"/>
                  </a:cubicBezTo>
                  <a:cubicBezTo>
                    <a:pt x="1408" y="2087"/>
                    <a:pt x="1642" y="2020"/>
                    <a:pt x="1848" y="1897"/>
                  </a:cubicBezTo>
                  <a:cubicBezTo>
                    <a:pt x="2265" y="1539"/>
                    <a:pt x="2444" y="764"/>
                    <a:pt x="1997" y="377"/>
                  </a:cubicBezTo>
                  <a:cubicBezTo>
                    <a:pt x="1781" y="161"/>
                    <a:pt x="1339" y="0"/>
                    <a:pt x="9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 flipH="1">
              <a:off x="5493824" y="4808124"/>
              <a:ext cx="172096" cy="143602"/>
            </a:xfrm>
            <a:custGeom>
              <a:avLst/>
              <a:gdLst/>
              <a:ahLst/>
              <a:cxnLst/>
              <a:rect l="l" t="t" r="r" b="b"/>
              <a:pathLst>
                <a:path w="5170" h="4314" extrusionOk="0">
                  <a:moveTo>
                    <a:pt x="2507" y="0"/>
                  </a:moveTo>
                  <a:cubicBezTo>
                    <a:pt x="2392" y="0"/>
                    <a:pt x="2280" y="8"/>
                    <a:pt x="2176" y="23"/>
                  </a:cubicBezTo>
                  <a:cubicBezTo>
                    <a:pt x="1431" y="142"/>
                    <a:pt x="835" y="589"/>
                    <a:pt x="477" y="1214"/>
                  </a:cubicBezTo>
                  <a:cubicBezTo>
                    <a:pt x="0" y="2257"/>
                    <a:pt x="388" y="3837"/>
                    <a:pt x="1550" y="4194"/>
                  </a:cubicBezTo>
                  <a:cubicBezTo>
                    <a:pt x="1795" y="4274"/>
                    <a:pt x="2080" y="4313"/>
                    <a:pt x="2379" y="4313"/>
                  </a:cubicBezTo>
                  <a:cubicBezTo>
                    <a:pt x="3647" y="4313"/>
                    <a:pt x="5169" y="3607"/>
                    <a:pt x="4976" y="2257"/>
                  </a:cubicBezTo>
                  <a:cubicBezTo>
                    <a:pt x="4887" y="1661"/>
                    <a:pt x="4649" y="1125"/>
                    <a:pt x="4261" y="678"/>
                  </a:cubicBezTo>
                  <a:cubicBezTo>
                    <a:pt x="3874" y="291"/>
                    <a:pt x="3397" y="52"/>
                    <a:pt x="2861" y="23"/>
                  </a:cubicBezTo>
                  <a:cubicBezTo>
                    <a:pt x="2742" y="8"/>
                    <a:pt x="2622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" name="Google Shape;63;p3"/>
            <p:cNvGrpSpPr/>
            <p:nvPr/>
          </p:nvGrpSpPr>
          <p:grpSpPr>
            <a:xfrm rot="-4234323">
              <a:off x="-924651" y="-888557"/>
              <a:ext cx="3190424" cy="3220242"/>
              <a:chOff x="7044875" y="-1293869"/>
              <a:chExt cx="3190628" cy="3220448"/>
            </a:xfrm>
          </p:grpSpPr>
          <p:grpSp>
            <p:nvGrpSpPr>
              <p:cNvPr id="64" name="Google Shape;64;p3"/>
              <p:cNvGrpSpPr/>
              <p:nvPr/>
            </p:nvGrpSpPr>
            <p:grpSpPr>
              <a:xfrm>
                <a:off x="7173820" y="-1293869"/>
                <a:ext cx="3061683" cy="3220448"/>
                <a:chOff x="7173820" y="-1293869"/>
                <a:chExt cx="3061683" cy="3220448"/>
              </a:xfrm>
            </p:grpSpPr>
            <p:sp>
              <p:nvSpPr>
                <p:cNvPr id="65" name="Google Shape;65;p3"/>
                <p:cNvSpPr/>
                <p:nvPr/>
              </p:nvSpPr>
              <p:spPr>
                <a:xfrm rot="-776719">
                  <a:off x="7447222" y="-1046817"/>
                  <a:ext cx="2514879" cy="27263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25" h="67670" extrusionOk="0">
                      <a:moveTo>
                        <a:pt x="42599" y="1"/>
                      </a:moveTo>
                      <a:cubicBezTo>
                        <a:pt x="33273" y="1"/>
                        <a:pt x="24436" y="5343"/>
                        <a:pt x="14889" y="5343"/>
                      </a:cubicBezTo>
                      <a:cubicBezTo>
                        <a:pt x="14388" y="5343"/>
                        <a:pt x="13885" y="5329"/>
                        <a:pt x="13379" y="5298"/>
                      </a:cubicBezTo>
                      <a:cubicBezTo>
                        <a:pt x="12134" y="5228"/>
                        <a:pt x="10849" y="5098"/>
                        <a:pt x="9587" y="5098"/>
                      </a:cubicBezTo>
                      <a:cubicBezTo>
                        <a:pt x="8161" y="5098"/>
                        <a:pt x="6763" y="5263"/>
                        <a:pt x="5483" y="5864"/>
                      </a:cubicBezTo>
                      <a:cubicBezTo>
                        <a:pt x="2831" y="7085"/>
                        <a:pt x="1252" y="9946"/>
                        <a:pt x="567" y="12806"/>
                      </a:cubicBezTo>
                      <a:cubicBezTo>
                        <a:pt x="1" y="15279"/>
                        <a:pt x="1" y="17812"/>
                        <a:pt x="537" y="20285"/>
                      </a:cubicBezTo>
                      <a:cubicBezTo>
                        <a:pt x="1461" y="24695"/>
                        <a:pt x="3993" y="28598"/>
                        <a:pt x="7658" y="31221"/>
                      </a:cubicBezTo>
                      <a:cubicBezTo>
                        <a:pt x="13350" y="35184"/>
                        <a:pt x="21603" y="35958"/>
                        <a:pt x="25209" y="41918"/>
                      </a:cubicBezTo>
                      <a:cubicBezTo>
                        <a:pt x="27801" y="46208"/>
                        <a:pt x="26937" y="51721"/>
                        <a:pt x="28337" y="56518"/>
                      </a:cubicBezTo>
                      <a:cubicBezTo>
                        <a:pt x="30524" y="64017"/>
                        <a:pt x="36902" y="67669"/>
                        <a:pt x="43484" y="67669"/>
                      </a:cubicBezTo>
                      <a:cubicBezTo>
                        <a:pt x="49010" y="67669"/>
                        <a:pt x="54680" y="65095"/>
                        <a:pt x="58134" y="60064"/>
                      </a:cubicBezTo>
                      <a:cubicBezTo>
                        <a:pt x="61531" y="55117"/>
                        <a:pt x="62425" y="48622"/>
                        <a:pt x="60875" y="42841"/>
                      </a:cubicBezTo>
                      <a:cubicBezTo>
                        <a:pt x="59713" y="38521"/>
                        <a:pt x="57300" y="34647"/>
                        <a:pt x="56108" y="30356"/>
                      </a:cubicBezTo>
                      <a:cubicBezTo>
                        <a:pt x="55274" y="27436"/>
                        <a:pt x="55005" y="24367"/>
                        <a:pt x="55363" y="21358"/>
                      </a:cubicBezTo>
                      <a:cubicBezTo>
                        <a:pt x="55840" y="16888"/>
                        <a:pt x="57598" y="12270"/>
                        <a:pt x="56197" y="7979"/>
                      </a:cubicBezTo>
                      <a:cubicBezTo>
                        <a:pt x="54767" y="3599"/>
                        <a:pt x="50208" y="828"/>
                        <a:pt x="45649" y="202"/>
                      </a:cubicBezTo>
                      <a:cubicBezTo>
                        <a:pt x="44626" y="63"/>
                        <a:pt x="43609" y="1"/>
                        <a:pt x="4259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6" name="Google Shape;66;p3"/>
                <p:cNvGrpSpPr/>
                <p:nvPr/>
              </p:nvGrpSpPr>
              <p:grpSpPr>
                <a:xfrm rot="8100000">
                  <a:off x="8939114" y="1159920"/>
                  <a:ext cx="70212" cy="266577"/>
                  <a:chOff x="5735123" y="3863031"/>
                  <a:chExt cx="70213" cy="266579"/>
                </a:xfrm>
              </p:grpSpPr>
              <p:sp>
                <p:nvSpPr>
                  <p:cNvPr id="67" name="Google Shape;67;p3"/>
                  <p:cNvSpPr/>
                  <p:nvPr/>
                </p:nvSpPr>
                <p:spPr>
                  <a:xfrm>
                    <a:off x="5744701" y="3863031"/>
                    <a:ext cx="60635" cy="1668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6480" extrusionOk="0">
                        <a:moveTo>
                          <a:pt x="880" y="0"/>
                        </a:moveTo>
                        <a:cubicBezTo>
                          <a:pt x="827" y="0"/>
                          <a:pt x="773" y="6"/>
                          <a:pt x="716" y="19"/>
                        </a:cubicBezTo>
                        <a:cubicBezTo>
                          <a:pt x="298" y="93"/>
                          <a:pt x="135" y="436"/>
                          <a:pt x="90" y="823"/>
                        </a:cubicBezTo>
                        <a:cubicBezTo>
                          <a:pt x="60" y="1077"/>
                          <a:pt x="60" y="1330"/>
                          <a:pt x="75" y="1583"/>
                        </a:cubicBezTo>
                        <a:cubicBezTo>
                          <a:pt x="135" y="2581"/>
                          <a:pt x="120" y="3564"/>
                          <a:pt x="30" y="4548"/>
                        </a:cubicBezTo>
                        <a:cubicBezTo>
                          <a:pt x="1" y="4905"/>
                          <a:pt x="15" y="5278"/>
                          <a:pt x="60" y="5635"/>
                        </a:cubicBezTo>
                        <a:cubicBezTo>
                          <a:pt x="120" y="6067"/>
                          <a:pt x="343" y="6410"/>
                          <a:pt x="805" y="6470"/>
                        </a:cubicBezTo>
                        <a:cubicBezTo>
                          <a:pt x="850" y="6476"/>
                          <a:pt x="895" y="6479"/>
                          <a:pt x="939" y="6479"/>
                        </a:cubicBezTo>
                        <a:cubicBezTo>
                          <a:pt x="1309" y="6479"/>
                          <a:pt x="1655" y="6262"/>
                          <a:pt x="1788" y="5903"/>
                        </a:cubicBezTo>
                        <a:cubicBezTo>
                          <a:pt x="1937" y="5620"/>
                          <a:pt x="2056" y="5308"/>
                          <a:pt x="2131" y="4995"/>
                        </a:cubicBezTo>
                        <a:cubicBezTo>
                          <a:pt x="2354" y="3654"/>
                          <a:pt x="2265" y="2268"/>
                          <a:pt x="1848" y="972"/>
                        </a:cubicBezTo>
                        <a:cubicBezTo>
                          <a:pt x="1788" y="838"/>
                          <a:pt x="1729" y="689"/>
                          <a:pt x="1669" y="555"/>
                        </a:cubicBezTo>
                        <a:cubicBezTo>
                          <a:pt x="1439" y="223"/>
                          <a:pt x="1198" y="0"/>
                          <a:pt x="880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3"/>
                  <p:cNvSpPr/>
                  <p:nvPr/>
                </p:nvSpPr>
                <p:spPr>
                  <a:xfrm>
                    <a:off x="5735123" y="4069722"/>
                    <a:ext cx="48354" cy="598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78" h="2326" extrusionOk="0">
                        <a:moveTo>
                          <a:pt x="1026" y="0"/>
                        </a:moveTo>
                        <a:cubicBezTo>
                          <a:pt x="855" y="0"/>
                          <a:pt x="683" y="69"/>
                          <a:pt x="551" y="214"/>
                        </a:cubicBezTo>
                        <a:cubicBezTo>
                          <a:pt x="164" y="617"/>
                          <a:pt x="0" y="1168"/>
                          <a:pt x="89" y="1719"/>
                        </a:cubicBezTo>
                        <a:cubicBezTo>
                          <a:pt x="132" y="2084"/>
                          <a:pt x="447" y="2326"/>
                          <a:pt x="781" y="2326"/>
                        </a:cubicBezTo>
                        <a:cubicBezTo>
                          <a:pt x="910" y="2326"/>
                          <a:pt x="1042" y="2290"/>
                          <a:pt x="1162" y="2211"/>
                        </a:cubicBezTo>
                        <a:cubicBezTo>
                          <a:pt x="1639" y="1913"/>
                          <a:pt x="1877" y="795"/>
                          <a:pt x="1579" y="319"/>
                        </a:cubicBezTo>
                        <a:cubicBezTo>
                          <a:pt x="1454" y="111"/>
                          <a:pt x="1242" y="0"/>
                          <a:pt x="1026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3"/>
              <p:cNvSpPr/>
              <p:nvPr/>
            </p:nvSpPr>
            <p:spPr>
              <a:xfrm rot="-549082">
                <a:off x="7216503" y="-817125"/>
                <a:ext cx="2462148" cy="2355450"/>
              </a:xfrm>
              <a:custGeom>
                <a:avLst/>
                <a:gdLst/>
                <a:ahLst/>
                <a:cxnLst/>
                <a:rect l="l" t="t" r="r" b="b"/>
                <a:pathLst>
                  <a:path w="61114" h="58462" fill="none" extrusionOk="0">
                    <a:moveTo>
                      <a:pt x="2920" y="14929"/>
                    </a:moveTo>
                    <a:cubicBezTo>
                      <a:pt x="4231" y="18594"/>
                      <a:pt x="7479" y="21216"/>
                      <a:pt x="10995" y="22825"/>
                    </a:cubicBezTo>
                    <a:cubicBezTo>
                      <a:pt x="13617" y="24047"/>
                      <a:pt x="16478" y="24821"/>
                      <a:pt x="18951" y="26341"/>
                    </a:cubicBezTo>
                    <a:cubicBezTo>
                      <a:pt x="22735" y="28695"/>
                      <a:pt x="25298" y="32598"/>
                      <a:pt x="25953" y="37008"/>
                    </a:cubicBezTo>
                    <a:cubicBezTo>
                      <a:pt x="26340" y="39600"/>
                      <a:pt x="26013" y="42223"/>
                      <a:pt x="26251" y="44815"/>
                    </a:cubicBezTo>
                    <a:cubicBezTo>
                      <a:pt x="26579" y="48778"/>
                      <a:pt x="28277" y="52741"/>
                      <a:pt x="31495" y="55065"/>
                    </a:cubicBezTo>
                    <a:cubicBezTo>
                      <a:pt x="33641" y="56614"/>
                      <a:pt x="36263" y="57359"/>
                      <a:pt x="38885" y="57627"/>
                    </a:cubicBezTo>
                    <a:cubicBezTo>
                      <a:pt x="46185" y="58462"/>
                      <a:pt x="54320" y="55601"/>
                      <a:pt x="57925" y="49195"/>
                    </a:cubicBezTo>
                    <a:cubicBezTo>
                      <a:pt x="61113" y="43474"/>
                      <a:pt x="60160" y="36412"/>
                      <a:pt x="58580" y="30066"/>
                    </a:cubicBezTo>
                    <a:cubicBezTo>
                      <a:pt x="57001" y="23749"/>
                      <a:pt x="54856" y="17253"/>
                      <a:pt x="55899" y="10817"/>
                    </a:cubicBezTo>
                    <a:cubicBezTo>
                      <a:pt x="56286" y="8612"/>
                      <a:pt x="56971" y="6348"/>
                      <a:pt x="56227" y="4232"/>
                    </a:cubicBezTo>
                    <a:cubicBezTo>
                      <a:pt x="55213" y="1342"/>
                      <a:pt x="51757" y="1"/>
                      <a:pt x="48688" y="239"/>
                    </a:cubicBezTo>
                    <a:cubicBezTo>
                      <a:pt x="45619" y="448"/>
                      <a:pt x="42788" y="1818"/>
                      <a:pt x="39838" y="2712"/>
                    </a:cubicBezTo>
                    <a:cubicBezTo>
                      <a:pt x="35488" y="4023"/>
                      <a:pt x="30870" y="4292"/>
                      <a:pt x="26370" y="3517"/>
                    </a:cubicBezTo>
                    <a:cubicBezTo>
                      <a:pt x="22556" y="2861"/>
                      <a:pt x="18862" y="1431"/>
                      <a:pt x="14958" y="1103"/>
                    </a:cubicBezTo>
                    <a:cubicBezTo>
                      <a:pt x="7420" y="537"/>
                      <a:pt x="0" y="6765"/>
                      <a:pt x="2920" y="14929"/>
                    </a:cubicBezTo>
                    <a:close/>
                  </a:path>
                </a:pathLst>
              </a:custGeom>
              <a:noFill/>
              <a:ln w="9675" cap="flat" cmpd="sng">
                <a:solidFill>
                  <a:schemeClr val="accent1"/>
                </a:solidFill>
                <a:prstDash val="solid"/>
                <a:miter lim="297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0" name="Google Shape;70;p3"/>
              <p:cNvGrpSpPr/>
              <p:nvPr/>
            </p:nvGrpSpPr>
            <p:grpSpPr>
              <a:xfrm rot="-3298310">
                <a:off x="8475995" y="-238714"/>
                <a:ext cx="793766" cy="839827"/>
                <a:chOff x="8617645" y="-208991"/>
                <a:chExt cx="793737" cy="839797"/>
              </a:xfrm>
            </p:grpSpPr>
            <p:sp>
              <p:nvSpPr>
                <p:cNvPr id="71" name="Google Shape;71;p3"/>
                <p:cNvSpPr/>
                <p:nvPr/>
              </p:nvSpPr>
              <p:spPr>
                <a:xfrm>
                  <a:off x="8617645" y="162156"/>
                  <a:ext cx="91775" cy="76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" h="1902" extrusionOk="0">
                      <a:moveTo>
                        <a:pt x="958" y="0"/>
                      </a:moveTo>
                      <a:cubicBezTo>
                        <a:pt x="479" y="0"/>
                        <a:pt x="1" y="856"/>
                        <a:pt x="362" y="1556"/>
                      </a:cubicBezTo>
                      <a:cubicBezTo>
                        <a:pt x="486" y="1794"/>
                        <a:pt x="716" y="1901"/>
                        <a:pt x="956" y="1901"/>
                      </a:cubicBezTo>
                      <a:cubicBezTo>
                        <a:pt x="1585" y="1901"/>
                        <a:pt x="2278" y="1169"/>
                        <a:pt x="1286" y="155"/>
                      </a:cubicBezTo>
                      <a:cubicBezTo>
                        <a:pt x="1184" y="47"/>
                        <a:pt x="1071" y="0"/>
                        <a:pt x="9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72;p3"/>
                <p:cNvSpPr/>
                <p:nvPr/>
              </p:nvSpPr>
              <p:spPr>
                <a:xfrm>
                  <a:off x="8805309" y="295309"/>
                  <a:ext cx="134480" cy="88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8" h="2195" extrusionOk="0">
                      <a:moveTo>
                        <a:pt x="1367" y="1"/>
                      </a:moveTo>
                      <a:cubicBezTo>
                        <a:pt x="636" y="1"/>
                        <a:pt x="0" y="1354"/>
                        <a:pt x="1008" y="2035"/>
                      </a:cubicBezTo>
                      <a:cubicBezTo>
                        <a:pt x="1183" y="2145"/>
                        <a:pt x="1368" y="2194"/>
                        <a:pt x="1547" y="2194"/>
                      </a:cubicBezTo>
                      <a:cubicBezTo>
                        <a:pt x="2524" y="2194"/>
                        <a:pt x="3337" y="744"/>
                        <a:pt x="1574" y="38"/>
                      </a:cubicBezTo>
                      <a:cubicBezTo>
                        <a:pt x="1505" y="13"/>
                        <a:pt x="1436" y="1"/>
                        <a:pt x="13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73;p3"/>
                <p:cNvSpPr/>
                <p:nvPr/>
              </p:nvSpPr>
              <p:spPr>
                <a:xfrm>
                  <a:off x="9003175" y="520129"/>
                  <a:ext cx="102935" cy="110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5" h="2747" extrusionOk="0">
                      <a:moveTo>
                        <a:pt x="1324" y="1"/>
                      </a:moveTo>
                      <a:cubicBezTo>
                        <a:pt x="1290" y="1"/>
                        <a:pt x="1255" y="3"/>
                        <a:pt x="1222" y="8"/>
                      </a:cubicBezTo>
                      <a:cubicBezTo>
                        <a:pt x="149" y="127"/>
                        <a:pt x="0" y="991"/>
                        <a:pt x="179" y="2154"/>
                      </a:cubicBezTo>
                      <a:cubicBezTo>
                        <a:pt x="255" y="2576"/>
                        <a:pt x="551" y="2746"/>
                        <a:pt x="905" y="2746"/>
                      </a:cubicBezTo>
                      <a:cubicBezTo>
                        <a:pt x="1524" y="2746"/>
                        <a:pt x="2319" y="2224"/>
                        <a:pt x="2414" y="1617"/>
                      </a:cubicBezTo>
                      <a:cubicBezTo>
                        <a:pt x="2554" y="690"/>
                        <a:pt x="1899" y="1"/>
                        <a:pt x="132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74;p3"/>
                <p:cNvSpPr/>
                <p:nvPr/>
              </p:nvSpPr>
              <p:spPr>
                <a:xfrm>
                  <a:off x="9269006" y="-208991"/>
                  <a:ext cx="142376" cy="145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4" h="3617" extrusionOk="0">
                      <a:moveTo>
                        <a:pt x="1139" y="0"/>
                      </a:moveTo>
                      <a:cubicBezTo>
                        <a:pt x="1127" y="0"/>
                        <a:pt x="1115" y="1"/>
                        <a:pt x="1103" y="1"/>
                      </a:cubicBezTo>
                      <a:cubicBezTo>
                        <a:pt x="60" y="61"/>
                        <a:pt x="1" y="1193"/>
                        <a:pt x="150" y="1849"/>
                      </a:cubicBezTo>
                      <a:cubicBezTo>
                        <a:pt x="292" y="2467"/>
                        <a:pt x="947" y="3616"/>
                        <a:pt x="1766" y="3616"/>
                      </a:cubicBezTo>
                      <a:cubicBezTo>
                        <a:pt x="1974" y="3616"/>
                        <a:pt x="2191" y="3543"/>
                        <a:pt x="2414" y="3368"/>
                      </a:cubicBezTo>
                      <a:cubicBezTo>
                        <a:pt x="3533" y="2514"/>
                        <a:pt x="2178" y="0"/>
                        <a:pt x="113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75;p3"/>
                <p:cNvSpPr/>
                <p:nvPr/>
              </p:nvSpPr>
              <p:spPr>
                <a:xfrm>
                  <a:off x="9263669" y="116510"/>
                  <a:ext cx="122111" cy="129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1" h="3206" extrusionOk="0">
                      <a:moveTo>
                        <a:pt x="1533" y="0"/>
                      </a:moveTo>
                      <a:cubicBezTo>
                        <a:pt x="1499" y="0"/>
                        <a:pt x="1464" y="3"/>
                        <a:pt x="1431" y="7"/>
                      </a:cubicBezTo>
                      <a:cubicBezTo>
                        <a:pt x="179" y="186"/>
                        <a:pt x="0" y="1169"/>
                        <a:pt x="239" y="2510"/>
                      </a:cubicBezTo>
                      <a:cubicBezTo>
                        <a:pt x="325" y="3006"/>
                        <a:pt x="666" y="3206"/>
                        <a:pt x="1075" y="3206"/>
                      </a:cubicBezTo>
                      <a:cubicBezTo>
                        <a:pt x="1795" y="3206"/>
                        <a:pt x="2728" y="2587"/>
                        <a:pt x="2861" y="1884"/>
                      </a:cubicBezTo>
                      <a:cubicBezTo>
                        <a:pt x="3031" y="808"/>
                        <a:pt x="2204" y="0"/>
                        <a:pt x="153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76;p3"/>
                <p:cNvSpPr/>
                <p:nvPr/>
              </p:nvSpPr>
              <p:spPr>
                <a:xfrm>
                  <a:off x="8937495" y="-208053"/>
                  <a:ext cx="179763" cy="162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2" h="4035" extrusionOk="0">
                      <a:moveTo>
                        <a:pt x="2115" y="0"/>
                      </a:moveTo>
                      <a:cubicBezTo>
                        <a:pt x="1605" y="0"/>
                        <a:pt x="1084" y="161"/>
                        <a:pt x="737" y="495"/>
                      </a:cubicBezTo>
                      <a:cubicBezTo>
                        <a:pt x="1" y="1202"/>
                        <a:pt x="1201" y="4035"/>
                        <a:pt x="2498" y="4035"/>
                      </a:cubicBezTo>
                      <a:cubicBezTo>
                        <a:pt x="2566" y="4035"/>
                        <a:pt x="2635" y="4027"/>
                        <a:pt x="2703" y="4011"/>
                      </a:cubicBezTo>
                      <a:cubicBezTo>
                        <a:pt x="4074" y="3713"/>
                        <a:pt x="4461" y="2163"/>
                        <a:pt x="3597" y="703"/>
                      </a:cubicBezTo>
                      <a:cubicBezTo>
                        <a:pt x="3351" y="243"/>
                        <a:pt x="2741" y="0"/>
                        <a:pt x="211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" name="Google Shape;77;p3"/>
                <p:cNvSpPr/>
                <p:nvPr/>
              </p:nvSpPr>
              <p:spPr>
                <a:xfrm>
                  <a:off x="8990474" y="198053"/>
                  <a:ext cx="112040" cy="93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1" h="2328" extrusionOk="0">
                      <a:moveTo>
                        <a:pt x="1169" y="1"/>
                      </a:moveTo>
                      <a:cubicBezTo>
                        <a:pt x="583" y="1"/>
                        <a:pt x="0" y="1047"/>
                        <a:pt x="435" y="1916"/>
                      </a:cubicBezTo>
                      <a:cubicBezTo>
                        <a:pt x="589" y="2200"/>
                        <a:pt x="868" y="2328"/>
                        <a:pt x="1157" y="2328"/>
                      </a:cubicBezTo>
                      <a:cubicBezTo>
                        <a:pt x="1929" y="2328"/>
                        <a:pt x="2781" y="1423"/>
                        <a:pt x="1567" y="188"/>
                      </a:cubicBezTo>
                      <a:cubicBezTo>
                        <a:pt x="1443" y="58"/>
                        <a:pt x="1306" y="1"/>
                        <a:pt x="116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" name="Google Shape;78;p3"/>
                <p:cNvSpPr/>
                <p:nvPr/>
              </p:nvSpPr>
              <p:spPr>
                <a:xfrm>
                  <a:off x="8799628" y="-25507"/>
                  <a:ext cx="134157" cy="87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0" h="2172" extrusionOk="0">
                      <a:moveTo>
                        <a:pt x="1341" y="1"/>
                      </a:moveTo>
                      <a:cubicBezTo>
                        <a:pt x="617" y="1"/>
                        <a:pt x="1" y="1337"/>
                        <a:pt x="1000" y="2012"/>
                      </a:cubicBezTo>
                      <a:cubicBezTo>
                        <a:pt x="1176" y="2123"/>
                        <a:pt x="1360" y="2172"/>
                        <a:pt x="1539" y="2172"/>
                      </a:cubicBezTo>
                      <a:cubicBezTo>
                        <a:pt x="2517" y="2172"/>
                        <a:pt x="3329" y="726"/>
                        <a:pt x="1566" y="46"/>
                      </a:cubicBezTo>
                      <a:cubicBezTo>
                        <a:pt x="1491" y="15"/>
                        <a:pt x="1415" y="1"/>
                        <a:pt x="134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9" name="Google Shape;79;p3"/>
            <p:cNvGrpSpPr/>
            <p:nvPr/>
          </p:nvGrpSpPr>
          <p:grpSpPr>
            <a:xfrm rot="-5907885">
              <a:off x="6685807" y="2565631"/>
              <a:ext cx="4341956" cy="2100781"/>
              <a:chOff x="-1013962" y="3673802"/>
              <a:chExt cx="4341985" cy="2100795"/>
            </a:xfrm>
          </p:grpSpPr>
          <p:grpSp>
            <p:nvGrpSpPr>
              <p:cNvPr id="80" name="Google Shape;80;p3"/>
              <p:cNvGrpSpPr/>
              <p:nvPr/>
            </p:nvGrpSpPr>
            <p:grpSpPr>
              <a:xfrm>
                <a:off x="-1013962" y="3673802"/>
                <a:ext cx="4341985" cy="2100795"/>
                <a:chOff x="-830187" y="4024390"/>
                <a:chExt cx="4341985" cy="2100795"/>
              </a:xfrm>
            </p:grpSpPr>
            <p:sp>
              <p:nvSpPr>
                <p:cNvPr id="81" name="Google Shape;81;p3"/>
                <p:cNvSpPr/>
                <p:nvPr/>
              </p:nvSpPr>
              <p:spPr>
                <a:xfrm>
                  <a:off x="-830187" y="4024390"/>
                  <a:ext cx="4341985" cy="2043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75" h="50732" extrusionOk="0">
                      <a:moveTo>
                        <a:pt x="19280" y="1"/>
                      </a:moveTo>
                      <a:cubicBezTo>
                        <a:pt x="14384" y="1"/>
                        <a:pt x="9338" y="2218"/>
                        <a:pt x="8075" y="7268"/>
                      </a:cubicBezTo>
                      <a:cubicBezTo>
                        <a:pt x="7241" y="10724"/>
                        <a:pt x="7598" y="14449"/>
                        <a:pt x="6615" y="17905"/>
                      </a:cubicBezTo>
                      <a:cubicBezTo>
                        <a:pt x="5721" y="21034"/>
                        <a:pt x="3755" y="23716"/>
                        <a:pt x="2414" y="26695"/>
                      </a:cubicBezTo>
                      <a:cubicBezTo>
                        <a:pt x="596" y="30777"/>
                        <a:pt x="0" y="35426"/>
                        <a:pt x="1162" y="39716"/>
                      </a:cubicBezTo>
                      <a:cubicBezTo>
                        <a:pt x="2324" y="44007"/>
                        <a:pt x="5364" y="47821"/>
                        <a:pt x="9476" y="49519"/>
                      </a:cubicBezTo>
                      <a:cubicBezTo>
                        <a:pt x="11357" y="50293"/>
                        <a:pt x="13318" y="50601"/>
                        <a:pt x="15314" y="50601"/>
                      </a:cubicBezTo>
                      <a:cubicBezTo>
                        <a:pt x="19547" y="50601"/>
                        <a:pt x="23938" y="49216"/>
                        <a:pt x="28069" y="47940"/>
                      </a:cubicBezTo>
                      <a:cubicBezTo>
                        <a:pt x="34622" y="45928"/>
                        <a:pt x="41399" y="44206"/>
                        <a:pt x="48226" y="44206"/>
                      </a:cubicBezTo>
                      <a:cubicBezTo>
                        <a:pt x="49283" y="44206"/>
                        <a:pt x="50341" y="44247"/>
                        <a:pt x="51399" y="44335"/>
                      </a:cubicBezTo>
                      <a:cubicBezTo>
                        <a:pt x="58282" y="44901"/>
                        <a:pt x="64868" y="47434"/>
                        <a:pt x="71602" y="49132"/>
                      </a:cubicBezTo>
                      <a:cubicBezTo>
                        <a:pt x="75244" y="50055"/>
                        <a:pt x="79063" y="50731"/>
                        <a:pt x="82819" y="50731"/>
                      </a:cubicBezTo>
                      <a:cubicBezTo>
                        <a:pt x="85975" y="50731"/>
                        <a:pt x="89087" y="50254"/>
                        <a:pt x="92012" y="49043"/>
                      </a:cubicBezTo>
                      <a:cubicBezTo>
                        <a:pt x="94426" y="48059"/>
                        <a:pt x="96661" y="46570"/>
                        <a:pt x="98150" y="44424"/>
                      </a:cubicBezTo>
                      <a:cubicBezTo>
                        <a:pt x="107775" y="30581"/>
                        <a:pt x="86591" y="19064"/>
                        <a:pt x="74895" y="19064"/>
                      </a:cubicBezTo>
                      <a:cubicBezTo>
                        <a:pt x="74533" y="19064"/>
                        <a:pt x="74179" y="19075"/>
                        <a:pt x="73836" y="19097"/>
                      </a:cubicBezTo>
                      <a:cubicBezTo>
                        <a:pt x="67567" y="19499"/>
                        <a:pt x="61181" y="22039"/>
                        <a:pt x="55078" y="22039"/>
                      </a:cubicBezTo>
                      <a:cubicBezTo>
                        <a:pt x="53030" y="22039"/>
                        <a:pt x="51014" y="21753"/>
                        <a:pt x="49046" y="21004"/>
                      </a:cubicBezTo>
                      <a:cubicBezTo>
                        <a:pt x="42043" y="18352"/>
                        <a:pt x="38319" y="10933"/>
                        <a:pt x="32836" y="5868"/>
                      </a:cubicBezTo>
                      <a:cubicBezTo>
                        <a:pt x="30959" y="4110"/>
                        <a:pt x="28843" y="2709"/>
                        <a:pt x="26549" y="1636"/>
                      </a:cubicBezTo>
                      <a:cubicBezTo>
                        <a:pt x="24851" y="862"/>
                        <a:pt x="23033" y="355"/>
                        <a:pt x="21215" y="117"/>
                      </a:cubicBezTo>
                      <a:cubicBezTo>
                        <a:pt x="20579" y="40"/>
                        <a:pt x="19931" y="1"/>
                        <a:pt x="1928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82;p3"/>
                <p:cNvSpPr/>
                <p:nvPr/>
              </p:nvSpPr>
              <p:spPr>
                <a:xfrm>
                  <a:off x="-316390" y="4171925"/>
                  <a:ext cx="3797016" cy="1953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48" h="48480" fill="none" extrusionOk="0">
                      <a:moveTo>
                        <a:pt x="15196" y="1252"/>
                      </a:moveTo>
                      <a:cubicBezTo>
                        <a:pt x="20828" y="1"/>
                        <a:pt x="26698" y="1639"/>
                        <a:pt x="30899" y="5573"/>
                      </a:cubicBezTo>
                      <a:cubicBezTo>
                        <a:pt x="36173" y="10638"/>
                        <a:pt x="38051" y="18832"/>
                        <a:pt x="44129" y="22914"/>
                      </a:cubicBezTo>
                      <a:cubicBezTo>
                        <a:pt x="48450" y="25804"/>
                        <a:pt x="54081" y="25953"/>
                        <a:pt x="59206" y="25089"/>
                      </a:cubicBezTo>
                      <a:cubicBezTo>
                        <a:pt x="64331" y="24225"/>
                        <a:pt x="69307" y="22437"/>
                        <a:pt x="74492" y="21812"/>
                      </a:cubicBezTo>
                      <a:cubicBezTo>
                        <a:pt x="79647" y="21156"/>
                        <a:pt x="85308" y="21812"/>
                        <a:pt x="89241" y="25208"/>
                      </a:cubicBezTo>
                      <a:cubicBezTo>
                        <a:pt x="91625" y="27354"/>
                        <a:pt x="93234" y="30244"/>
                        <a:pt x="93830" y="33403"/>
                      </a:cubicBezTo>
                      <a:cubicBezTo>
                        <a:pt x="94187" y="35339"/>
                        <a:pt x="94247" y="37425"/>
                        <a:pt x="93472" y="39243"/>
                      </a:cubicBezTo>
                      <a:cubicBezTo>
                        <a:pt x="92549" y="41418"/>
                        <a:pt x="90642" y="42967"/>
                        <a:pt x="88586" y="44129"/>
                      </a:cubicBezTo>
                      <a:cubicBezTo>
                        <a:pt x="81017" y="48480"/>
                        <a:pt x="71333" y="48420"/>
                        <a:pt x="63318" y="44964"/>
                      </a:cubicBezTo>
                      <a:cubicBezTo>
                        <a:pt x="59623" y="43384"/>
                        <a:pt x="56226" y="41120"/>
                        <a:pt x="52383" y="40017"/>
                      </a:cubicBezTo>
                      <a:cubicBezTo>
                        <a:pt x="39868" y="36412"/>
                        <a:pt x="26668" y="45470"/>
                        <a:pt x="13826" y="43206"/>
                      </a:cubicBezTo>
                      <a:cubicBezTo>
                        <a:pt x="11085" y="42699"/>
                        <a:pt x="8373" y="41656"/>
                        <a:pt x="6377" y="39690"/>
                      </a:cubicBezTo>
                      <a:cubicBezTo>
                        <a:pt x="4202" y="37514"/>
                        <a:pt x="3129" y="34445"/>
                        <a:pt x="2473" y="31406"/>
                      </a:cubicBezTo>
                      <a:cubicBezTo>
                        <a:pt x="0" y="19964"/>
                        <a:pt x="1490" y="4381"/>
                        <a:pt x="15196" y="1252"/>
                      </a:cubicBezTo>
                      <a:close/>
                    </a:path>
                  </a:pathLst>
                </a:custGeom>
                <a:noFill/>
                <a:ln w="9675" cap="flat" cmpd="sng">
                  <a:solidFill>
                    <a:schemeClr val="accent1"/>
                  </a:solidFill>
                  <a:prstDash val="solid"/>
                  <a:miter lim="297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3" name="Google Shape;83;p3"/>
                <p:cNvGrpSpPr/>
                <p:nvPr/>
              </p:nvGrpSpPr>
              <p:grpSpPr>
                <a:xfrm>
                  <a:off x="174564" y="4842646"/>
                  <a:ext cx="824338" cy="865398"/>
                  <a:chOff x="126952" y="4637346"/>
                  <a:chExt cx="824338" cy="865398"/>
                </a:xfrm>
              </p:grpSpPr>
              <p:sp>
                <p:nvSpPr>
                  <p:cNvPr id="84" name="Google Shape;84;p3"/>
                  <p:cNvSpPr/>
                  <p:nvPr/>
                </p:nvSpPr>
                <p:spPr>
                  <a:xfrm>
                    <a:off x="787480" y="5298317"/>
                    <a:ext cx="94716" cy="65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1" h="1614" extrusionOk="0">
                        <a:moveTo>
                          <a:pt x="1259" y="0"/>
                        </a:moveTo>
                        <a:cubicBezTo>
                          <a:pt x="928" y="0"/>
                          <a:pt x="550" y="221"/>
                          <a:pt x="233" y="825"/>
                        </a:cubicBezTo>
                        <a:cubicBezTo>
                          <a:pt x="1" y="1270"/>
                          <a:pt x="471" y="1614"/>
                          <a:pt x="1025" y="1614"/>
                        </a:cubicBezTo>
                        <a:cubicBezTo>
                          <a:pt x="1325" y="1614"/>
                          <a:pt x="1650" y="1513"/>
                          <a:pt x="1901" y="1272"/>
                        </a:cubicBezTo>
                        <a:cubicBezTo>
                          <a:pt x="2351" y="803"/>
                          <a:pt x="1890" y="0"/>
                          <a:pt x="125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" name="Google Shape;85;p3"/>
                  <p:cNvSpPr/>
                  <p:nvPr/>
                </p:nvSpPr>
                <p:spPr>
                  <a:xfrm>
                    <a:off x="857984" y="5042204"/>
                    <a:ext cx="93306" cy="876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6" h="2176" extrusionOk="0">
                        <a:moveTo>
                          <a:pt x="1092" y="1"/>
                        </a:moveTo>
                        <a:cubicBezTo>
                          <a:pt x="596" y="1"/>
                          <a:pt x="99" y="387"/>
                          <a:pt x="32" y="1402"/>
                        </a:cubicBezTo>
                        <a:cubicBezTo>
                          <a:pt x="0" y="1860"/>
                          <a:pt x="488" y="2176"/>
                          <a:pt x="1007" y="2176"/>
                        </a:cubicBezTo>
                        <a:cubicBezTo>
                          <a:pt x="1466" y="2176"/>
                          <a:pt x="1950" y="1928"/>
                          <a:pt x="2118" y="1312"/>
                        </a:cubicBezTo>
                        <a:cubicBezTo>
                          <a:pt x="2315" y="588"/>
                          <a:pt x="1704" y="1"/>
                          <a:pt x="109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" name="Google Shape;86;p3"/>
                  <p:cNvSpPr/>
                  <p:nvPr/>
                </p:nvSpPr>
                <p:spPr>
                  <a:xfrm>
                    <a:off x="403088" y="5404356"/>
                    <a:ext cx="149346" cy="98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07" h="2442" extrusionOk="0">
                        <a:moveTo>
                          <a:pt x="1594" y="1"/>
                        </a:moveTo>
                        <a:cubicBezTo>
                          <a:pt x="1549" y="1"/>
                          <a:pt x="1504" y="4"/>
                          <a:pt x="1460" y="11"/>
                        </a:cubicBezTo>
                        <a:cubicBezTo>
                          <a:pt x="477" y="160"/>
                          <a:pt x="0" y="1143"/>
                          <a:pt x="268" y="1709"/>
                        </a:cubicBezTo>
                        <a:cubicBezTo>
                          <a:pt x="521" y="2230"/>
                          <a:pt x="890" y="2441"/>
                          <a:pt x="1336" y="2441"/>
                        </a:cubicBezTo>
                        <a:cubicBezTo>
                          <a:pt x="1733" y="2441"/>
                          <a:pt x="2191" y="2274"/>
                          <a:pt x="2682" y="2007"/>
                        </a:cubicBezTo>
                        <a:cubicBezTo>
                          <a:pt x="3707" y="1466"/>
                          <a:pt x="2556" y="1"/>
                          <a:pt x="159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" name="Google Shape;87;p3"/>
                  <p:cNvSpPr/>
                  <p:nvPr/>
                </p:nvSpPr>
                <p:spPr>
                  <a:xfrm>
                    <a:off x="126952" y="5265602"/>
                    <a:ext cx="176540" cy="128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2" h="3198" extrusionOk="0">
                        <a:moveTo>
                          <a:pt x="2558" y="0"/>
                        </a:moveTo>
                        <a:cubicBezTo>
                          <a:pt x="1385" y="0"/>
                          <a:pt x="0" y="1673"/>
                          <a:pt x="329" y="2531"/>
                        </a:cubicBezTo>
                        <a:cubicBezTo>
                          <a:pt x="510" y="3028"/>
                          <a:pt x="888" y="3198"/>
                          <a:pt x="1296" y="3198"/>
                        </a:cubicBezTo>
                        <a:cubicBezTo>
                          <a:pt x="1694" y="3198"/>
                          <a:pt x="2120" y="3036"/>
                          <a:pt x="2415" y="2859"/>
                        </a:cubicBezTo>
                        <a:cubicBezTo>
                          <a:pt x="3130" y="2442"/>
                          <a:pt x="4381" y="1012"/>
                          <a:pt x="3159" y="177"/>
                        </a:cubicBezTo>
                        <a:cubicBezTo>
                          <a:pt x="2973" y="55"/>
                          <a:pt x="2769" y="0"/>
                          <a:pt x="255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8" name="Google Shape;88;p3"/>
                  <p:cNvSpPr/>
                  <p:nvPr/>
                </p:nvSpPr>
                <p:spPr>
                  <a:xfrm>
                    <a:off x="530319" y="4637346"/>
                    <a:ext cx="173357" cy="114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3" h="2839" extrusionOk="0">
                        <a:moveTo>
                          <a:pt x="1802" y="0"/>
                        </a:moveTo>
                        <a:cubicBezTo>
                          <a:pt x="1757" y="0"/>
                          <a:pt x="1713" y="3"/>
                          <a:pt x="1669" y="9"/>
                        </a:cubicBezTo>
                        <a:cubicBezTo>
                          <a:pt x="537" y="188"/>
                          <a:pt x="1" y="1320"/>
                          <a:pt x="299" y="1975"/>
                        </a:cubicBezTo>
                        <a:cubicBezTo>
                          <a:pt x="598" y="2590"/>
                          <a:pt x="1023" y="2838"/>
                          <a:pt x="1537" y="2838"/>
                        </a:cubicBezTo>
                        <a:cubicBezTo>
                          <a:pt x="1995" y="2838"/>
                          <a:pt x="2524" y="2642"/>
                          <a:pt x="3100" y="2333"/>
                        </a:cubicBezTo>
                        <a:cubicBezTo>
                          <a:pt x="4303" y="1731"/>
                          <a:pt x="2917" y="0"/>
                          <a:pt x="180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9" name="Google Shape;89;p3"/>
                  <p:cNvSpPr/>
                  <p:nvPr/>
                </p:nvSpPr>
                <p:spPr>
                  <a:xfrm>
                    <a:off x="304623" y="4999941"/>
                    <a:ext cx="192776" cy="157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5" h="3902" extrusionOk="0">
                        <a:moveTo>
                          <a:pt x="2645" y="1"/>
                        </a:moveTo>
                        <a:cubicBezTo>
                          <a:pt x="1976" y="1"/>
                          <a:pt x="1239" y="345"/>
                          <a:pt x="627" y="1020"/>
                        </a:cubicBezTo>
                        <a:cubicBezTo>
                          <a:pt x="1" y="1706"/>
                          <a:pt x="388" y="3315"/>
                          <a:pt x="1342" y="3821"/>
                        </a:cubicBezTo>
                        <a:cubicBezTo>
                          <a:pt x="1439" y="3876"/>
                          <a:pt x="1553" y="3901"/>
                          <a:pt x="1678" y="3901"/>
                        </a:cubicBezTo>
                        <a:cubicBezTo>
                          <a:pt x="2783" y="3901"/>
                          <a:pt x="4785" y="1939"/>
                          <a:pt x="4143" y="842"/>
                        </a:cubicBezTo>
                        <a:cubicBezTo>
                          <a:pt x="3790" y="278"/>
                          <a:pt x="3245" y="1"/>
                          <a:pt x="2645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3"/>
                  <p:cNvSpPr/>
                  <p:nvPr/>
                </p:nvSpPr>
                <p:spPr>
                  <a:xfrm>
                    <a:off x="701142" y="4908003"/>
                    <a:ext cx="114940" cy="796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3" h="1977" extrusionOk="0">
                        <a:moveTo>
                          <a:pt x="1541" y="1"/>
                        </a:moveTo>
                        <a:cubicBezTo>
                          <a:pt x="1140" y="1"/>
                          <a:pt x="679" y="270"/>
                          <a:pt x="290" y="1008"/>
                        </a:cubicBezTo>
                        <a:cubicBezTo>
                          <a:pt x="0" y="1548"/>
                          <a:pt x="573" y="1976"/>
                          <a:pt x="1239" y="1976"/>
                        </a:cubicBezTo>
                        <a:cubicBezTo>
                          <a:pt x="1602" y="1976"/>
                          <a:pt x="1992" y="1849"/>
                          <a:pt x="2286" y="1544"/>
                        </a:cubicBezTo>
                        <a:cubicBezTo>
                          <a:pt x="2853" y="978"/>
                          <a:pt x="2305" y="1"/>
                          <a:pt x="1541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3"/>
                  <p:cNvSpPr/>
                  <p:nvPr/>
                </p:nvSpPr>
                <p:spPr>
                  <a:xfrm>
                    <a:off x="549456" y="5148363"/>
                    <a:ext cx="93346" cy="877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7" h="2178" extrusionOk="0">
                        <a:moveTo>
                          <a:pt x="1068" y="0"/>
                        </a:moveTo>
                        <a:cubicBezTo>
                          <a:pt x="573" y="0"/>
                          <a:pt x="85" y="383"/>
                          <a:pt x="32" y="1389"/>
                        </a:cubicBezTo>
                        <a:cubicBezTo>
                          <a:pt x="1" y="1863"/>
                          <a:pt x="489" y="2178"/>
                          <a:pt x="1007" y="2178"/>
                        </a:cubicBezTo>
                        <a:cubicBezTo>
                          <a:pt x="1467" y="2178"/>
                          <a:pt x="1950" y="1931"/>
                          <a:pt x="2118" y="1329"/>
                        </a:cubicBezTo>
                        <a:cubicBezTo>
                          <a:pt x="2317" y="600"/>
                          <a:pt x="1687" y="0"/>
                          <a:pt x="106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92" name="Google Shape;92;p3"/>
              <p:cNvGrpSpPr/>
              <p:nvPr/>
            </p:nvGrpSpPr>
            <p:grpSpPr>
              <a:xfrm rot="-5189473">
                <a:off x="2083919" y="4411860"/>
                <a:ext cx="70211" cy="266572"/>
                <a:chOff x="5735123" y="3863031"/>
                <a:chExt cx="70213" cy="266579"/>
              </a:xfrm>
            </p:grpSpPr>
            <p:sp>
              <p:nvSpPr>
                <p:cNvPr id="93" name="Google Shape;93;p3"/>
                <p:cNvSpPr/>
                <p:nvPr/>
              </p:nvSpPr>
              <p:spPr>
                <a:xfrm>
                  <a:off x="5744701" y="3863031"/>
                  <a:ext cx="60635" cy="166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5" h="6480" extrusionOk="0">
                      <a:moveTo>
                        <a:pt x="880" y="0"/>
                      </a:moveTo>
                      <a:cubicBezTo>
                        <a:pt x="827" y="0"/>
                        <a:pt x="773" y="6"/>
                        <a:pt x="716" y="19"/>
                      </a:cubicBezTo>
                      <a:cubicBezTo>
                        <a:pt x="298" y="93"/>
                        <a:pt x="135" y="436"/>
                        <a:pt x="90" y="823"/>
                      </a:cubicBezTo>
                      <a:cubicBezTo>
                        <a:pt x="60" y="1077"/>
                        <a:pt x="60" y="1330"/>
                        <a:pt x="75" y="1583"/>
                      </a:cubicBezTo>
                      <a:cubicBezTo>
                        <a:pt x="135" y="2581"/>
                        <a:pt x="120" y="3564"/>
                        <a:pt x="30" y="4548"/>
                      </a:cubicBezTo>
                      <a:cubicBezTo>
                        <a:pt x="1" y="4905"/>
                        <a:pt x="15" y="5278"/>
                        <a:pt x="60" y="5635"/>
                      </a:cubicBezTo>
                      <a:cubicBezTo>
                        <a:pt x="120" y="6067"/>
                        <a:pt x="343" y="6410"/>
                        <a:pt x="805" y="6470"/>
                      </a:cubicBezTo>
                      <a:cubicBezTo>
                        <a:pt x="850" y="6476"/>
                        <a:pt x="895" y="6479"/>
                        <a:pt x="939" y="6479"/>
                      </a:cubicBezTo>
                      <a:cubicBezTo>
                        <a:pt x="1309" y="6479"/>
                        <a:pt x="1655" y="6262"/>
                        <a:pt x="1788" y="5903"/>
                      </a:cubicBezTo>
                      <a:cubicBezTo>
                        <a:pt x="1937" y="5620"/>
                        <a:pt x="2056" y="5308"/>
                        <a:pt x="2131" y="4995"/>
                      </a:cubicBezTo>
                      <a:cubicBezTo>
                        <a:pt x="2354" y="3654"/>
                        <a:pt x="2265" y="2268"/>
                        <a:pt x="1848" y="972"/>
                      </a:cubicBezTo>
                      <a:cubicBezTo>
                        <a:pt x="1788" y="838"/>
                        <a:pt x="1729" y="689"/>
                        <a:pt x="1669" y="555"/>
                      </a:cubicBezTo>
                      <a:cubicBezTo>
                        <a:pt x="1439" y="223"/>
                        <a:pt x="1198" y="0"/>
                        <a:pt x="88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3"/>
                <p:cNvSpPr/>
                <p:nvPr/>
              </p:nvSpPr>
              <p:spPr>
                <a:xfrm>
                  <a:off x="5735123" y="4069722"/>
                  <a:ext cx="48354" cy="59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8" h="2326" extrusionOk="0">
                      <a:moveTo>
                        <a:pt x="1026" y="0"/>
                      </a:moveTo>
                      <a:cubicBezTo>
                        <a:pt x="855" y="0"/>
                        <a:pt x="683" y="69"/>
                        <a:pt x="551" y="214"/>
                      </a:cubicBezTo>
                      <a:cubicBezTo>
                        <a:pt x="164" y="617"/>
                        <a:pt x="0" y="1168"/>
                        <a:pt x="89" y="1719"/>
                      </a:cubicBezTo>
                      <a:cubicBezTo>
                        <a:pt x="132" y="2084"/>
                        <a:pt x="447" y="2326"/>
                        <a:pt x="781" y="2326"/>
                      </a:cubicBezTo>
                      <a:cubicBezTo>
                        <a:pt x="910" y="2326"/>
                        <a:pt x="1042" y="2290"/>
                        <a:pt x="1162" y="2211"/>
                      </a:cubicBezTo>
                      <a:cubicBezTo>
                        <a:pt x="1639" y="1913"/>
                        <a:pt x="1877" y="795"/>
                        <a:pt x="1579" y="319"/>
                      </a:cubicBezTo>
                      <a:cubicBezTo>
                        <a:pt x="1454" y="111"/>
                        <a:pt x="1242" y="0"/>
                        <a:pt x="1026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95" name="Google Shape;95;p3"/>
          <p:cNvSpPr txBox="1">
            <a:spLocks noGrp="1"/>
          </p:cNvSpPr>
          <p:nvPr>
            <p:ph type="title"/>
          </p:nvPr>
        </p:nvSpPr>
        <p:spPr>
          <a:xfrm>
            <a:off x="2978850" y="3323150"/>
            <a:ext cx="5177400" cy="7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6" name="Google Shape;96;p3"/>
          <p:cNvSpPr txBox="1">
            <a:spLocks noGrp="1"/>
          </p:cNvSpPr>
          <p:nvPr>
            <p:ph type="title" idx="2" hasCustomPrompt="1"/>
          </p:nvPr>
        </p:nvSpPr>
        <p:spPr>
          <a:xfrm>
            <a:off x="1143550" y="3436050"/>
            <a:ext cx="1664400" cy="116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7" name="Google Shape;97;p3"/>
          <p:cNvSpPr txBox="1">
            <a:spLocks noGrp="1"/>
          </p:cNvSpPr>
          <p:nvPr>
            <p:ph type="subTitle" idx="1"/>
          </p:nvPr>
        </p:nvSpPr>
        <p:spPr>
          <a:xfrm>
            <a:off x="2991175" y="4239100"/>
            <a:ext cx="5177400" cy="3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4"/>
          <p:cNvGrpSpPr/>
          <p:nvPr/>
        </p:nvGrpSpPr>
        <p:grpSpPr>
          <a:xfrm>
            <a:off x="-1875852" y="-1537124"/>
            <a:ext cx="12542926" cy="7813391"/>
            <a:chOff x="-1875852" y="-1537124"/>
            <a:chExt cx="12542926" cy="7813391"/>
          </a:xfrm>
        </p:grpSpPr>
        <p:sp>
          <p:nvSpPr>
            <p:cNvPr id="100" name="Google Shape;100;p4"/>
            <p:cNvSpPr/>
            <p:nvPr/>
          </p:nvSpPr>
          <p:spPr>
            <a:xfrm flipH="1">
              <a:off x="565307" y="4467024"/>
              <a:ext cx="81355" cy="69471"/>
            </a:xfrm>
            <a:custGeom>
              <a:avLst/>
              <a:gdLst/>
              <a:ahLst/>
              <a:cxnLst/>
              <a:rect l="l" t="t" r="r" b="b"/>
              <a:pathLst>
                <a:path w="2444" h="2087" extrusionOk="0">
                  <a:moveTo>
                    <a:pt x="936" y="0"/>
                  </a:moveTo>
                  <a:cubicBezTo>
                    <a:pt x="562" y="0"/>
                    <a:pt x="220" y="138"/>
                    <a:pt x="120" y="496"/>
                  </a:cubicBezTo>
                  <a:cubicBezTo>
                    <a:pt x="1" y="764"/>
                    <a:pt x="1" y="1062"/>
                    <a:pt x="90" y="1331"/>
                  </a:cubicBezTo>
                  <a:cubicBezTo>
                    <a:pt x="150" y="1569"/>
                    <a:pt x="328" y="1778"/>
                    <a:pt x="537" y="1897"/>
                  </a:cubicBezTo>
                  <a:cubicBezTo>
                    <a:pt x="656" y="1956"/>
                    <a:pt x="746" y="2016"/>
                    <a:pt x="865" y="2046"/>
                  </a:cubicBezTo>
                  <a:cubicBezTo>
                    <a:pt x="966" y="2073"/>
                    <a:pt x="1071" y="2087"/>
                    <a:pt x="1175" y="2087"/>
                  </a:cubicBezTo>
                  <a:cubicBezTo>
                    <a:pt x="1408" y="2087"/>
                    <a:pt x="1642" y="2020"/>
                    <a:pt x="1848" y="1897"/>
                  </a:cubicBezTo>
                  <a:cubicBezTo>
                    <a:pt x="2265" y="1539"/>
                    <a:pt x="2444" y="764"/>
                    <a:pt x="1997" y="377"/>
                  </a:cubicBezTo>
                  <a:cubicBezTo>
                    <a:pt x="1781" y="161"/>
                    <a:pt x="1339" y="0"/>
                    <a:pt x="9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4"/>
            <p:cNvSpPr/>
            <p:nvPr/>
          </p:nvSpPr>
          <p:spPr>
            <a:xfrm flipH="1">
              <a:off x="4665149" y="4760499"/>
              <a:ext cx="172096" cy="143602"/>
            </a:xfrm>
            <a:custGeom>
              <a:avLst/>
              <a:gdLst/>
              <a:ahLst/>
              <a:cxnLst/>
              <a:rect l="l" t="t" r="r" b="b"/>
              <a:pathLst>
                <a:path w="5170" h="4314" extrusionOk="0">
                  <a:moveTo>
                    <a:pt x="2507" y="0"/>
                  </a:moveTo>
                  <a:cubicBezTo>
                    <a:pt x="2392" y="0"/>
                    <a:pt x="2280" y="8"/>
                    <a:pt x="2176" y="23"/>
                  </a:cubicBezTo>
                  <a:cubicBezTo>
                    <a:pt x="1431" y="142"/>
                    <a:pt x="835" y="589"/>
                    <a:pt x="477" y="1214"/>
                  </a:cubicBezTo>
                  <a:cubicBezTo>
                    <a:pt x="0" y="2257"/>
                    <a:pt x="388" y="3837"/>
                    <a:pt x="1550" y="4194"/>
                  </a:cubicBezTo>
                  <a:cubicBezTo>
                    <a:pt x="1795" y="4274"/>
                    <a:pt x="2080" y="4313"/>
                    <a:pt x="2379" y="4313"/>
                  </a:cubicBezTo>
                  <a:cubicBezTo>
                    <a:pt x="3647" y="4313"/>
                    <a:pt x="5169" y="3607"/>
                    <a:pt x="4976" y="2257"/>
                  </a:cubicBezTo>
                  <a:cubicBezTo>
                    <a:pt x="4887" y="1661"/>
                    <a:pt x="4649" y="1125"/>
                    <a:pt x="4261" y="678"/>
                  </a:cubicBezTo>
                  <a:cubicBezTo>
                    <a:pt x="3874" y="291"/>
                    <a:pt x="3397" y="52"/>
                    <a:pt x="2861" y="23"/>
                  </a:cubicBezTo>
                  <a:cubicBezTo>
                    <a:pt x="2742" y="8"/>
                    <a:pt x="2622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 flipH="1">
              <a:off x="497395" y="1994590"/>
              <a:ext cx="217168" cy="176324"/>
            </a:xfrm>
            <a:custGeom>
              <a:avLst/>
              <a:gdLst/>
              <a:ahLst/>
              <a:cxnLst/>
              <a:rect l="l" t="t" r="r" b="b"/>
              <a:pathLst>
                <a:path w="6524" h="5297" extrusionOk="0">
                  <a:moveTo>
                    <a:pt x="3019" y="1"/>
                  </a:moveTo>
                  <a:cubicBezTo>
                    <a:pt x="2799" y="1"/>
                    <a:pt x="2575" y="28"/>
                    <a:pt x="2352" y="81"/>
                  </a:cubicBezTo>
                  <a:cubicBezTo>
                    <a:pt x="2084" y="140"/>
                    <a:pt x="1815" y="230"/>
                    <a:pt x="1577" y="349"/>
                  </a:cubicBezTo>
                  <a:cubicBezTo>
                    <a:pt x="802" y="766"/>
                    <a:pt x="296" y="1511"/>
                    <a:pt x="147" y="2375"/>
                  </a:cubicBezTo>
                  <a:cubicBezTo>
                    <a:pt x="0" y="3692"/>
                    <a:pt x="1033" y="5297"/>
                    <a:pt x="2453" y="5297"/>
                  </a:cubicBezTo>
                  <a:cubicBezTo>
                    <a:pt x="2479" y="5297"/>
                    <a:pt x="2505" y="5296"/>
                    <a:pt x="2531" y="5295"/>
                  </a:cubicBezTo>
                  <a:cubicBezTo>
                    <a:pt x="4110" y="5236"/>
                    <a:pt x="6523" y="3567"/>
                    <a:pt x="5600" y="1779"/>
                  </a:cubicBezTo>
                  <a:cubicBezTo>
                    <a:pt x="5302" y="1124"/>
                    <a:pt x="4795" y="617"/>
                    <a:pt x="4169" y="260"/>
                  </a:cubicBezTo>
                  <a:cubicBezTo>
                    <a:pt x="3805" y="87"/>
                    <a:pt x="3417" y="1"/>
                    <a:pt x="30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3" name="Google Shape;103;p4"/>
            <p:cNvGrpSpPr/>
            <p:nvPr/>
          </p:nvGrpSpPr>
          <p:grpSpPr>
            <a:xfrm rot="-809490" flipH="1">
              <a:off x="-1544210" y="-1209371"/>
              <a:ext cx="3190613" cy="3220433"/>
              <a:chOff x="7101195" y="-1385744"/>
              <a:chExt cx="3190628" cy="3220448"/>
            </a:xfrm>
          </p:grpSpPr>
          <p:grpSp>
            <p:nvGrpSpPr>
              <p:cNvPr id="104" name="Google Shape;104;p4"/>
              <p:cNvGrpSpPr/>
              <p:nvPr/>
            </p:nvGrpSpPr>
            <p:grpSpPr>
              <a:xfrm>
                <a:off x="7230140" y="-1385744"/>
                <a:ext cx="3061683" cy="3220448"/>
                <a:chOff x="7230140" y="-1385744"/>
                <a:chExt cx="3061683" cy="3220448"/>
              </a:xfrm>
            </p:grpSpPr>
            <p:sp>
              <p:nvSpPr>
                <p:cNvPr id="105" name="Google Shape;105;p4"/>
                <p:cNvSpPr/>
                <p:nvPr/>
              </p:nvSpPr>
              <p:spPr>
                <a:xfrm rot="-776719">
                  <a:off x="7503542" y="-1138693"/>
                  <a:ext cx="2514879" cy="27263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25" h="67670" extrusionOk="0">
                      <a:moveTo>
                        <a:pt x="42599" y="1"/>
                      </a:moveTo>
                      <a:cubicBezTo>
                        <a:pt x="33273" y="1"/>
                        <a:pt x="24436" y="5343"/>
                        <a:pt x="14889" y="5343"/>
                      </a:cubicBezTo>
                      <a:cubicBezTo>
                        <a:pt x="14388" y="5343"/>
                        <a:pt x="13885" y="5329"/>
                        <a:pt x="13379" y="5298"/>
                      </a:cubicBezTo>
                      <a:cubicBezTo>
                        <a:pt x="12134" y="5228"/>
                        <a:pt x="10849" y="5098"/>
                        <a:pt x="9587" y="5098"/>
                      </a:cubicBezTo>
                      <a:cubicBezTo>
                        <a:pt x="8161" y="5098"/>
                        <a:pt x="6763" y="5263"/>
                        <a:pt x="5483" y="5864"/>
                      </a:cubicBezTo>
                      <a:cubicBezTo>
                        <a:pt x="2831" y="7085"/>
                        <a:pt x="1252" y="9946"/>
                        <a:pt x="567" y="12806"/>
                      </a:cubicBezTo>
                      <a:cubicBezTo>
                        <a:pt x="1" y="15279"/>
                        <a:pt x="1" y="17812"/>
                        <a:pt x="537" y="20285"/>
                      </a:cubicBezTo>
                      <a:cubicBezTo>
                        <a:pt x="1461" y="24695"/>
                        <a:pt x="3993" y="28598"/>
                        <a:pt x="7658" y="31221"/>
                      </a:cubicBezTo>
                      <a:cubicBezTo>
                        <a:pt x="13350" y="35184"/>
                        <a:pt x="21603" y="35958"/>
                        <a:pt x="25209" y="41918"/>
                      </a:cubicBezTo>
                      <a:cubicBezTo>
                        <a:pt x="27801" y="46208"/>
                        <a:pt x="26937" y="51721"/>
                        <a:pt x="28337" y="56518"/>
                      </a:cubicBezTo>
                      <a:cubicBezTo>
                        <a:pt x="30524" y="64017"/>
                        <a:pt x="36902" y="67669"/>
                        <a:pt x="43484" y="67669"/>
                      </a:cubicBezTo>
                      <a:cubicBezTo>
                        <a:pt x="49010" y="67669"/>
                        <a:pt x="54680" y="65095"/>
                        <a:pt x="58134" y="60064"/>
                      </a:cubicBezTo>
                      <a:cubicBezTo>
                        <a:pt x="61531" y="55117"/>
                        <a:pt x="62425" y="48622"/>
                        <a:pt x="60875" y="42841"/>
                      </a:cubicBezTo>
                      <a:cubicBezTo>
                        <a:pt x="59713" y="38521"/>
                        <a:pt x="57300" y="34647"/>
                        <a:pt x="56108" y="30356"/>
                      </a:cubicBezTo>
                      <a:cubicBezTo>
                        <a:pt x="55274" y="27436"/>
                        <a:pt x="55005" y="24367"/>
                        <a:pt x="55363" y="21358"/>
                      </a:cubicBezTo>
                      <a:cubicBezTo>
                        <a:pt x="55840" y="16888"/>
                        <a:pt x="57598" y="12270"/>
                        <a:pt x="56197" y="7979"/>
                      </a:cubicBezTo>
                      <a:cubicBezTo>
                        <a:pt x="54767" y="3599"/>
                        <a:pt x="50208" y="828"/>
                        <a:pt x="45649" y="202"/>
                      </a:cubicBezTo>
                      <a:cubicBezTo>
                        <a:pt x="44626" y="63"/>
                        <a:pt x="43609" y="1"/>
                        <a:pt x="4259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6" name="Google Shape;106;p4"/>
                <p:cNvGrpSpPr/>
                <p:nvPr/>
              </p:nvGrpSpPr>
              <p:grpSpPr>
                <a:xfrm rot="8100000">
                  <a:off x="8995434" y="1068045"/>
                  <a:ext cx="70212" cy="266577"/>
                  <a:chOff x="5630332" y="3888173"/>
                  <a:chExt cx="70213" cy="266579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5639910" y="3888173"/>
                    <a:ext cx="60635" cy="1668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6480" extrusionOk="0">
                        <a:moveTo>
                          <a:pt x="880" y="0"/>
                        </a:moveTo>
                        <a:cubicBezTo>
                          <a:pt x="827" y="0"/>
                          <a:pt x="773" y="6"/>
                          <a:pt x="716" y="19"/>
                        </a:cubicBezTo>
                        <a:cubicBezTo>
                          <a:pt x="298" y="93"/>
                          <a:pt x="135" y="436"/>
                          <a:pt x="90" y="823"/>
                        </a:cubicBezTo>
                        <a:cubicBezTo>
                          <a:pt x="60" y="1077"/>
                          <a:pt x="60" y="1330"/>
                          <a:pt x="75" y="1583"/>
                        </a:cubicBezTo>
                        <a:cubicBezTo>
                          <a:pt x="135" y="2581"/>
                          <a:pt x="120" y="3564"/>
                          <a:pt x="30" y="4548"/>
                        </a:cubicBezTo>
                        <a:cubicBezTo>
                          <a:pt x="1" y="4905"/>
                          <a:pt x="15" y="5278"/>
                          <a:pt x="60" y="5635"/>
                        </a:cubicBezTo>
                        <a:cubicBezTo>
                          <a:pt x="120" y="6067"/>
                          <a:pt x="343" y="6410"/>
                          <a:pt x="805" y="6470"/>
                        </a:cubicBezTo>
                        <a:cubicBezTo>
                          <a:pt x="850" y="6476"/>
                          <a:pt x="895" y="6479"/>
                          <a:pt x="939" y="6479"/>
                        </a:cubicBezTo>
                        <a:cubicBezTo>
                          <a:pt x="1309" y="6479"/>
                          <a:pt x="1655" y="6262"/>
                          <a:pt x="1788" y="5903"/>
                        </a:cubicBezTo>
                        <a:cubicBezTo>
                          <a:pt x="1937" y="5620"/>
                          <a:pt x="2056" y="5308"/>
                          <a:pt x="2131" y="4995"/>
                        </a:cubicBezTo>
                        <a:cubicBezTo>
                          <a:pt x="2354" y="3654"/>
                          <a:pt x="2265" y="2268"/>
                          <a:pt x="1848" y="972"/>
                        </a:cubicBezTo>
                        <a:cubicBezTo>
                          <a:pt x="1788" y="838"/>
                          <a:pt x="1729" y="689"/>
                          <a:pt x="1669" y="555"/>
                        </a:cubicBezTo>
                        <a:cubicBezTo>
                          <a:pt x="1439" y="223"/>
                          <a:pt x="1198" y="0"/>
                          <a:pt x="880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5630332" y="4094863"/>
                    <a:ext cx="48354" cy="598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78" h="2326" extrusionOk="0">
                        <a:moveTo>
                          <a:pt x="1026" y="0"/>
                        </a:moveTo>
                        <a:cubicBezTo>
                          <a:pt x="855" y="0"/>
                          <a:pt x="683" y="69"/>
                          <a:pt x="551" y="214"/>
                        </a:cubicBezTo>
                        <a:cubicBezTo>
                          <a:pt x="164" y="617"/>
                          <a:pt x="0" y="1168"/>
                          <a:pt x="89" y="1719"/>
                        </a:cubicBezTo>
                        <a:cubicBezTo>
                          <a:pt x="132" y="2084"/>
                          <a:pt x="447" y="2326"/>
                          <a:pt x="781" y="2326"/>
                        </a:cubicBezTo>
                        <a:cubicBezTo>
                          <a:pt x="910" y="2326"/>
                          <a:pt x="1042" y="2290"/>
                          <a:pt x="1162" y="2211"/>
                        </a:cubicBezTo>
                        <a:cubicBezTo>
                          <a:pt x="1639" y="1913"/>
                          <a:pt x="1877" y="795"/>
                          <a:pt x="1579" y="319"/>
                        </a:cubicBezTo>
                        <a:cubicBezTo>
                          <a:pt x="1454" y="111"/>
                          <a:pt x="1242" y="0"/>
                          <a:pt x="1026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09" name="Google Shape;109;p4"/>
              <p:cNvSpPr/>
              <p:nvPr/>
            </p:nvSpPr>
            <p:spPr>
              <a:xfrm rot="-549082">
                <a:off x="7272823" y="-909001"/>
                <a:ext cx="2462148" cy="2355450"/>
              </a:xfrm>
              <a:custGeom>
                <a:avLst/>
                <a:gdLst/>
                <a:ahLst/>
                <a:cxnLst/>
                <a:rect l="l" t="t" r="r" b="b"/>
                <a:pathLst>
                  <a:path w="61114" h="58462" fill="none" extrusionOk="0">
                    <a:moveTo>
                      <a:pt x="2920" y="14929"/>
                    </a:moveTo>
                    <a:cubicBezTo>
                      <a:pt x="4231" y="18594"/>
                      <a:pt x="7479" y="21216"/>
                      <a:pt x="10995" y="22825"/>
                    </a:cubicBezTo>
                    <a:cubicBezTo>
                      <a:pt x="13617" y="24047"/>
                      <a:pt x="16478" y="24821"/>
                      <a:pt x="18951" y="26341"/>
                    </a:cubicBezTo>
                    <a:cubicBezTo>
                      <a:pt x="22735" y="28695"/>
                      <a:pt x="25298" y="32598"/>
                      <a:pt x="25953" y="37008"/>
                    </a:cubicBezTo>
                    <a:cubicBezTo>
                      <a:pt x="26340" y="39600"/>
                      <a:pt x="26013" y="42223"/>
                      <a:pt x="26251" y="44815"/>
                    </a:cubicBezTo>
                    <a:cubicBezTo>
                      <a:pt x="26579" y="48778"/>
                      <a:pt x="28277" y="52741"/>
                      <a:pt x="31495" y="55065"/>
                    </a:cubicBezTo>
                    <a:cubicBezTo>
                      <a:pt x="33641" y="56614"/>
                      <a:pt x="36263" y="57359"/>
                      <a:pt x="38885" y="57627"/>
                    </a:cubicBezTo>
                    <a:cubicBezTo>
                      <a:pt x="46185" y="58462"/>
                      <a:pt x="54320" y="55601"/>
                      <a:pt x="57925" y="49195"/>
                    </a:cubicBezTo>
                    <a:cubicBezTo>
                      <a:pt x="61113" y="43474"/>
                      <a:pt x="60160" y="36412"/>
                      <a:pt x="58580" y="30066"/>
                    </a:cubicBezTo>
                    <a:cubicBezTo>
                      <a:pt x="57001" y="23749"/>
                      <a:pt x="54856" y="17253"/>
                      <a:pt x="55899" y="10817"/>
                    </a:cubicBezTo>
                    <a:cubicBezTo>
                      <a:pt x="56286" y="8612"/>
                      <a:pt x="56971" y="6348"/>
                      <a:pt x="56227" y="4232"/>
                    </a:cubicBezTo>
                    <a:cubicBezTo>
                      <a:pt x="55213" y="1342"/>
                      <a:pt x="51757" y="1"/>
                      <a:pt x="48688" y="239"/>
                    </a:cubicBezTo>
                    <a:cubicBezTo>
                      <a:pt x="45619" y="448"/>
                      <a:pt x="42788" y="1818"/>
                      <a:pt x="39838" y="2712"/>
                    </a:cubicBezTo>
                    <a:cubicBezTo>
                      <a:pt x="35488" y="4023"/>
                      <a:pt x="30870" y="4292"/>
                      <a:pt x="26370" y="3517"/>
                    </a:cubicBezTo>
                    <a:cubicBezTo>
                      <a:pt x="22556" y="2861"/>
                      <a:pt x="18862" y="1431"/>
                      <a:pt x="14958" y="1103"/>
                    </a:cubicBezTo>
                    <a:cubicBezTo>
                      <a:pt x="7420" y="537"/>
                      <a:pt x="0" y="6765"/>
                      <a:pt x="2920" y="14929"/>
                    </a:cubicBezTo>
                    <a:close/>
                  </a:path>
                </a:pathLst>
              </a:custGeom>
              <a:noFill/>
              <a:ln w="9675" cap="flat" cmpd="sng">
                <a:solidFill>
                  <a:schemeClr val="accent1"/>
                </a:solidFill>
                <a:prstDash val="solid"/>
                <a:miter lim="297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0" name="Google Shape;110;p4"/>
              <p:cNvGrpSpPr/>
              <p:nvPr/>
            </p:nvGrpSpPr>
            <p:grpSpPr>
              <a:xfrm rot="-3298310">
                <a:off x="8324790" y="-457398"/>
                <a:ext cx="781177" cy="840852"/>
                <a:chOff x="8712189" y="-463691"/>
                <a:chExt cx="781149" cy="840821"/>
              </a:xfrm>
            </p:grpSpPr>
            <p:sp>
              <p:nvSpPr>
                <p:cNvPr id="111" name="Google Shape;111;p4"/>
                <p:cNvSpPr/>
                <p:nvPr/>
              </p:nvSpPr>
              <p:spPr>
                <a:xfrm>
                  <a:off x="8725202" y="155541"/>
                  <a:ext cx="91775" cy="76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" h="1902" extrusionOk="0">
                      <a:moveTo>
                        <a:pt x="958" y="0"/>
                      </a:moveTo>
                      <a:cubicBezTo>
                        <a:pt x="479" y="0"/>
                        <a:pt x="1" y="856"/>
                        <a:pt x="362" y="1556"/>
                      </a:cubicBezTo>
                      <a:cubicBezTo>
                        <a:pt x="486" y="1794"/>
                        <a:pt x="716" y="1901"/>
                        <a:pt x="956" y="1901"/>
                      </a:cubicBezTo>
                      <a:cubicBezTo>
                        <a:pt x="1585" y="1901"/>
                        <a:pt x="2278" y="1169"/>
                        <a:pt x="1286" y="155"/>
                      </a:cubicBezTo>
                      <a:cubicBezTo>
                        <a:pt x="1184" y="47"/>
                        <a:pt x="1071" y="0"/>
                        <a:pt x="9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" name="Google Shape;112;p4"/>
                <p:cNvSpPr/>
                <p:nvPr/>
              </p:nvSpPr>
              <p:spPr>
                <a:xfrm>
                  <a:off x="8912865" y="288694"/>
                  <a:ext cx="134480" cy="88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8" h="2195" extrusionOk="0">
                      <a:moveTo>
                        <a:pt x="1367" y="1"/>
                      </a:moveTo>
                      <a:cubicBezTo>
                        <a:pt x="636" y="1"/>
                        <a:pt x="0" y="1354"/>
                        <a:pt x="1008" y="2035"/>
                      </a:cubicBezTo>
                      <a:cubicBezTo>
                        <a:pt x="1183" y="2145"/>
                        <a:pt x="1368" y="2194"/>
                        <a:pt x="1547" y="2194"/>
                      </a:cubicBezTo>
                      <a:cubicBezTo>
                        <a:pt x="2524" y="2194"/>
                        <a:pt x="3337" y="744"/>
                        <a:pt x="1574" y="38"/>
                      </a:cubicBezTo>
                      <a:cubicBezTo>
                        <a:pt x="1505" y="13"/>
                        <a:pt x="1436" y="1"/>
                        <a:pt x="13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" name="Google Shape;113;p4"/>
                <p:cNvSpPr/>
                <p:nvPr/>
              </p:nvSpPr>
              <p:spPr>
                <a:xfrm>
                  <a:off x="8712189" y="-239486"/>
                  <a:ext cx="102935" cy="110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5" h="2747" extrusionOk="0">
                      <a:moveTo>
                        <a:pt x="1324" y="1"/>
                      </a:moveTo>
                      <a:cubicBezTo>
                        <a:pt x="1290" y="1"/>
                        <a:pt x="1255" y="3"/>
                        <a:pt x="1222" y="8"/>
                      </a:cubicBezTo>
                      <a:cubicBezTo>
                        <a:pt x="149" y="127"/>
                        <a:pt x="0" y="991"/>
                        <a:pt x="179" y="2154"/>
                      </a:cubicBezTo>
                      <a:cubicBezTo>
                        <a:pt x="255" y="2576"/>
                        <a:pt x="551" y="2746"/>
                        <a:pt x="905" y="2746"/>
                      </a:cubicBezTo>
                      <a:cubicBezTo>
                        <a:pt x="1524" y="2746"/>
                        <a:pt x="2319" y="2224"/>
                        <a:pt x="2414" y="1617"/>
                      </a:cubicBezTo>
                      <a:cubicBezTo>
                        <a:pt x="2554" y="690"/>
                        <a:pt x="1899" y="1"/>
                        <a:pt x="132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" name="Google Shape;114;p4"/>
                <p:cNvSpPr/>
                <p:nvPr/>
              </p:nvSpPr>
              <p:spPr>
                <a:xfrm>
                  <a:off x="8898240" y="-463691"/>
                  <a:ext cx="142376" cy="145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4" h="3617" extrusionOk="0">
                      <a:moveTo>
                        <a:pt x="1139" y="0"/>
                      </a:moveTo>
                      <a:cubicBezTo>
                        <a:pt x="1127" y="0"/>
                        <a:pt x="1115" y="1"/>
                        <a:pt x="1103" y="1"/>
                      </a:cubicBezTo>
                      <a:cubicBezTo>
                        <a:pt x="60" y="61"/>
                        <a:pt x="1" y="1193"/>
                        <a:pt x="150" y="1849"/>
                      </a:cubicBezTo>
                      <a:cubicBezTo>
                        <a:pt x="292" y="2467"/>
                        <a:pt x="947" y="3616"/>
                        <a:pt x="1766" y="3616"/>
                      </a:cubicBezTo>
                      <a:cubicBezTo>
                        <a:pt x="1974" y="3616"/>
                        <a:pt x="2191" y="3543"/>
                        <a:pt x="2414" y="3368"/>
                      </a:cubicBezTo>
                      <a:cubicBezTo>
                        <a:pt x="3533" y="2514"/>
                        <a:pt x="2178" y="0"/>
                        <a:pt x="113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" name="Google Shape;115;p4"/>
                <p:cNvSpPr/>
                <p:nvPr/>
              </p:nvSpPr>
              <p:spPr>
                <a:xfrm>
                  <a:off x="9371226" y="109894"/>
                  <a:ext cx="122111" cy="129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1" h="3206" extrusionOk="0">
                      <a:moveTo>
                        <a:pt x="1533" y="0"/>
                      </a:moveTo>
                      <a:cubicBezTo>
                        <a:pt x="1499" y="0"/>
                        <a:pt x="1464" y="3"/>
                        <a:pt x="1431" y="7"/>
                      </a:cubicBezTo>
                      <a:cubicBezTo>
                        <a:pt x="179" y="186"/>
                        <a:pt x="0" y="1169"/>
                        <a:pt x="239" y="2510"/>
                      </a:cubicBezTo>
                      <a:cubicBezTo>
                        <a:pt x="325" y="3006"/>
                        <a:pt x="666" y="3206"/>
                        <a:pt x="1075" y="3206"/>
                      </a:cubicBezTo>
                      <a:cubicBezTo>
                        <a:pt x="1795" y="3206"/>
                        <a:pt x="2728" y="2587"/>
                        <a:pt x="2861" y="1884"/>
                      </a:cubicBezTo>
                      <a:cubicBezTo>
                        <a:pt x="3031" y="808"/>
                        <a:pt x="2204" y="0"/>
                        <a:pt x="153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" name="Google Shape;116;p4"/>
                <p:cNvSpPr/>
                <p:nvPr/>
              </p:nvSpPr>
              <p:spPr>
                <a:xfrm>
                  <a:off x="9045051" y="-214669"/>
                  <a:ext cx="179763" cy="162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2" h="4035" extrusionOk="0">
                      <a:moveTo>
                        <a:pt x="2115" y="0"/>
                      </a:moveTo>
                      <a:cubicBezTo>
                        <a:pt x="1605" y="0"/>
                        <a:pt x="1084" y="161"/>
                        <a:pt x="737" y="495"/>
                      </a:cubicBezTo>
                      <a:cubicBezTo>
                        <a:pt x="1" y="1202"/>
                        <a:pt x="1201" y="4035"/>
                        <a:pt x="2498" y="4035"/>
                      </a:cubicBezTo>
                      <a:cubicBezTo>
                        <a:pt x="2566" y="4035"/>
                        <a:pt x="2635" y="4027"/>
                        <a:pt x="2703" y="4011"/>
                      </a:cubicBezTo>
                      <a:cubicBezTo>
                        <a:pt x="4074" y="3713"/>
                        <a:pt x="4461" y="2163"/>
                        <a:pt x="3597" y="703"/>
                      </a:cubicBezTo>
                      <a:cubicBezTo>
                        <a:pt x="3351" y="243"/>
                        <a:pt x="2741" y="0"/>
                        <a:pt x="211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4"/>
                <p:cNvSpPr/>
                <p:nvPr/>
              </p:nvSpPr>
              <p:spPr>
                <a:xfrm>
                  <a:off x="9098030" y="191438"/>
                  <a:ext cx="112040" cy="93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1" h="2328" extrusionOk="0">
                      <a:moveTo>
                        <a:pt x="1169" y="1"/>
                      </a:moveTo>
                      <a:cubicBezTo>
                        <a:pt x="583" y="1"/>
                        <a:pt x="0" y="1047"/>
                        <a:pt x="435" y="1916"/>
                      </a:cubicBezTo>
                      <a:cubicBezTo>
                        <a:pt x="589" y="2200"/>
                        <a:pt x="868" y="2328"/>
                        <a:pt x="1157" y="2328"/>
                      </a:cubicBezTo>
                      <a:cubicBezTo>
                        <a:pt x="1929" y="2328"/>
                        <a:pt x="2781" y="1423"/>
                        <a:pt x="1567" y="188"/>
                      </a:cubicBezTo>
                      <a:cubicBezTo>
                        <a:pt x="1443" y="58"/>
                        <a:pt x="1306" y="1"/>
                        <a:pt x="116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" name="Google Shape;118;p4"/>
                <p:cNvSpPr/>
                <p:nvPr/>
              </p:nvSpPr>
              <p:spPr>
                <a:xfrm>
                  <a:off x="8907184" y="-32122"/>
                  <a:ext cx="134157" cy="87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0" h="2172" extrusionOk="0">
                      <a:moveTo>
                        <a:pt x="1341" y="1"/>
                      </a:moveTo>
                      <a:cubicBezTo>
                        <a:pt x="617" y="1"/>
                        <a:pt x="1" y="1337"/>
                        <a:pt x="1000" y="2012"/>
                      </a:cubicBezTo>
                      <a:cubicBezTo>
                        <a:pt x="1176" y="2123"/>
                        <a:pt x="1360" y="2172"/>
                        <a:pt x="1539" y="2172"/>
                      </a:cubicBezTo>
                      <a:cubicBezTo>
                        <a:pt x="2517" y="2172"/>
                        <a:pt x="3329" y="726"/>
                        <a:pt x="1566" y="46"/>
                      </a:cubicBezTo>
                      <a:cubicBezTo>
                        <a:pt x="1491" y="15"/>
                        <a:pt x="1415" y="1"/>
                        <a:pt x="134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9" name="Google Shape;119;p4"/>
            <p:cNvGrpSpPr/>
            <p:nvPr/>
          </p:nvGrpSpPr>
          <p:grpSpPr>
            <a:xfrm flipH="1">
              <a:off x="1111873" y="4815341"/>
              <a:ext cx="763146" cy="697824"/>
              <a:chOff x="3681125" y="1846650"/>
              <a:chExt cx="515500" cy="471375"/>
            </a:xfrm>
          </p:grpSpPr>
          <p:sp>
            <p:nvSpPr>
              <p:cNvPr id="120" name="Google Shape;120;p4"/>
              <p:cNvSpPr/>
              <p:nvPr/>
            </p:nvSpPr>
            <p:spPr>
              <a:xfrm>
                <a:off x="3681125" y="1846650"/>
                <a:ext cx="515500" cy="471375"/>
              </a:xfrm>
              <a:custGeom>
                <a:avLst/>
                <a:gdLst/>
                <a:ahLst/>
                <a:cxnLst/>
                <a:rect l="l" t="t" r="r" b="b"/>
                <a:pathLst>
                  <a:path w="20620" h="18855" extrusionOk="0">
                    <a:moveTo>
                      <a:pt x="9854" y="228"/>
                    </a:moveTo>
                    <a:cubicBezTo>
                      <a:pt x="11621" y="228"/>
                      <a:pt x="13416" y="541"/>
                      <a:pt x="14988" y="1401"/>
                    </a:cubicBezTo>
                    <a:cubicBezTo>
                      <a:pt x="16984" y="2533"/>
                      <a:pt x="18415" y="4559"/>
                      <a:pt x="19219" y="6674"/>
                    </a:cubicBezTo>
                    <a:cubicBezTo>
                      <a:pt x="20024" y="8611"/>
                      <a:pt x="20173" y="10786"/>
                      <a:pt x="19666" y="12842"/>
                    </a:cubicBezTo>
                    <a:cubicBezTo>
                      <a:pt x="18542" y="17002"/>
                      <a:pt x="14415" y="18633"/>
                      <a:pt x="10396" y="18633"/>
                    </a:cubicBezTo>
                    <a:cubicBezTo>
                      <a:pt x="9089" y="18633"/>
                      <a:pt x="7793" y="18461"/>
                      <a:pt x="6615" y="18146"/>
                    </a:cubicBezTo>
                    <a:cubicBezTo>
                      <a:pt x="5423" y="17818"/>
                      <a:pt x="4261" y="17371"/>
                      <a:pt x="3188" y="16746"/>
                    </a:cubicBezTo>
                    <a:cubicBezTo>
                      <a:pt x="2414" y="16329"/>
                      <a:pt x="1728" y="15733"/>
                      <a:pt x="1222" y="15047"/>
                    </a:cubicBezTo>
                    <a:cubicBezTo>
                      <a:pt x="983" y="14630"/>
                      <a:pt x="834" y="14153"/>
                      <a:pt x="775" y="13647"/>
                    </a:cubicBezTo>
                    <a:cubicBezTo>
                      <a:pt x="656" y="12991"/>
                      <a:pt x="566" y="12306"/>
                      <a:pt x="507" y="11621"/>
                    </a:cubicBezTo>
                    <a:cubicBezTo>
                      <a:pt x="209" y="7986"/>
                      <a:pt x="864" y="3665"/>
                      <a:pt x="4172" y="1520"/>
                    </a:cubicBezTo>
                    <a:cubicBezTo>
                      <a:pt x="4621" y="1239"/>
                      <a:pt x="5096" y="1011"/>
                      <a:pt x="5573" y="812"/>
                    </a:cubicBezTo>
                    <a:lnTo>
                      <a:pt x="5573" y="812"/>
                    </a:lnTo>
                    <a:cubicBezTo>
                      <a:pt x="5582" y="810"/>
                      <a:pt x="5592" y="807"/>
                      <a:pt x="5602" y="805"/>
                    </a:cubicBezTo>
                    <a:cubicBezTo>
                      <a:pt x="6615" y="507"/>
                      <a:pt x="7688" y="328"/>
                      <a:pt x="8731" y="268"/>
                    </a:cubicBezTo>
                    <a:cubicBezTo>
                      <a:pt x="9102" y="242"/>
                      <a:pt x="9478" y="228"/>
                      <a:pt x="9854" y="228"/>
                    </a:cubicBezTo>
                    <a:close/>
                    <a:moveTo>
                      <a:pt x="10006" y="1"/>
                    </a:moveTo>
                    <a:cubicBezTo>
                      <a:pt x="8568" y="1"/>
                      <a:pt x="7129" y="215"/>
                      <a:pt x="5811" y="566"/>
                    </a:cubicBezTo>
                    <a:lnTo>
                      <a:pt x="5615" y="610"/>
                    </a:lnTo>
                    <a:lnTo>
                      <a:pt x="5615" y="610"/>
                    </a:lnTo>
                    <a:cubicBezTo>
                      <a:pt x="5614" y="610"/>
                      <a:pt x="5613" y="610"/>
                      <a:pt x="5613" y="610"/>
                    </a:cubicBezTo>
                    <a:cubicBezTo>
                      <a:pt x="5581" y="610"/>
                      <a:pt x="5546" y="615"/>
                      <a:pt x="5513" y="626"/>
                    </a:cubicBezTo>
                    <a:cubicBezTo>
                      <a:pt x="3546" y="1371"/>
                      <a:pt x="1937" y="2861"/>
                      <a:pt x="1073" y="4797"/>
                    </a:cubicBezTo>
                    <a:cubicBezTo>
                      <a:pt x="328" y="6585"/>
                      <a:pt x="0" y="8522"/>
                      <a:pt x="90" y="10488"/>
                    </a:cubicBezTo>
                    <a:cubicBezTo>
                      <a:pt x="90" y="11859"/>
                      <a:pt x="268" y="13230"/>
                      <a:pt x="596" y="14571"/>
                    </a:cubicBezTo>
                    <a:cubicBezTo>
                      <a:pt x="834" y="15226"/>
                      <a:pt x="1281" y="15822"/>
                      <a:pt x="1848" y="16209"/>
                    </a:cubicBezTo>
                    <a:cubicBezTo>
                      <a:pt x="2771" y="16895"/>
                      <a:pt x="3784" y="17461"/>
                      <a:pt x="4857" y="17848"/>
                    </a:cubicBezTo>
                    <a:cubicBezTo>
                      <a:pt x="6586" y="18515"/>
                      <a:pt x="8402" y="18854"/>
                      <a:pt x="10220" y="18854"/>
                    </a:cubicBezTo>
                    <a:cubicBezTo>
                      <a:pt x="11410" y="18854"/>
                      <a:pt x="12600" y="18709"/>
                      <a:pt x="13766" y="18414"/>
                    </a:cubicBezTo>
                    <a:cubicBezTo>
                      <a:pt x="16120" y="17818"/>
                      <a:pt x="18266" y="16537"/>
                      <a:pt x="19428" y="14392"/>
                    </a:cubicBezTo>
                    <a:cubicBezTo>
                      <a:pt x="20381" y="12455"/>
                      <a:pt x="20619" y="10280"/>
                      <a:pt x="20113" y="8194"/>
                    </a:cubicBezTo>
                    <a:cubicBezTo>
                      <a:pt x="19636" y="5930"/>
                      <a:pt x="18444" y="3874"/>
                      <a:pt x="16746" y="2265"/>
                    </a:cubicBezTo>
                    <a:cubicBezTo>
                      <a:pt x="14921" y="628"/>
                      <a:pt x="12467" y="1"/>
                      <a:pt x="100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3748900" y="1895900"/>
                <a:ext cx="391850" cy="374500"/>
              </a:xfrm>
              <a:custGeom>
                <a:avLst/>
                <a:gdLst/>
                <a:ahLst/>
                <a:cxnLst/>
                <a:rect l="l" t="t" r="r" b="b"/>
                <a:pathLst>
                  <a:path w="15674" h="14980" extrusionOk="0">
                    <a:moveTo>
                      <a:pt x="6437" y="198"/>
                    </a:moveTo>
                    <a:cubicBezTo>
                      <a:pt x="8838" y="198"/>
                      <a:pt x="11362" y="1635"/>
                      <a:pt x="12992" y="3304"/>
                    </a:cubicBezTo>
                    <a:cubicBezTo>
                      <a:pt x="13946" y="4287"/>
                      <a:pt x="14869" y="5509"/>
                      <a:pt x="15227" y="6880"/>
                    </a:cubicBezTo>
                    <a:cubicBezTo>
                      <a:pt x="15316" y="7237"/>
                      <a:pt x="15316" y="7625"/>
                      <a:pt x="15227" y="8012"/>
                    </a:cubicBezTo>
                    <a:cubicBezTo>
                      <a:pt x="15078" y="8429"/>
                      <a:pt x="14929" y="8846"/>
                      <a:pt x="14750" y="9234"/>
                    </a:cubicBezTo>
                    <a:cubicBezTo>
                      <a:pt x="13618" y="11796"/>
                      <a:pt x="11502" y="14657"/>
                      <a:pt x="8463" y="14776"/>
                    </a:cubicBezTo>
                    <a:cubicBezTo>
                      <a:pt x="8351" y="14783"/>
                      <a:pt x="8239" y="14787"/>
                      <a:pt x="8128" y="14787"/>
                    </a:cubicBezTo>
                    <a:cubicBezTo>
                      <a:pt x="7813" y="14787"/>
                      <a:pt x="7499" y="14757"/>
                      <a:pt x="7185" y="14699"/>
                    </a:cubicBezTo>
                    <a:lnTo>
                      <a:pt x="7185" y="14699"/>
                    </a:lnTo>
                    <a:cubicBezTo>
                      <a:pt x="7176" y="14694"/>
                      <a:pt x="7165" y="14690"/>
                      <a:pt x="7152" y="14686"/>
                    </a:cubicBezTo>
                    <a:cubicBezTo>
                      <a:pt x="6437" y="14478"/>
                      <a:pt x="5781" y="14210"/>
                      <a:pt x="5156" y="13882"/>
                    </a:cubicBezTo>
                    <a:cubicBezTo>
                      <a:pt x="3785" y="13256"/>
                      <a:pt x="2623" y="12332"/>
                      <a:pt x="1729" y="11141"/>
                    </a:cubicBezTo>
                    <a:cubicBezTo>
                      <a:pt x="686" y="9681"/>
                      <a:pt x="448" y="7833"/>
                      <a:pt x="686" y="6105"/>
                    </a:cubicBezTo>
                    <a:cubicBezTo>
                      <a:pt x="865" y="4347"/>
                      <a:pt x="1669" y="2708"/>
                      <a:pt x="2951" y="1516"/>
                    </a:cubicBezTo>
                    <a:cubicBezTo>
                      <a:pt x="3986" y="582"/>
                      <a:pt x="5195" y="198"/>
                      <a:pt x="6437" y="198"/>
                    </a:cubicBezTo>
                    <a:close/>
                    <a:moveTo>
                      <a:pt x="6457" y="0"/>
                    </a:moveTo>
                    <a:cubicBezTo>
                      <a:pt x="5636" y="0"/>
                      <a:pt x="4821" y="151"/>
                      <a:pt x="4053" y="503"/>
                    </a:cubicBezTo>
                    <a:cubicBezTo>
                      <a:pt x="2474" y="1278"/>
                      <a:pt x="1282" y="2678"/>
                      <a:pt x="716" y="4317"/>
                    </a:cubicBezTo>
                    <a:cubicBezTo>
                      <a:pt x="60" y="6105"/>
                      <a:pt x="1" y="8042"/>
                      <a:pt x="597" y="9859"/>
                    </a:cubicBezTo>
                    <a:cubicBezTo>
                      <a:pt x="1550" y="12422"/>
                      <a:pt x="4172" y="14090"/>
                      <a:pt x="6705" y="14835"/>
                    </a:cubicBezTo>
                    <a:lnTo>
                      <a:pt x="6871" y="14863"/>
                    </a:lnTo>
                    <a:lnTo>
                      <a:pt x="6871" y="14863"/>
                    </a:lnTo>
                    <a:cubicBezTo>
                      <a:pt x="6875" y="14864"/>
                      <a:pt x="6879" y="14864"/>
                      <a:pt x="6884" y="14865"/>
                    </a:cubicBezTo>
                    <a:cubicBezTo>
                      <a:pt x="6884" y="14865"/>
                      <a:pt x="6884" y="14865"/>
                      <a:pt x="6884" y="14865"/>
                    </a:cubicBezTo>
                    <a:lnTo>
                      <a:pt x="6884" y="14865"/>
                    </a:lnTo>
                    <a:cubicBezTo>
                      <a:pt x="6884" y="14865"/>
                      <a:pt x="6884" y="14865"/>
                      <a:pt x="6885" y="14865"/>
                    </a:cubicBezTo>
                    <a:lnTo>
                      <a:pt x="6885" y="14865"/>
                    </a:lnTo>
                    <a:cubicBezTo>
                      <a:pt x="7274" y="14942"/>
                      <a:pt x="7666" y="14979"/>
                      <a:pt x="8054" y="14979"/>
                    </a:cubicBezTo>
                    <a:cubicBezTo>
                      <a:pt x="9328" y="14979"/>
                      <a:pt x="10571" y="14576"/>
                      <a:pt x="11621" y="13822"/>
                    </a:cubicBezTo>
                    <a:cubicBezTo>
                      <a:pt x="12843" y="12869"/>
                      <a:pt x="13856" y="11677"/>
                      <a:pt x="14571" y="10306"/>
                    </a:cubicBezTo>
                    <a:cubicBezTo>
                      <a:pt x="14869" y="9770"/>
                      <a:pt x="15137" y="9204"/>
                      <a:pt x="15346" y="8638"/>
                    </a:cubicBezTo>
                    <a:cubicBezTo>
                      <a:pt x="15525" y="8310"/>
                      <a:pt x="15614" y="7923"/>
                      <a:pt x="15674" y="7535"/>
                    </a:cubicBezTo>
                    <a:cubicBezTo>
                      <a:pt x="15674" y="7029"/>
                      <a:pt x="15555" y="6492"/>
                      <a:pt x="15316" y="6045"/>
                    </a:cubicBezTo>
                    <a:cubicBezTo>
                      <a:pt x="15018" y="5360"/>
                      <a:pt x="14631" y="4734"/>
                      <a:pt x="14184" y="4168"/>
                    </a:cubicBezTo>
                    <a:cubicBezTo>
                      <a:pt x="13022" y="2649"/>
                      <a:pt x="11502" y="1457"/>
                      <a:pt x="9744" y="712"/>
                    </a:cubicBezTo>
                    <a:cubicBezTo>
                      <a:pt x="8712" y="282"/>
                      <a:pt x="7580" y="0"/>
                      <a:pt x="6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3786900" y="1956875"/>
                <a:ext cx="286075" cy="248100"/>
              </a:xfrm>
              <a:custGeom>
                <a:avLst/>
                <a:gdLst/>
                <a:ahLst/>
                <a:cxnLst/>
                <a:rect l="l" t="t" r="r" b="b"/>
                <a:pathLst>
                  <a:path w="11443" h="9924" extrusionOk="0">
                    <a:moveTo>
                      <a:pt x="6972" y="217"/>
                    </a:moveTo>
                    <a:cubicBezTo>
                      <a:pt x="7693" y="217"/>
                      <a:pt x="8417" y="390"/>
                      <a:pt x="9058" y="686"/>
                    </a:cubicBezTo>
                    <a:cubicBezTo>
                      <a:pt x="9565" y="954"/>
                      <a:pt x="9803" y="1580"/>
                      <a:pt x="10072" y="2087"/>
                    </a:cubicBezTo>
                    <a:cubicBezTo>
                      <a:pt x="11055" y="4113"/>
                      <a:pt x="11442" y="6765"/>
                      <a:pt x="9535" y="8404"/>
                    </a:cubicBezTo>
                    <a:cubicBezTo>
                      <a:pt x="9058" y="8731"/>
                      <a:pt x="8552" y="9000"/>
                      <a:pt x="8016" y="9238"/>
                    </a:cubicBezTo>
                    <a:cubicBezTo>
                      <a:pt x="7333" y="9560"/>
                      <a:pt x="6591" y="9713"/>
                      <a:pt x="5849" y="9713"/>
                    </a:cubicBezTo>
                    <a:cubicBezTo>
                      <a:pt x="5425" y="9713"/>
                      <a:pt x="5001" y="9663"/>
                      <a:pt x="4589" y="9566"/>
                    </a:cubicBezTo>
                    <a:cubicBezTo>
                      <a:pt x="2503" y="8910"/>
                      <a:pt x="715" y="6526"/>
                      <a:pt x="954" y="4292"/>
                    </a:cubicBezTo>
                    <a:cubicBezTo>
                      <a:pt x="1252" y="1699"/>
                      <a:pt x="4172" y="329"/>
                      <a:pt x="6526" y="239"/>
                    </a:cubicBezTo>
                    <a:cubicBezTo>
                      <a:pt x="6674" y="224"/>
                      <a:pt x="6823" y="217"/>
                      <a:pt x="6972" y="217"/>
                    </a:cubicBezTo>
                    <a:close/>
                    <a:moveTo>
                      <a:pt x="7062" y="1"/>
                    </a:moveTo>
                    <a:cubicBezTo>
                      <a:pt x="5781" y="1"/>
                      <a:pt x="4500" y="269"/>
                      <a:pt x="3338" y="865"/>
                    </a:cubicBezTo>
                    <a:cubicBezTo>
                      <a:pt x="2205" y="1461"/>
                      <a:pt x="1133" y="2355"/>
                      <a:pt x="745" y="3606"/>
                    </a:cubicBezTo>
                    <a:cubicBezTo>
                      <a:pt x="0" y="5930"/>
                      <a:pt x="1639" y="8463"/>
                      <a:pt x="3695" y="9476"/>
                    </a:cubicBezTo>
                    <a:cubicBezTo>
                      <a:pt x="4309" y="9788"/>
                      <a:pt x="4984" y="9923"/>
                      <a:pt x="5671" y="9923"/>
                    </a:cubicBezTo>
                    <a:cubicBezTo>
                      <a:pt x="7139" y="9923"/>
                      <a:pt x="8669" y="9308"/>
                      <a:pt x="9805" y="8484"/>
                    </a:cubicBezTo>
                    <a:lnTo>
                      <a:pt x="9805" y="8484"/>
                    </a:lnTo>
                    <a:cubicBezTo>
                      <a:pt x="9816" y="8477"/>
                      <a:pt x="9826" y="8471"/>
                      <a:pt x="9833" y="8463"/>
                    </a:cubicBezTo>
                    <a:lnTo>
                      <a:pt x="9833" y="8463"/>
                    </a:lnTo>
                    <a:cubicBezTo>
                      <a:pt x="9833" y="8463"/>
                      <a:pt x="9833" y="8463"/>
                      <a:pt x="9833" y="8463"/>
                    </a:cubicBezTo>
                    <a:cubicBezTo>
                      <a:pt x="9865" y="8447"/>
                      <a:pt x="9879" y="8434"/>
                      <a:pt x="9880" y="8424"/>
                    </a:cubicBezTo>
                    <a:lnTo>
                      <a:pt x="9880" y="8424"/>
                    </a:lnTo>
                    <a:cubicBezTo>
                      <a:pt x="10774" y="7650"/>
                      <a:pt x="11264" y="6536"/>
                      <a:pt x="11293" y="5364"/>
                    </a:cubicBezTo>
                    <a:cubicBezTo>
                      <a:pt x="11263" y="4292"/>
                      <a:pt x="11025" y="3249"/>
                      <a:pt x="10578" y="2295"/>
                    </a:cubicBezTo>
                    <a:cubicBezTo>
                      <a:pt x="10429" y="1938"/>
                      <a:pt x="10250" y="1580"/>
                      <a:pt x="10042" y="1252"/>
                    </a:cubicBezTo>
                    <a:cubicBezTo>
                      <a:pt x="9923" y="1014"/>
                      <a:pt x="9774" y="805"/>
                      <a:pt x="9565" y="627"/>
                    </a:cubicBezTo>
                    <a:cubicBezTo>
                      <a:pt x="8880" y="120"/>
                      <a:pt x="7896" y="31"/>
                      <a:pt x="70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 rot="-5907885">
              <a:off x="6696727" y="2461402"/>
              <a:ext cx="4627716" cy="2660758"/>
              <a:chOff x="-1353330" y="3520065"/>
              <a:chExt cx="4627747" cy="2660776"/>
            </a:xfrm>
          </p:grpSpPr>
          <p:grpSp>
            <p:nvGrpSpPr>
              <p:cNvPr id="124" name="Google Shape;124;p4"/>
              <p:cNvGrpSpPr/>
              <p:nvPr/>
            </p:nvGrpSpPr>
            <p:grpSpPr>
              <a:xfrm>
                <a:off x="-1353330" y="3520065"/>
                <a:ext cx="4627747" cy="2660776"/>
                <a:chOff x="-1169555" y="3870652"/>
                <a:chExt cx="4627747" cy="2660776"/>
              </a:xfrm>
            </p:grpSpPr>
            <p:sp>
              <p:nvSpPr>
                <p:cNvPr id="125" name="Google Shape;125;p4"/>
                <p:cNvSpPr/>
                <p:nvPr/>
              </p:nvSpPr>
              <p:spPr>
                <a:xfrm rot="507869">
                  <a:off x="-1042781" y="4179074"/>
                  <a:ext cx="4341859" cy="2043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75" h="50732" extrusionOk="0">
                      <a:moveTo>
                        <a:pt x="19280" y="1"/>
                      </a:moveTo>
                      <a:cubicBezTo>
                        <a:pt x="14384" y="1"/>
                        <a:pt x="9338" y="2218"/>
                        <a:pt x="8075" y="7268"/>
                      </a:cubicBezTo>
                      <a:cubicBezTo>
                        <a:pt x="7241" y="10724"/>
                        <a:pt x="7598" y="14449"/>
                        <a:pt x="6615" y="17905"/>
                      </a:cubicBezTo>
                      <a:cubicBezTo>
                        <a:pt x="5721" y="21034"/>
                        <a:pt x="3755" y="23716"/>
                        <a:pt x="2414" y="26695"/>
                      </a:cubicBezTo>
                      <a:cubicBezTo>
                        <a:pt x="596" y="30777"/>
                        <a:pt x="0" y="35426"/>
                        <a:pt x="1162" y="39716"/>
                      </a:cubicBezTo>
                      <a:cubicBezTo>
                        <a:pt x="2324" y="44007"/>
                        <a:pt x="5364" y="47821"/>
                        <a:pt x="9476" y="49519"/>
                      </a:cubicBezTo>
                      <a:cubicBezTo>
                        <a:pt x="11357" y="50293"/>
                        <a:pt x="13318" y="50601"/>
                        <a:pt x="15314" y="50601"/>
                      </a:cubicBezTo>
                      <a:cubicBezTo>
                        <a:pt x="19547" y="50601"/>
                        <a:pt x="23938" y="49216"/>
                        <a:pt x="28069" y="47940"/>
                      </a:cubicBezTo>
                      <a:cubicBezTo>
                        <a:pt x="34622" y="45928"/>
                        <a:pt x="41399" y="44206"/>
                        <a:pt x="48226" y="44206"/>
                      </a:cubicBezTo>
                      <a:cubicBezTo>
                        <a:pt x="49283" y="44206"/>
                        <a:pt x="50341" y="44247"/>
                        <a:pt x="51399" y="44335"/>
                      </a:cubicBezTo>
                      <a:cubicBezTo>
                        <a:pt x="58282" y="44901"/>
                        <a:pt x="64868" y="47434"/>
                        <a:pt x="71602" y="49132"/>
                      </a:cubicBezTo>
                      <a:cubicBezTo>
                        <a:pt x="75244" y="50055"/>
                        <a:pt x="79063" y="50731"/>
                        <a:pt x="82819" y="50731"/>
                      </a:cubicBezTo>
                      <a:cubicBezTo>
                        <a:pt x="85975" y="50731"/>
                        <a:pt x="89087" y="50254"/>
                        <a:pt x="92012" y="49043"/>
                      </a:cubicBezTo>
                      <a:cubicBezTo>
                        <a:pt x="94426" y="48059"/>
                        <a:pt x="96661" y="46570"/>
                        <a:pt x="98150" y="44424"/>
                      </a:cubicBezTo>
                      <a:cubicBezTo>
                        <a:pt x="107775" y="30581"/>
                        <a:pt x="86591" y="19064"/>
                        <a:pt x="74895" y="19064"/>
                      </a:cubicBezTo>
                      <a:cubicBezTo>
                        <a:pt x="74533" y="19064"/>
                        <a:pt x="74179" y="19075"/>
                        <a:pt x="73836" y="19097"/>
                      </a:cubicBezTo>
                      <a:cubicBezTo>
                        <a:pt x="67567" y="19499"/>
                        <a:pt x="61181" y="22039"/>
                        <a:pt x="55078" y="22039"/>
                      </a:cubicBezTo>
                      <a:cubicBezTo>
                        <a:pt x="53030" y="22039"/>
                        <a:pt x="51014" y="21753"/>
                        <a:pt x="49046" y="21004"/>
                      </a:cubicBezTo>
                      <a:cubicBezTo>
                        <a:pt x="42043" y="18352"/>
                        <a:pt x="38319" y="10933"/>
                        <a:pt x="32836" y="5868"/>
                      </a:cubicBezTo>
                      <a:cubicBezTo>
                        <a:pt x="30959" y="4110"/>
                        <a:pt x="28843" y="2709"/>
                        <a:pt x="26549" y="1636"/>
                      </a:cubicBezTo>
                      <a:cubicBezTo>
                        <a:pt x="24851" y="862"/>
                        <a:pt x="23033" y="355"/>
                        <a:pt x="21215" y="117"/>
                      </a:cubicBezTo>
                      <a:cubicBezTo>
                        <a:pt x="20579" y="40"/>
                        <a:pt x="19931" y="1"/>
                        <a:pt x="1928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126;p4"/>
                <p:cNvSpPr/>
                <p:nvPr/>
              </p:nvSpPr>
              <p:spPr>
                <a:xfrm>
                  <a:off x="-338823" y="4322666"/>
                  <a:ext cx="3797016" cy="1953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48" h="48480" fill="none" extrusionOk="0">
                      <a:moveTo>
                        <a:pt x="15196" y="1252"/>
                      </a:moveTo>
                      <a:cubicBezTo>
                        <a:pt x="20828" y="1"/>
                        <a:pt x="26698" y="1639"/>
                        <a:pt x="30899" y="5573"/>
                      </a:cubicBezTo>
                      <a:cubicBezTo>
                        <a:pt x="36173" y="10638"/>
                        <a:pt x="38051" y="18832"/>
                        <a:pt x="44129" y="22914"/>
                      </a:cubicBezTo>
                      <a:cubicBezTo>
                        <a:pt x="48450" y="25804"/>
                        <a:pt x="54081" y="25953"/>
                        <a:pt x="59206" y="25089"/>
                      </a:cubicBezTo>
                      <a:cubicBezTo>
                        <a:pt x="64331" y="24225"/>
                        <a:pt x="69307" y="22437"/>
                        <a:pt x="74492" y="21812"/>
                      </a:cubicBezTo>
                      <a:cubicBezTo>
                        <a:pt x="79647" y="21156"/>
                        <a:pt x="85308" y="21812"/>
                        <a:pt x="89241" y="25208"/>
                      </a:cubicBezTo>
                      <a:cubicBezTo>
                        <a:pt x="91625" y="27354"/>
                        <a:pt x="93234" y="30244"/>
                        <a:pt x="93830" y="33403"/>
                      </a:cubicBezTo>
                      <a:cubicBezTo>
                        <a:pt x="94187" y="35339"/>
                        <a:pt x="94247" y="37425"/>
                        <a:pt x="93472" y="39243"/>
                      </a:cubicBezTo>
                      <a:cubicBezTo>
                        <a:pt x="92549" y="41418"/>
                        <a:pt x="90642" y="42967"/>
                        <a:pt x="88586" y="44129"/>
                      </a:cubicBezTo>
                      <a:cubicBezTo>
                        <a:pt x="81017" y="48480"/>
                        <a:pt x="71333" y="48420"/>
                        <a:pt x="63318" y="44964"/>
                      </a:cubicBezTo>
                      <a:cubicBezTo>
                        <a:pt x="59623" y="43384"/>
                        <a:pt x="56226" y="41120"/>
                        <a:pt x="52383" y="40017"/>
                      </a:cubicBezTo>
                      <a:cubicBezTo>
                        <a:pt x="39868" y="36412"/>
                        <a:pt x="26668" y="45470"/>
                        <a:pt x="13826" y="43206"/>
                      </a:cubicBezTo>
                      <a:cubicBezTo>
                        <a:pt x="11085" y="42699"/>
                        <a:pt x="8373" y="41656"/>
                        <a:pt x="6377" y="39690"/>
                      </a:cubicBezTo>
                      <a:cubicBezTo>
                        <a:pt x="4202" y="37514"/>
                        <a:pt x="3129" y="34445"/>
                        <a:pt x="2473" y="31406"/>
                      </a:cubicBezTo>
                      <a:cubicBezTo>
                        <a:pt x="0" y="19964"/>
                        <a:pt x="1490" y="4381"/>
                        <a:pt x="15196" y="1252"/>
                      </a:cubicBezTo>
                      <a:close/>
                    </a:path>
                  </a:pathLst>
                </a:custGeom>
                <a:noFill/>
                <a:ln w="9675" cap="flat" cmpd="sng">
                  <a:solidFill>
                    <a:schemeClr val="accent1"/>
                  </a:solidFill>
                  <a:prstDash val="solid"/>
                  <a:miter lim="297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7" name="Google Shape;127;p4"/>
                <p:cNvGrpSpPr/>
                <p:nvPr/>
              </p:nvGrpSpPr>
              <p:grpSpPr>
                <a:xfrm>
                  <a:off x="174564" y="4842646"/>
                  <a:ext cx="824338" cy="865398"/>
                  <a:chOff x="126952" y="4637346"/>
                  <a:chExt cx="824338" cy="865398"/>
                </a:xfrm>
              </p:grpSpPr>
              <p:sp>
                <p:nvSpPr>
                  <p:cNvPr id="128" name="Google Shape;128;p4"/>
                  <p:cNvSpPr/>
                  <p:nvPr/>
                </p:nvSpPr>
                <p:spPr>
                  <a:xfrm>
                    <a:off x="787480" y="5298317"/>
                    <a:ext cx="94716" cy="65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1" h="1614" extrusionOk="0">
                        <a:moveTo>
                          <a:pt x="1259" y="0"/>
                        </a:moveTo>
                        <a:cubicBezTo>
                          <a:pt x="928" y="0"/>
                          <a:pt x="550" y="221"/>
                          <a:pt x="233" y="825"/>
                        </a:cubicBezTo>
                        <a:cubicBezTo>
                          <a:pt x="1" y="1270"/>
                          <a:pt x="471" y="1614"/>
                          <a:pt x="1025" y="1614"/>
                        </a:cubicBezTo>
                        <a:cubicBezTo>
                          <a:pt x="1325" y="1614"/>
                          <a:pt x="1650" y="1513"/>
                          <a:pt x="1901" y="1272"/>
                        </a:cubicBezTo>
                        <a:cubicBezTo>
                          <a:pt x="2351" y="803"/>
                          <a:pt x="1890" y="0"/>
                          <a:pt x="125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" name="Google Shape;129;p4"/>
                  <p:cNvSpPr/>
                  <p:nvPr/>
                </p:nvSpPr>
                <p:spPr>
                  <a:xfrm>
                    <a:off x="857984" y="5042204"/>
                    <a:ext cx="93306" cy="876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6" h="2176" extrusionOk="0">
                        <a:moveTo>
                          <a:pt x="1092" y="1"/>
                        </a:moveTo>
                        <a:cubicBezTo>
                          <a:pt x="596" y="1"/>
                          <a:pt x="99" y="387"/>
                          <a:pt x="32" y="1402"/>
                        </a:cubicBezTo>
                        <a:cubicBezTo>
                          <a:pt x="0" y="1860"/>
                          <a:pt x="488" y="2176"/>
                          <a:pt x="1007" y="2176"/>
                        </a:cubicBezTo>
                        <a:cubicBezTo>
                          <a:pt x="1466" y="2176"/>
                          <a:pt x="1950" y="1928"/>
                          <a:pt x="2118" y="1312"/>
                        </a:cubicBezTo>
                        <a:cubicBezTo>
                          <a:pt x="2315" y="588"/>
                          <a:pt x="1704" y="1"/>
                          <a:pt x="109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" name="Google Shape;130;p4"/>
                  <p:cNvSpPr/>
                  <p:nvPr/>
                </p:nvSpPr>
                <p:spPr>
                  <a:xfrm>
                    <a:off x="403088" y="5404356"/>
                    <a:ext cx="149346" cy="98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07" h="2442" extrusionOk="0">
                        <a:moveTo>
                          <a:pt x="1594" y="1"/>
                        </a:moveTo>
                        <a:cubicBezTo>
                          <a:pt x="1549" y="1"/>
                          <a:pt x="1504" y="4"/>
                          <a:pt x="1460" y="11"/>
                        </a:cubicBezTo>
                        <a:cubicBezTo>
                          <a:pt x="477" y="160"/>
                          <a:pt x="0" y="1143"/>
                          <a:pt x="268" y="1709"/>
                        </a:cubicBezTo>
                        <a:cubicBezTo>
                          <a:pt x="521" y="2230"/>
                          <a:pt x="890" y="2441"/>
                          <a:pt x="1336" y="2441"/>
                        </a:cubicBezTo>
                        <a:cubicBezTo>
                          <a:pt x="1733" y="2441"/>
                          <a:pt x="2191" y="2274"/>
                          <a:pt x="2682" y="2007"/>
                        </a:cubicBezTo>
                        <a:cubicBezTo>
                          <a:pt x="3707" y="1466"/>
                          <a:pt x="2556" y="1"/>
                          <a:pt x="159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4"/>
                  <p:cNvSpPr/>
                  <p:nvPr/>
                </p:nvSpPr>
                <p:spPr>
                  <a:xfrm>
                    <a:off x="126952" y="5265602"/>
                    <a:ext cx="176540" cy="128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2" h="3198" extrusionOk="0">
                        <a:moveTo>
                          <a:pt x="2558" y="0"/>
                        </a:moveTo>
                        <a:cubicBezTo>
                          <a:pt x="1385" y="0"/>
                          <a:pt x="0" y="1673"/>
                          <a:pt x="329" y="2531"/>
                        </a:cubicBezTo>
                        <a:cubicBezTo>
                          <a:pt x="510" y="3028"/>
                          <a:pt x="888" y="3198"/>
                          <a:pt x="1296" y="3198"/>
                        </a:cubicBezTo>
                        <a:cubicBezTo>
                          <a:pt x="1694" y="3198"/>
                          <a:pt x="2120" y="3036"/>
                          <a:pt x="2415" y="2859"/>
                        </a:cubicBezTo>
                        <a:cubicBezTo>
                          <a:pt x="3130" y="2442"/>
                          <a:pt x="4381" y="1012"/>
                          <a:pt x="3159" y="177"/>
                        </a:cubicBezTo>
                        <a:cubicBezTo>
                          <a:pt x="2973" y="55"/>
                          <a:pt x="2769" y="0"/>
                          <a:pt x="255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4"/>
                  <p:cNvSpPr/>
                  <p:nvPr/>
                </p:nvSpPr>
                <p:spPr>
                  <a:xfrm>
                    <a:off x="530319" y="4637346"/>
                    <a:ext cx="173357" cy="114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3" h="2839" extrusionOk="0">
                        <a:moveTo>
                          <a:pt x="1802" y="0"/>
                        </a:moveTo>
                        <a:cubicBezTo>
                          <a:pt x="1757" y="0"/>
                          <a:pt x="1713" y="3"/>
                          <a:pt x="1669" y="9"/>
                        </a:cubicBezTo>
                        <a:cubicBezTo>
                          <a:pt x="537" y="188"/>
                          <a:pt x="1" y="1320"/>
                          <a:pt x="299" y="1975"/>
                        </a:cubicBezTo>
                        <a:cubicBezTo>
                          <a:pt x="598" y="2590"/>
                          <a:pt x="1023" y="2838"/>
                          <a:pt x="1537" y="2838"/>
                        </a:cubicBezTo>
                        <a:cubicBezTo>
                          <a:pt x="1995" y="2838"/>
                          <a:pt x="2524" y="2642"/>
                          <a:pt x="3100" y="2333"/>
                        </a:cubicBezTo>
                        <a:cubicBezTo>
                          <a:pt x="4303" y="1731"/>
                          <a:pt x="2917" y="0"/>
                          <a:pt x="180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4"/>
                  <p:cNvSpPr/>
                  <p:nvPr/>
                </p:nvSpPr>
                <p:spPr>
                  <a:xfrm>
                    <a:off x="304623" y="4999941"/>
                    <a:ext cx="192776" cy="157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5" h="3902" extrusionOk="0">
                        <a:moveTo>
                          <a:pt x="2645" y="1"/>
                        </a:moveTo>
                        <a:cubicBezTo>
                          <a:pt x="1976" y="1"/>
                          <a:pt x="1239" y="345"/>
                          <a:pt x="627" y="1020"/>
                        </a:cubicBezTo>
                        <a:cubicBezTo>
                          <a:pt x="1" y="1706"/>
                          <a:pt x="388" y="3315"/>
                          <a:pt x="1342" y="3821"/>
                        </a:cubicBezTo>
                        <a:cubicBezTo>
                          <a:pt x="1439" y="3876"/>
                          <a:pt x="1553" y="3901"/>
                          <a:pt x="1678" y="3901"/>
                        </a:cubicBezTo>
                        <a:cubicBezTo>
                          <a:pt x="2783" y="3901"/>
                          <a:pt x="4785" y="1939"/>
                          <a:pt x="4143" y="842"/>
                        </a:cubicBezTo>
                        <a:cubicBezTo>
                          <a:pt x="3790" y="278"/>
                          <a:pt x="3245" y="1"/>
                          <a:pt x="2645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4"/>
                  <p:cNvSpPr/>
                  <p:nvPr/>
                </p:nvSpPr>
                <p:spPr>
                  <a:xfrm>
                    <a:off x="701142" y="4908003"/>
                    <a:ext cx="114940" cy="796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3" h="1977" extrusionOk="0">
                        <a:moveTo>
                          <a:pt x="1541" y="1"/>
                        </a:moveTo>
                        <a:cubicBezTo>
                          <a:pt x="1140" y="1"/>
                          <a:pt x="679" y="270"/>
                          <a:pt x="290" y="1008"/>
                        </a:cubicBezTo>
                        <a:cubicBezTo>
                          <a:pt x="0" y="1548"/>
                          <a:pt x="573" y="1976"/>
                          <a:pt x="1239" y="1976"/>
                        </a:cubicBezTo>
                        <a:cubicBezTo>
                          <a:pt x="1602" y="1976"/>
                          <a:pt x="1992" y="1849"/>
                          <a:pt x="2286" y="1544"/>
                        </a:cubicBezTo>
                        <a:cubicBezTo>
                          <a:pt x="2853" y="978"/>
                          <a:pt x="2305" y="1"/>
                          <a:pt x="1541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" name="Google Shape;135;p4"/>
                  <p:cNvSpPr/>
                  <p:nvPr/>
                </p:nvSpPr>
                <p:spPr>
                  <a:xfrm>
                    <a:off x="549456" y="5148363"/>
                    <a:ext cx="93346" cy="877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7" h="2178" extrusionOk="0">
                        <a:moveTo>
                          <a:pt x="1068" y="0"/>
                        </a:moveTo>
                        <a:cubicBezTo>
                          <a:pt x="573" y="0"/>
                          <a:pt x="85" y="383"/>
                          <a:pt x="32" y="1389"/>
                        </a:cubicBezTo>
                        <a:cubicBezTo>
                          <a:pt x="1" y="1863"/>
                          <a:pt x="489" y="2178"/>
                          <a:pt x="1007" y="2178"/>
                        </a:cubicBezTo>
                        <a:cubicBezTo>
                          <a:pt x="1467" y="2178"/>
                          <a:pt x="1950" y="1931"/>
                          <a:pt x="2118" y="1329"/>
                        </a:cubicBezTo>
                        <a:cubicBezTo>
                          <a:pt x="2317" y="600"/>
                          <a:pt x="1687" y="0"/>
                          <a:pt x="106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36" name="Google Shape;136;p4"/>
              <p:cNvGrpSpPr/>
              <p:nvPr/>
            </p:nvGrpSpPr>
            <p:grpSpPr>
              <a:xfrm rot="-5189473">
                <a:off x="2253939" y="4941538"/>
                <a:ext cx="174891" cy="258493"/>
                <a:chOff x="5171724" y="4121190"/>
                <a:chExt cx="174895" cy="258500"/>
              </a:xfrm>
            </p:grpSpPr>
            <p:sp>
              <p:nvSpPr>
                <p:cNvPr id="137" name="Google Shape;137;p4"/>
                <p:cNvSpPr/>
                <p:nvPr/>
              </p:nvSpPr>
              <p:spPr>
                <a:xfrm rot="1477300">
                  <a:off x="5253981" y="4126236"/>
                  <a:ext cx="60638" cy="166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5" h="6480" extrusionOk="0">
                      <a:moveTo>
                        <a:pt x="880" y="0"/>
                      </a:moveTo>
                      <a:cubicBezTo>
                        <a:pt x="827" y="0"/>
                        <a:pt x="773" y="6"/>
                        <a:pt x="716" y="19"/>
                      </a:cubicBezTo>
                      <a:cubicBezTo>
                        <a:pt x="298" y="93"/>
                        <a:pt x="135" y="436"/>
                        <a:pt x="90" y="823"/>
                      </a:cubicBezTo>
                      <a:cubicBezTo>
                        <a:pt x="60" y="1077"/>
                        <a:pt x="60" y="1330"/>
                        <a:pt x="75" y="1583"/>
                      </a:cubicBezTo>
                      <a:cubicBezTo>
                        <a:pt x="135" y="2581"/>
                        <a:pt x="120" y="3564"/>
                        <a:pt x="30" y="4548"/>
                      </a:cubicBezTo>
                      <a:cubicBezTo>
                        <a:pt x="1" y="4905"/>
                        <a:pt x="15" y="5278"/>
                        <a:pt x="60" y="5635"/>
                      </a:cubicBezTo>
                      <a:cubicBezTo>
                        <a:pt x="120" y="6067"/>
                        <a:pt x="343" y="6410"/>
                        <a:pt x="805" y="6470"/>
                      </a:cubicBezTo>
                      <a:cubicBezTo>
                        <a:pt x="850" y="6476"/>
                        <a:pt x="895" y="6479"/>
                        <a:pt x="939" y="6479"/>
                      </a:cubicBezTo>
                      <a:cubicBezTo>
                        <a:pt x="1309" y="6479"/>
                        <a:pt x="1655" y="6262"/>
                        <a:pt x="1788" y="5903"/>
                      </a:cubicBezTo>
                      <a:cubicBezTo>
                        <a:pt x="1937" y="5620"/>
                        <a:pt x="2056" y="5308"/>
                        <a:pt x="2131" y="4995"/>
                      </a:cubicBezTo>
                      <a:cubicBezTo>
                        <a:pt x="2354" y="3654"/>
                        <a:pt x="2265" y="2268"/>
                        <a:pt x="1848" y="972"/>
                      </a:cubicBezTo>
                      <a:cubicBezTo>
                        <a:pt x="1788" y="838"/>
                        <a:pt x="1729" y="689"/>
                        <a:pt x="1669" y="555"/>
                      </a:cubicBezTo>
                      <a:cubicBezTo>
                        <a:pt x="1439" y="223"/>
                        <a:pt x="1198" y="0"/>
                        <a:pt x="88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4"/>
                <p:cNvSpPr/>
                <p:nvPr/>
              </p:nvSpPr>
              <p:spPr>
                <a:xfrm rot="1477300">
                  <a:off x="5182002" y="4312448"/>
                  <a:ext cx="48356" cy="598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8" h="2326" extrusionOk="0">
                      <a:moveTo>
                        <a:pt x="1026" y="0"/>
                      </a:moveTo>
                      <a:cubicBezTo>
                        <a:pt x="855" y="0"/>
                        <a:pt x="683" y="69"/>
                        <a:pt x="551" y="214"/>
                      </a:cubicBezTo>
                      <a:cubicBezTo>
                        <a:pt x="164" y="617"/>
                        <a:pt x="0" y="1168"/>
                        <a:pt x="89" y="1719"/>
                      </a:cubicBezTo>
                      <a:cubicBezTo>
                        <a:pt x="132" y="2084"/>
                        <a:pt x="447" y="2326"/>
                        <a:pt x="781" y="2326"/>
                      </a:cubicBezTo>
                      <a:cubicBezTo>
                        <a:pt x="910" y="2326"/>
                        <a:pt x="1042" y="2290"/>
                        <a:pt x="1162" y="2211"/>
                      </a:cubicBezTo>
                      <a:cubicBezTo>
                        <a:pt x="1639" y="1913"/>
                        <a:pt x="1877" y="795"/>
                        <a:pt x="1579" y="319"/>
                      </a:cubicBezTo>
                      <a:cubicBezTo>
                        <a:pt x="1454" y="111"/>
                        <a:pt x="1242" y="0"/>
                        <a:pt x="1026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39" name="Google Shape;139;p4"/>
          <p:cNvSpPr txBox="1">
            <a:spLocks noGrp="1"/>
          </p:cNvSpPr>
          <p:nvPr>
            <p:ph type="title"/>
          </p:nvPr>
        </p:nvSpPr>
        <p:spPr>
          <a:xfrm>
            <a:off x="714575" y="461300"/>
            <a:ext cx="64389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100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"/>
          <p:cNvSpPr txBox="1">
            <a:spLocks noGrp="1"/>
          </p:cNvSpPr>
          <p:nvPr>
            <p:ph type="body" idx="1"/>
          </p:nvPr>
        </p:nvSpPr>
        <p:spPr>
          <a:xfrm>
            <a:off x="714575" y="1768925"/>
            <a:ext cx="7714800" cy="27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200">
                <a:solidFill>
                  <a:srgbClr val="000000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5"/>
          <p:cNvGrpSpPr/>
          <p:nvPr/>
        </p:nvGrpSpPr>
        <p:grpSpPr>
          <a:xfrm>
            <a:off x="-1255310" y="33427"/>
            <a:ext cx="10438835" cy="5892410"/>
            <a:chOff x="-1255310" y="33427"/>
            <a:chExt cx="10438835" cy="5892410"/>
          </a:xfrm>
        </p:grpSpPr>
        <p:grpSp>
          <p:nvGrpSpPr>
            <p:cNvPr id="143" name="Google Shape;143;p5"/>
            <p:cNvGrpSpPr/>
            <p:nvPr/>
          </p:nvGrpSpPr>
          <p:grpSpPr>
            <a:xfrm>
              <a:off x="-1255310" y="3746590"/>
              <a:ext cx="4444157" cy="2179248"/>
              <a:chOff x="-1013962" y="3673802"/>
              <a:chExt cx="4444157" cy="2179248"/>
            </a:xfrm>
          </p:grpSpPr>
          <p:grpSp>
            <p:nvGrpSpPr>
              <p:cNvPr id="144" name="Google Shape;144;p5"/>
              <p:cNvGrpSpPr/>
              <p:nvPr/>
            </p:nvGrpSpPr>
            <p:grpSpPr>
              <a:xfrm>
                <a:off x="-1013962" y="3673802"/>
                <a:ext cx="4444157" cy="2179248"/>
                <a:chOff x="-830187" y="4024390"/>
                <a:chExt cx="4444157" cy="2179248"/>
              </a:xfrm>
            </p:grpSpPr>
            <p:sp>
              <p:nvSpPr>
                <p:cNvPr id="145" name="Google Shape;145;p5"/>
                <p:cNvSpPr/>
                <p:nvPr/>
              </p:nvSpPr>
              <p:spPr>
                <a:xfrm>
                  <a:off x="-830187" y="4024390"/>
                  <a:ext cx="4341985" cy="2043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75" h="50732" extrusionOk="0">
                      <a:moveTo>
                        <a:pt x="19280" y="1"/>
                      </a:moveTo>
                      <a:cubicBezTo>
                        <a:pt x="14384" y="1"/>
                        <a:pt x="9338" y="2218"/>
                        <a:pt x="8075" y="7268"/>
                      </a:cubicBezTo>
                      <a:cubicBezTo>
                        <a:pt x="7241" y="10724"/>
                        <a:pt x="7598" y="14449"/>
                        <a:pt x="6615" y="17905"/>
                      </a:cubicBezTo>
                      <a:cubicBezTo>
                        <a:pt x="5721" y="21034"/>
                        <a:pt x="3755" y="23716"/>
                        <a:pt x="2414" y="26695"/>
                      </a:cubicBezTo>
                      <a:cubicBezTo>
                        <a:pt x="596" y="30777"/>
                        <a:pt x="0" y="35426"/>
                        <a:pt x="1162" y="39716"/>
                      </a:cubicBezTo>
                      <a:cubicBezTo>
                        <a:pt x="2324" y="44007"/>
                        <a:pt x="5364" y="47821"/>
                        <a:pt x="9476" y="49519"/>
                      </a:cubicBezTo>
                      <a:cubicBezTo>
                        <a:pt x="11357" y="50293"/>
                        <a:pt x="13318" y="50601"/>
                        <a:pt x="15314" y="50601"/>
                      </a:cubicBezTo>
                      <a:cubicBezTo>
                        <a:pt x="19547" y="50601"/>
                        <a:pt x="23938" y="49216"/>
                        <a:pt x="28069" y="47940"/>
                      </a:cubicBezTo>
                      <a:cubicBezTo>
                        <a:pt x="34622" y="45928"/>
                        <a:pt x="41399" y="44206"/>
                        <a:pt x="48226" y="44206"/>
                      </a:cubicBezTo>
                      <a:cubicBezTo>
                        <a:pt x="49283" y="44206"/>
                        <a:pt x="50341" y="44247"/>
                        <a:pt x="51399" y="44335"/>
                      </a:cubicBezTo>
                      <a:cubicBezTo>
                        <a:pt x="58282" y="44901"/>
                        <a:pt x="64868" y="47434"/>
                        <a:pt x="71602" y="49132"/>
                      </a:cubicBezTo>
                      <a:cubicBezTo>
                        <a:pt x="75244" y="50055"/>
                        <a:pt x="79063" y="50731"/>
                        <a:pt x="82819" y="50731"/>
                      </a:cubicBezTo>
                      <a:cubicBezTo>
                        <a:pt x="85975" y="50731"/>
                        <a:pt x="89087" y="50254"/>
                        <a:pt x="92012" y="49043"/>
                      </a:cubicBezTo>
                      <a:cubicBezTo>
                        <a:pt x="94426" y="48059"/>
                        <a:pt x="96661" y="46570"/>
                        <a:pt x="98150" y="44424"/>
                      </a:cubicBezTo>
                      <a:cubicBezTo>
                        <a:pt x="107775" y="30581"/>
                        <a:pt x="86591" y="19064"/>
                        <a:pt x="74895" y="19064"/>
                      </a:cubicBezTo>
                      <a:cubicBezTo>
                        <a:pt x="74533" y="19064"/>
                        <a:pt x="74179" y="19075"/>
                        <a:pt x="73836" y="19097"/>
                      </a:cubicBezTo>
                      <a:cubicBezTo>
                        <a:pt x="67567" y="19499"/>
                        <a:pt x="61181" y="22039"/>
                        <a:pt x="55078" y="22039"/>
                      </a:cubicBezTo>
                      <a:cubicBezTo>
                        <a:pt x="53030" y="22039"/>
                        <a:pt x="51014" y="21753"/>
                        <a:pt x="49046" y="21004"/>
                      </a:cubicBezTo>
                      <a:cubicBezTo>
                        <a:pt x="42043" y="18352"/>
                        <a:pt x="38319" y="10933"/>
                        <a:pt x="32836" y="5868"/>
                      </a:cubicBezTo>
                      <a:cubicBezTo>
                        <a:pt x="30959" y="4110"/>
                        <a:pt x="28843" y="2709"/>
                        <a:pt x="26549" y="1636"/>
                      </a:cubicBezTo>
                      <a:cubicBezTo>
                        <a:pt x="24851" y="862"/>
                        <a:pt x="23033" y="355"/>
                        <a:pt x="21215" y="117"/>
                      </a:cubicBezTo>
                      <a:cubicBezTo>
                        <a:pt x="20579" y="40"/>
                        <a:pt x="19931" y="1"/>
                        <a:pt x="1928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" name="Google Shape;146;p5"/>
                <p:cNvSpPr/>
                <p:nvPr/>
              </p:nvSpPr>
              <p:spPr>
                <a:xfrm rot="-207900">
                  <a:off x="-238709" y="4137361"/>
                  <a:ext cx="3797125" cy="1953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48" h="48480" fill="none" extrusionOk="0">
                      <a:moveTo>
                        <a:pt x="15196" y="1252"/>
                      </a:moveTo>
                      <a:cubicBezTo>
                        <a:pt x="20828" y="1"/>
                        <a:pt x="26698" y="1639"/>
                        <a:pt x="30899" y="5573"/>
                      </a:cubicBezTo>
                      <a:cubicBezTo>
                        <a:pt x="36173" y="10638"/>
                        <a:pt x="38051" y="18832"/>
                        <a:pt x="44129" y="22914"/>
                      </a:cubicBezTo>
                      <a:cubicBezTo>
                        <a:pt x="48450" y="25804"/>
                        <a:pt x="54081" y="25953"/>
                        <a:pt x="59206" y="25089"/>
                      </a:cubicBezTo>
                      <a:cubicBezTo>
                        <a:pt x="64331" y="24225"/>
                        <a:pt x="69307" y="22437"/>
                        <a:pt x="74492" y="21812"/>
                      </a:cubicBezTo>
                      <a:cubicBezTo>
                        <a:pt x="79647" y="21156"/>
                        <a:pt x="85308" y="21812"/>
                        <a:pt x="89241" y="25208"/>
                      </a:cubicBezTo>
                      <a:cubicBezTo>
                        <a:pt x="91625" y="27354"/>
                        <a:pt x="93234" y="30244"/>
                        <a:pt x="93830" y="33403"/>
                      </a:cubicBezTo>
                      <a:cubicBezTo>
                        <a:pt x="94187" y="35339"/>
                        <a:pt x="94247" y="37425"/>
                        <a:pt x="93472" y="39243"/>
                      </a:cubicBezTo>
                      <a:cubicBezTo>
                        <a:pt x="92549" y="41418"/>
                        <a:pt x="90642" y="42967"/>
                        <a:pt x="88586" y="44129"/>
                      </a:cubicBezTo>
                      <a:cubicBezTo>
                        <a:pt x="81017" y="48480"/>
                        <a:pt x="71333" y="48420"/>
                        <a:pt x="63318" y="44964"/>
                      </a:cubicBezTo>
                      <a:cubicBezTo>
                        <a:pt x="59623" y="43384"/>
                        <a:pt x="56226" y="41120"/>
                        <a:pt x="52383" y="40017"/>
                      </a:cubicBezTo>
                      <a:cubicBezTo>
                        <a:pt x="39868" y="36412"/>
                        <a:pt x="26668" y="45470"/>
                        <a:pt x="13826" y="43206"/>
                      </a:cubicBezTo>
                      <a:cubicBezTo>
                        <a:pt x="11085" y="42699"/>
                        <a:pt x="8373" y="41656"/>
                        <a:pt x="6377" y="39690"/>
                      </a:cubicBezTo>
                      <a:cubicBezTo>
                        <a:pt x="4202" y="37514"/>
                        <a:pt x="3129" y="34445"/>
                        <a:pt x="2473" y="31406"/>
                      </a:cubicBezTo>
                      <a:cubicBezTo>
                        <a:pt x="0" y="19964"/>
                        <a:pt x="1490" y="4381"/>
                        <a:pt x="15196" y="1252"/>
                      </a:cubicBezTo>
                      <a:close/>
                    </a:path>
                  </a:pathLst>
                </a:custGeom>
                <a:noFill/>
                <a:ln w="9675" cap="flat" cmpd="sng">
                  <a:solidFill>
                    <a:schemeClr val="accent1"/>
                  </a:solidFill>
                  <a:prstDash val="solid"/>
                  <a:miter lim="297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47" name="Google Shape;147;p5"/>
                <p:cNvGrpSpPr/>
                <p:nvPr/>
              </p:nvGrpSpPr>
              <p:grpSpPr>
                <a:xfrm>
                  <a:off x="174564" y="4842646"/>
                  <a:ext cx="824338" cy="865398"/>
                  <a:chOff x="126952" y="4637346"/>
                  <a:chExt cx="824338" cy="865398"/>
                </a:xfrm>
              </p:grpSpPr>
              <p:sp>
                <p:nvSpPr>
                  <p:cNvPr id="148" name="Google Shape;148;p5"/>
                  <p:cNvSpPr/>
                  <p:nvPr/>
                </p:nvSpPr>
                <p:spPr>
                  <a:xfrm>
                    <a:off x="787480" y="5298317"/>
                    <a:ext cx="94716" cy="65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1" h="1614" extrusionOk="0">
                        <a:moveTo>
                          <a:pt x="1259" y="0"/>
                        </a:moveTo>
                        <a:cubicBezTo>
                          <a:pt x="928" y="0"/>
                          <a:pt x="550" y="221"/>
                          <a:pt x="233" y="825"/>
                        </a:cubicBezTo>
                        <a:cubicBezTo>
                          <a:pt x="1" y="1270"/>
                          <a:pt x="471" y="1614"/>
                          <a:pt x="1025" y="1614"/>
                        </a:cubicBezTo>
                        <a:cubicBezTo>
                          <a:pt x="1325" y="1614"/>
                          <a:pt x="1650" y="1513"/>
                          <a:pt x="1901" y="1272"/>
                        </a:cubicBezTo>
                        <a:cubicBezTo>
                          <a:pt x="2351" y="803"/>
                          <a:pt x="1890" y="0"/>
                          <a:pt x="125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" name="Google Shape;149;p5"/>
                  <p:cNvSpPr/>
                  <p:nvPr/>
                </p:nvSpPr>
                <p:spPr>
                  <a:xfrm>
                    <a:off x="857984" y="5042204"/>
                    <a:ext cx="93306" cy="876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6" h="2176" extrusionOk="0">
                        <a:moveTo>
                          <a:pt x="1092" y="1"/>
                        </a:moveTo>
                        <a:cubicBezTo>
                          <a:pt x="596" y="1"/>
                          <a:pt x="99" y="387"/>
                          <a:pt x="32" y="1402"/>
                        </a:cubicBezTo>
                        <a:cubicBezTo>
                          <a:pt x="0" y="1860"/>
                          <a:pt x="488" y="2176"/>
                          <a:pt x="1007" y="2176"/>
                        </a:cubicBezTo>
                        <a:cubicBezTo>
                          <a:pt x="1466" y="2176"/>
                          <a:pt x="1950" y="1928"/>
                          <a:pt x="2118" y="1312"/>
                        </a:cubicBezTo>
                        <a:cubicBezTo>
                          <a:pt x="2315" y="588"/>
                          <a:pt x="1704" y="1"/>
                          <a:pt x="109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" name="Google Shape;150;p5"/>
                  <p:cNvSpPr/>
                  <p:nvPr/>
                </p:nvSpPr>
                <p:spPr>
                  <a:xfrm>
                    <a:off x="403088" y="5404356"/>
                    <a:ext cx="149346" cy="98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07" h="2442" extrusionOk="0">
                        <a:moveTo>
                          <a:pt x="1594" y="1"/>
                        </a:moveTo>
                        <a:cubicBezTo>
                          <a:pt x="1549" y="1"/>
                          <a:pt x="1504" y="4"/>
                          <a:pt x="1460" y="11"/>
                        </a:cubicBezTo>
                        <a:cubicBezTo>
                          <a:pt x="477" y="160"/>
                          <a:pt x="0" y="1143"/>
                          <a:pt x="268" y="1709"/>
                        </a:cubicBezTo>
                        <a:cubicBezTo>
                          <a:pt x="521" y="2230"/>
                          <a:pt x="890" y="2441"/>
                          <a:pt x="1336" y="2441"/>
                        </a:cubicBezTo>
                        <a:cubicBezTo>
                          <a:pt x="1733" y="2441"/>
                          <a:pt x="2191" y="2274"/>
                          <a:pt x="2682" y="2007"/>
                        </a:cubicBezTo>
                        <a:cubicBezTo>
                          <a:pt x="3707" y="1466"/>
                          <a:pt x="2556" y="1"/>
                          <a:pt x="159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" name="Google Shape;151;p5"/>
                  <p:cNvSpPr/>
                  <p:nvPr/>
                </p:nvSpPr>
                <p:spPr>
                  <a:xfrm>
                    <a:off x="126952" y="5265602"/>
                    <a:ext cx="176540" cy="128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2" h="3198" extrusionOk="0">
                        <a:moveTo>
                          <a:pt x="2558" y="0"/>
                        </a:moveTo>
                        <a:cubicBezTo>
                          <a:pt x="1385" y="0"/>
                          <a:pt x="0" y="1673"/>
                          <a:pt x="329" y="2531"/>
                        </a:cubicBezTo>
                        <a:cubicBezTo>
                          <a:pt x="510" y="3028"/>
                          <a:pt x="888" y="3198"/>
                          <a:pt x="1296" y="3198"/>
                        </a:cubicBezTo>
                        <a:cubicBezTo>
                          <a:pt x="1694" y="3198"/>
                          <a:pt x="2120" y="3036"/>
                          <a:pt x="2415" y="2859"/>
                        </a:cubicBezTo>
                        <a:cubicBezTo>
                          <a:pt x="3130" y="2442"/>
                          <a:pt x="4381" y="1012"/>
                          <a:pt x="3159" y="177"/>
                        </a:cubicBezTo>
                        <a:cubicBezTo>
                          <a:pt x="2973" y="55"/>
                          <a:pt x="2769" y="0"/>
                          <a:pt x="255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" name="Google Shape;152;p5"/>
                  <p:cNvSpPr/>
                  <p:nvPr/>
                </p:nvSpPr>
                <p:spPr>
                  <a:xfrm>
                    <a:off x="530319" y="4637346"/>
                    <a:ext cx="173357" cy="114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3" h="2839" extrusionOk="0">
                        <a:moveTo>
                          <a:pt x="1802" y="0"/>
                        </a:moveTo>
                        <a:cubicBezTo>
                          <a:pt x="1757" y="0"/>
                          <a:pt x="1713" y="3"/>
                          <a:pt x="1669" y="9"/>
                        </a:cubicBezTo>
                        <a:cubicBezTo>
                          <a:pt x="537" y="188"/>
                          <a:pt x="1" y="1320"/>
                          <a:pt x="299" y="1975"/>
                        </a:cubicBezTo>
                        <a:cubicBezTo>
                          <a:pt x="598" y="2590"/>
                          <a:pt x="1023" y="2838"/>
                          <a:pt x="1537" y="2838"/>
                        </a:cubicBezTo>
                        <a:cubicBezTo>
                          <a:pt x="1995" y="2838"/>
                          <a:pt x="2524" y="2642"/>
                          <a:pt x="3100" y="2333"/>
                        </a:cubicBezTo>
                        <a:cubicBezTo>
                          <a:pt x="4303" y="1731"/>
                          <a:pt x="2917" y="0"/>
                          <a:pt x="180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" name="Google Shape;153;p5"/>
                  <p:cNvSpPr/>
                  <p:nvPr/>
                </p:nvSpPr>
                <p:spPr>
                  <a:xfrm>
                    <a:off x="304623" y="4999941"/>
                    <a:ext cx="192776" cy="157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5" h="3902" extrusionOk="0">
                        <a:moveTo>
                          <a:pt x="2645" y="1"/>
                        </a:moveTo>
                        <a:cubicBezTo>
                          <a:pt x="1976" y="1"/>
                          <a:pt x="1239" y="345"/>
                          <a:pt x="627" y="1020"/>
                        </a:cubicBezTo>
                        <a:cubicBezTo>
                          <a:pt x="1" y="1706"/>
                          <a:pt x="388" y="3315"/>
                          <a:pt x="1342" y="3821"/>
                        </a:cubicBezTo>
                        <a:cubicBezTo>
                          <a:pt x="1439" y="3876"/>
                          <a:pt x="1553" y="3901"/>
                          <a:pt x="1678" y="3901"/>
                        </a:cubicBezTo>
                        <a:cubicBezTo>
                          <a:pt x="2783" y="3901"/>
                          <a:pt x="4785" y="1939"/>
                          <a:pt x="4143" y="842"/>
                        </a:cubicBezTo>
                        <a:cubicBezTo>
                          <a:pt x="3790" y="278"/>
                          <a:pt x="3245" y="1"/>
                          <a:pt x="2645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" name="Google Shape;154;p5"/>
                  <p:cNvSpPr/>
                  <p:nvPr/>
                </p:nvSpPr>
                <p:spPr>
                  <a:xfrm>
                    <a:off x="701142" y="4908003"/>
                    <a:ext cx="114940" cy="796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3" h="1977" extrusionOk="0">
                        <a:moveTo>
                          <a:pt x="1541" y="1"/>
                        </a:moveTo>
                        <a:cubicBezTo>
                          <a:pt x="1140" y="1"/>
                          <a:pt x="679" y="270"/>
                          <a:pt x="290" y="1008"/>
                        </a:cubicBezTo>
                        <a:cubicBezTo>
                          <a:pt x="0" y="1548"/>
                          <a:pt x="573" y="1976"/>
                          <a:pt x="1239" y="1976"/>
                        </a:cubicBezTo>
                        <a:cubicBezTo>
                          <a:pt x="1602" y="1976"/>
                          <a:pt x="1992" y="1849"/>
                          <a:pt x="2286" y="1544"/>
                        </a:cubicBezTo>
                        <a:cubicBezTo>
                          <a:pt x="2853" y="978"/>
                          <a:pt x="2305" y="1"/>
                          <a:pt x="1541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" name="Google Shape;155;p5"/>
                  <p:cNvSpPr/>
                  <p:nvPr/>
                </p:nvSpPr>
                <p:spPr>
                  <a:xfrm>
                    <a:off x="549456" y="5148363"/>
                    <a:ext cx="93346" cy="877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7" h="2178" extrusionOk="0">
                        <a:moveTo>
                          <a:pt x="1068" y="0"/>
                        </a:moveTo>
                        <a:cubicBezTo>
                          <a:pt x="573" y="0"/>
                          <a:pt x="85" y="383"/>
                          <a:pt x="32" y="1389"/>
                        </a:cubicBezTo>
                        <a:cubicBezTo>
                          <a:pt x="1" y="1863"/>
                          <a:pt x="489" y="2178"/>
                          <a:pt x="1007" y="2178"/>
                        </a:cubicBezTo>
                        <a:cubicBezTo>
                          <a:pt x="1467" y="2178"/>
                          <a:pt x="1950" y="1931"/>
                          <a:pt x="2118" y="1329"/>
                        </a:cubicBezTo>
                        <a:cubicBezTo>
                          <a:pt x="2317" y="600"/>
                          <a:pt x="1687" y="0"/>
                          <a:pt x="106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56" name="Google Shape;156;p5"/>
              <p:cNvGrpSpPr/>
              <p:nvPr/>
            </p:nvGrpSpPr>
            <p:grpSpPr>
              <a:xfrm rot="-5189473">
                <a:off x="2083919" y="4411860"/>
                <a:ext cx="70211" cy="266572"/>
                <a:chOff x="5735123" y="3863031"/>
                <a:chExt cx="70213" cy="266579"/>
              </a:xfrm>
            </p:grpSpPr>
            <p:sp>
              <p:nvSpPr>
                <p:cNvPr id="157" name="Google Shape;157;p5"/>
                <p:cNvSpPr/>
                <p:nvPr/>
              </p:nvSpPr>
              <p:spPr>
                <a:xfrm>
                  <a:off x="5744701" y="3863031"/>
                  <a:ext cx="60635" cy="166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5" h="6480" extrusionOk="0">
                      <a:moveTo>
                        <a:pt x="880" y="0"/>
                      </a:moveTo>
                      <a:cubicBezTo>
                        <a:pt x="827" y="0"/>
                        <a:pt x="773" y="6"/>
                        <a:pt x="716" y="19"/>
                      </a:cubicBezTo>
                      <a:cubicBezTo>
                        <a:pt x="298" y="93"/>
                        <a:pt x="135" y="436"/>
                        <a:pt x="90" y="823"/>
                      </a:cubicBezTo>
                      <a:cubicBezTo>
                        <a:pt x="60" y="1077"/>
                        <a:pt x="60" y="1330"/>
                        <a:pt x="75" y="1583"/>
                      </a:cubicBezTo>
                      <a:cubicBezTo>
                        <a:pt x="135" y="2581"/>
                        <a:pt x="120" y="3564"/>
                        <a:pt x="30" y="4548"/>
                      </a:cubicBezTo>
                      <a:cubicBezTo>
                        <a:pt x="1" y="4905"/>
                        <a:pt x="15" y="5278"/>
                        <a:pt x="60" y="5635"/>
                      </a:cubicBezTo>
                      <a:cubicBezTo>
                        <a:pt x="120" y="6067"/>
                        <a:pt x="343" y="6410"/>
                        <a:pt x="805" y="6470"/>
                      </a:cubicBezTo>
                      <a:cubicBezTo>
                        <a:pt x="850" y="6476"/>
                        <a:pt x="895" y="6479"/>
                        <a:pt x="939" y="6479"/>
                      </a:cubicBezTo>
                      <a:cubicBezTo>
                        <a:pt x="1309" y="6479"/>
                        <a:pt x="1655" y="6262"/>
                        <a:pt x="1788" y="5903"/>
                      </a:cubicBezTo>
                      <a:cubicBezTo>
                        <a:pt x="1937" y="5620"/>
                        <a:pt x="2056" y="5308"/>
                        <a:pt x="2131" y="4995"/>
                      </a:cubicBezTo>
                      <a:cubicBezTo>
                        <a:pt x="2354" y="3654"/>
                        <a:pt x="2265" y="2268"/>
                        <a:pt x="1848" y="972"/>
                      </a:cubicBezTo>
                      <a:cubicBezTo>
                        <a:pt x="1788" y="838"/>
                        <a:pt x="1729" y="689"/>
                        <a:pt x="1669" y="555"/>
                      </a:cubicBezTo>
                      <a:cubicBezTo>
                        <a:pt x="1439" y="223"/>
                        <a:pt x="1198" y="0"/>
                        <a:pt x="88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" name="Google Shape;158;p5"/>
                <p:cNvSpPr/>
                <p:nvPr/>
              </p:nvSpPr>
              <p:spPr>
                <a:xfrm>
                  <a:off x="5735123" y="4069722"/>
                  <a:ext cx="48354" cy="59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8" h="2326" extrusionOk="0">
                      <a:moveTo>
                        <a:pt x="1026" y="0"/>
                      </a:moveTo>
                      <a:cubicBezTo>
                        <a:pt x="855" y="0"/>
                        <a:pt x="683" y="69"/>
                        <a:pt x="551" y="214"/>
                      </a:cubicBezTo>
                      <a:cubicBezTo>
                        <a:pt x="164" y="617"/>
                        <a:pt x="0" y="1168"/>
                        <a:pt x="89" y="1719"/>
                      </a:cubicBezTo>
                      <a:cubicBezTo>
                        <a:pt x="132" y="2084"/>
                        <a:pt x="447" y="2326"/>
                        <a:pt x="781" y="2326"/>
                      </a:cubicBezTo>
                      <a:cubicBezTo>
                        <a:pt x="910" y="2326"/>
                        <a:pt x="1042" y="2290"/>
                        <a:pt x="1162" y="2211"/>
                      </a:cubicBezTo>
                      <a:cubicBezTo>
                        <a:pt x="1639" y="1913"/>
                        <a:pt x="1877" y="795"/>
                        <a:pt x="1579" y="319"/>
                      </a:cubicBezTo>
                      <a:cubicBezTo>
                        <a:pt x="1454" y="111"/>
                        <a:pt x="1242" y="0"/>
                        <a:pt x="1026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59" name="Google Shape;159;p5"/>
            <p:cNvSpPr/>
            <p:nvPr/>
          </p:nvSpPr>
          <p:spPr>
            <a:xfrm flipH="1">
              <a:off x="7675315" y="4202101"/>
              <a:ext cx="1508210" cy="1268235"/>
            </a:xfrm>
            <a:custGeom>
              <a:avLst/>
              <a:gdLst/>
              <a:ahLst/>
              <a:cxnLst/>
              <a:rect l="l" t="t" r="r" b="b"/>
              <a:pathLst>
                <a:path w="45295" h="38088" extrusionOk="0">
                  <a:moveTo>
                    <a:pt x="30867" y="1"/>
                  </a:moveTo>
                  <a:cubicBezTo>
                    <a:pt x="29369" y="1"/>
                    <a:pt x="23435" y="9789"/>
                    <a:pt x="20895" y="14514"/>
                  </a:cubicBezTo>
                  <a:cubicBezTo>
                    <a:pt x="20627" y="14693"/>
                    <a:pt x="20359" y="14901"/>
                    <a:pt x="20090" y="15110"/>
                  </a:cubicBezTo>
                  <a:lnTo>
                    <a:pt x="20031" y="15110"/>
                  </a:lnTo>
                  <a:cubicBezTo>
                    <a:pt x="18362" y="16361"/>
                    <a:pt x="16723" y="17702"/>
                    <a:pt x="15204" y="19133"/>
                  </a:cubicBezTo>
                  <a:cubicBezTo>
                    <a:pt x="14280" y="19967"/>
                    <a:pt x="13416" y="20831"/>
                    <a:pt x="12552" y="21695"/>
                  </a:cubicBezTo>
                  <a:cubicBezTo>
                    <a:pt x="14280" y="19430"/>
                    <a:pt x="16217" y="16361"/>
                    <a:pt x="17051" y="13292"/>
                  </a:cubicBezTo>
                  <a:cubicBezTo>
                    <a:pt x="18574" y="7539"/>
                    <a:pt x="17828" y="5256"/>
                    <a:pt x="16329" y="5256"/>
                  </a:cubicBezTo>
                  <a:cubicBezTo>
                    <a:pt x="16244" y="5256"/>
                    <a:pt x="16157" y="5263"/>
                    <a:pt x="16068" y="5277"/>
                  </a:cubicBezTo>
                  <a:cubicBezTo>
                    <a:pt x="14399" y="5515"/>
                    <a:pt x="10883" y="18566"/>
                    <a:pt x="9542" y="24913"/>
                  </a:cubicBezTo>
                  <a:cubicBezTo>
                    <a:pt x="7486" y="27237"/>
                    <a:pt x="5550" y="29651"/>
                    <a:pt x="3762" y="32154"/>
                  </a:cubicBezTo>
                  <a:cubicBezTo>
                    <a:pt x="5281" y="29263"/>
                    <a:pt x="6980" y="25330"/>
                    <a:pt x="7308" y="21576"/>
                  </a:cubicBezTo>
                  <a:cubicBezTo>
                    <a:pt x="7898" y="15138"/>
                    <a:pt x="6773" y="12636"/>
                    <a:pt x="5239" y="12636"/>
                  </a:cubicBezTo>
                  <a:cubicBezTo>
                    <a:pt x="5069" y="12636"/>
                    <a:pt x="4894" y="12667"/>
                    <a:pt x="4715" y="12726"/>
                  </a:cubicBezTo>
                  <a:cubicBezTo>
                    <a:pt x="2898" y="13322"/>
                    <a:pt x="1467" y="28518"/>
                    <a:pt x="1169" y="35997"/>
                  </a:cubicBezTo>
                  <a:cubicBezTo>
                    <a:pt x="782" y="36534"/>
                    <a:pt x="454" y="37100"/>
                    <a:pt x="127" y="37666"/>
                  </a:cubicBezTo>
                  <a:cubicBezTo>
                    <a:pt x="0" y="37877"/>
                    <a:pt x="187" y="38087"/>
                    <a:pt x="359" y="38087"/>
                  </a:cubicBezTo>
                  <a:cubicBezTo>
                    <a:pt x="431" y="38087"/>
                    <a:pt x="500" y="38051"/>
                    <a:pt x="544" y="37964"/>
                  </a:cubicBezTo>
                  <a:cubicBezTo>
                    <a:pt x="633" y="37815"/>
                    <a:pt x="723" y="37666"/>
                    <a:pt x="812" y="37517"/>
                  </a:cubicBezTo>
                  <a:cubicBezTo>
                    <a:pt x="8112" y="36176"/>
                    <a:pt x="23279" y="32452"/>
                    <a:pt x="23606" y="30604"/>
                  </a:cubicBezTo>
                  <a:cubicBezTo>
                    <a:pt x="23821" y="29393"/>
                    <a:pt x="22819" y="28489"/>
                    <a:pt x="20130" y="28489"/>
                  </a:cubicBezTo>
                  <a:cubicBezTo>
                    <a:pt x="18717" y="28489"/>
                    <a:pt x="16840" y="28738"/>
                    <a:pt x="14429" y="29323"/>
                  </a:cubicBezTo>
                  <a:cubicBezTo>
                    <a:pt x="8768" y="30664"/>
                    <a:pt x="3136" y="35193"/>
                    <a:pt x="1169" y="36921"/>
                  </a:cubicBezTo>
                  <a:cubicBezTo>
                    <a:pt x="2927" y="34090"/>
                    <a:pt x="4894" y="31379"/>
                    <a:pt x="6980" y="28787"/>
                  </a:cubicBezTo>
                  <a:cubicBezTo>
                    <a:pt x="7725" y="27863"/>
                    <a:pt x="8470" y="26969"/>
                    <a:pt x="9215" y="26105"/>
                  </a:cubicBezTo>
                  <a:cubicBezTo>
                    <a:pt x="15859" y="25986"/>
                    <a:pt x="29327" y="25002"/>
                    <a:pt x="29864" y="23453"/>
                  </a:cubicBezTo>
                  <a:cubicBezTo>
                    <a:pt x="30333" y="22124"/>
                    <a:pt x="28888" y="20933"/>
                    <a:pt x="24277" y="20933"/>
                  </a:cubicBezTo>
                  <a:cubicBezTo>
                    <a:pt x="23614" y="20933"/>
                    <a:pt x="22885" y="20957"/>
                    <a:pt x="22087" y="21010"/>
                  </a:cubicBezTo>
                  <a:cubicBezTo>
                    <a:pt x="17260" y="21337"/>
                    <a:pt x="12045" y="24109"/>
                    <a:pt x="9811" y="25420"/>
                  </a:cubicBezTo>
                  <a:cubicBezTo>
                    <a:pt x="13029" y="21665"/>
                    <a:pt x="16664" y="18268"/>
                    <a:pt x="20686" y="15319"/>
                  </a:cubicBezTo>
                  <a:cubicBezTo>
                    <a:pt x="25204" y="16460"/>
                    <a:pt x="33304" y="18136"/>
                    <a:pt x="36565" y="18136"/>
                  </a:cubicBezTo>
                  <a:cubicBezTo>
                    <a:pt x="37305" y="18136"/>
                    <a:pt x="37795" y="18050"/>
                    <a:pt x="37939" y="17851"/>
                  </a:cubicBezTo>
                  <a:cubicBezTo>
                    <a:pt x="38773" y="16689"/>
                    <a:pt x="37432" y="15199"/>
                    <a:pt x="32158" y="14067"/>
                  </a:cubicBezTo>
                  <a:cubicBezTo>
                    <a:pt x="31092" y="13847"/>
                    <a:pt x="29960" y="13759"/>
                    <a:pt x="28834" y="13759"/>
                  </a:cubicBezTo>
                  <a:cubicBezTo>
                    <a:pt x="25994" y="13759"/>
                    <a:pt x="23185" y="14317"/>
                    <a:pt x="21521" y="14723"/>
                  </a:cubicBezTo>
                  <a:cubicBezTo>
                    <a:pt x="22266" y="14216"/>
                    <a:pt x="23010" y="13710"/>
                    <a:pt x="23755" y="13263"/>
                  </a:cubicBezTo>
                  <a:cubicBezTo>
                    <a:pt x="25811" y="11981"/>
                    <a:pt x="27986" y="10938"/>
                    <a:pt x="30251" y="10104"/>
                  </a:cubicBezTo>
                  <a:cubicBezTo>
                    <a:pt x="35823" y="9508"/>
                    <a:pt x="44702" y="8138"/>
                    <a:pt x="45000" y="7005"/>
                  </a:cubicBezTo>
                  <a:cubicBezTo>
                    <a:pt x="45295" y="6009"/>
                    <a:pt x="44385" y="5237"/>
                    <a:pt x="41735" y="5237"/>
                  </a:cubicBezTo>
                  <a:cubicBezTo>
                    <a:pt x="40898" y="5237"/>
                    <a:pt x="39886" y="5314"/>
                    <a:pt x="38683" y="5486"/>
                  </a:cubicBezTo>
                  <a:cubicBezTo>
                    <a:pt x="33648" y="6171"/>
                    <a:pt x="28314" y="10283"/>
                    <a:pt x="28314" y="10283"/>
                  </a:cubicBezTo>
                  <a:lnTo>
                    <a:pt x="28344" y="10283"/>
                  </a:lnTo>
                  <a:cubicBezTo>
                    <a:pt x="27063" y="10849"/>
                    <a:pt x="25811" y="11445"/>
                    <a:pt x="24619" y="12130"/>
                  </a:cubicBezTo>
                  <a:cubicBezTo>
                    <a:pt x="26437" y="10730"/>
                    <a:pt x="28523" y="8823"/>
                    <a:pt x="29834" y="6707"/>
                  </a:cubicBezTo>
                  <a:cubicBezTo>
                    <a:pt x="32545" y="2178"/>
                    <a:pt x="32337" y="182"/>
                    <a:pt x="30907" y="3"/>
                  </a:cubicBezTo>
                  <a:cubicBezTo>
                    <a:pt x="30894" y="2"/>
                    <a:pt x="30881" y="1"/>
                    <a:pt x="30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-539604" y="33427"/>
              <a:ext cx="1508210" cy="1268235"/>
            </a:xfrm>
            <a:custGeom>
              <a:avLst/>
              <a:gdLst/>
              <a:ahLst/>
              <a:cxnLst/>
              <a:rect l="l" t="t" r="r" b="b"/>
              <a:pathLst>
                <a:path w="45295" h="38088" extrusionOk="0">
                  <a:moveTo>
                    <a:pt x="30867" y="1"/>
                  </a:moveTo>
                  <a:cubicBezTo>
                    <a:pt x="29369" y="1"/>
                    <a:pt x="23435" y="9789"/>
                    <a:pt x="20895" y="14514"/>
                  </a:cubicBezTo>
                  <a:cubicBezTo>
                    <a:pt x="20627" y="14693"/>
                    <a:pt x="20359" y="14901"/>
                    <a:pt x="20090" y="15110"/>
                  </a:cubicBezTo>
                  <a:lnTo>
                    <a:pt x="20031" y="15110"/>
                  </a:lnTo>
                  <a:cubicBezTo>
                    <a:pt x="18362" y="16361"/>
                    <a:pt x="16723" y="17702"/>
                    <a:pt x="15204" y="19133"/>
                  </a:cubicBezTo>
                  <a:cubicBezTo>
                    <a:pt x="14280" y="19967"/>
                    <a:pt x="13416" y="20831"/>
                    <a:pt x="12552" y="21695"/>
                  </a:cubicBezTo>
                  <a:cubicBezTo>
                    <a:pt x="14280" y="19430"/>
                    <a:pt x="16217" y="16361"/>
                    <a:pt x="17051" y="13292"/>
                  </a:cubicBezTo>
                  <a:cubicBezTo>
                    <a:pt x="18574" y="7539"/>
                    <a:pt x="17828" y="5256"/>
                    <a:pt x="16329" y="5256"/>
                  </a:cubicBezTo>
                  <a:cubicBezTo>
                    <a:pt x="16244" y="5256"/>
                    <a:pt x="16157" y="5263"/>
                    <a:pt x="16068" y="5277"/>
                  </a:cubicBezTo>
                  <a:cubicBezTo>
                    <a:pt x="14399" y="5515"/>
                    <a:pt x="10883" y="18566"/>
                    <a:pt x="9542" y="24913"/>
                  </a:cubicBezTo>
                  <a:cubicBezTo>
                    <a:pt x="7486" y="27237"/>
                    <a:pt x="5550" y="29651"/>
                    <a:pt x="3762" y="32154"/>
                  </a:cubicBezTo>
                  <a:cubicBezTo>
                    <a:pt x="5281" y="29263"/>
                    <a:pt x="6980" y="25330"/>
                    <a:pt x="7308" y="21576"/>
                  </a:cubicBezTo>
                  <a:cubicBezTo>
                    <a:pt x="7898" y="15138"/>
                    <a:pt x="6773" y="12636"/>
                    <a:pt x="5239" y="12636"/>
                  </a:cubicBezTo>
                  <a:cubicBezTo>
                    <a:pt x="5069" y="12636"/>
                    <a:pt x="4894" y="12667"/>
                    <a:pt x="4715" y="12726"/>
                  </a:cubicBezTo>
                  <a:cubicBezTo>
                    <a:pt x="2898" y="13322"/>
                    <a:pt x="1467" y="28518"/>
                    <a:pt x="1169" y="35997"/>
                  </a:cubicBezTo>
                  <a:cubicBezTo>
                    <a:pt x="782" y="36534"/>
                    <a:pt x="454" y="37100"/>
                    <a:pt x="127" y="37666"/>
                  </a:cubicBezTo>
                  <a:cubicBezTo>
                    <a:pt x="0" y="37877"/>
                    <a:pt x="187" y="38087"/>
                    <a:pt x="359" y="38087"/>
                  </a:cubicBezTo>
                  <a:cubicBezTo>
                    <a:pt x="431" y="38087"/>
                    <a:pt x="500" y="38051"/>
                    <a:pt x="544" y="37964"/>
                  </a:cubicBezTo>
                  <a:cubicBezTo>
                    <a:pt x="633" y="37815"/>
                    <a:pt x="723" y="37666"/>
                    <a:pt x="812" y="37517"/>
                  </a:cubicBezTo>
                  <a:cubicBezTo>
                    <a:pt x="8112" y="36176"/>
                    <a:pt x="23279" y="32452"/>
                    <a:pt x="23606" y="30604"/>
                  </a:cubicBezTo>
                  <a:cubicBezTo>
                    <a:pt x="23821" y="29393"/>
                    <a:pt x="22819" y="28489"/>
                    <a:pt x="20130" y="28489"/>
                  </a:cubicBezTo>
                  <a:cubicBezTo>
                    <a:pt x="18717" y="28489"/>
                    <a:pt x="16840" y="28738"/>
                    <a:pt x="14429" y="29323"/>
                  </a:cubicBezTo>
                  <a:cubicBezTo>
                    <a:pt x="8768" y="30664"/>
                    <a:pt x="3136" y="35193"/>
                    <a:pt x="1169" y="36921"/>
                  </a:cubicBezTo>
                  <a:cubicBezTo>
                    <a:pt x="2927" y="34090"/>
                    <a:pt x="4894" y="31379"/>
                    <a:pt x="6980" y="28787"/>
                  </a:cubicBezTo>
                  <a:cubicBezTo>
                    <a:pt x="7725" y="27863"/>
                    <a:pt x="8470" y="26969"/>
                    <a:pt x="9215" y="26105"/>
                  </a:cubicBezTo>
                  <a:cubicBezTo>
                    <a:pt x="15859" y="25986"/>
                    <a:pt x="29327" y="25002"/>
                    <a:pt x="29864" y="23453"/>
                  </a:cubicBezTo>
                  <a:cubicBezTo>
                    <a:pt x="30333" y="22124"/>
                    <a:pt x="28888" y="20933"/>
                    <a:pt x="24277" y="20933"/>
                  </a:cubicBezTo>
                  <a:cubicBezTo>
                    <a:pt x="23614" y="20933"/>
                    <a:pt x="22885" y="20957"/>
                    <a:pt x="22087" y="21010"/>
                  </a:cubicBezTo>
                  <a:cubicBezTo>
                    <a:pt x="17260" y="21337"/>
                    <a:pt x="12045" y="24109"/>
                    <a:pt x="9811" y="25420"/>
                  </a:cubicBezTo>
                  <a:cubicBezTo>
                    <a:pt x="13029" y="21665"/>
                    <a:pt x="16664" y="18268"/>
                    <a:pt x="20686" y="15319"/>
                  </a:cubicBezTo>
                  <a:cubicBezTo>
                    <a:pt x="25204" y="16460"/>
                    <a:pt x="33304" y="18136"/>
                    <a:pt x="36565" y="18136"/>
                  </a:cubicBezTo>
                  <a:cubicBezTo>
                    <a:pt x="37305" y="18136"/>
                    <a:pt x="37795" y="18050"/>
                    <a:pt x="37939" y="17851"/>
                  </a:cubicBezTo>
                  <a:cubicBezTo>
                    <a:pt x="38773" y="16689"/>
                    <a:pt x="37432" y="15199"/>
                    <a:pt x="32158" y="14067"/>
                  </a:cubicBezTo>
                  <a:cubicBezTo>
                    <a:pt x="31092" y="13847"/>
                    <a:pt x="29960" y="13759"/>
                    <a:pt x="28834" y="13759"/>
                  </a:cubicBezTo>
                  <a:cubicBezTo>
                    <a:pt x="25994" y="13759"/>
                    <a:pt x="23185" y="14317"/>
                    <a:pt x="21521" y="14723"/>
                  </a:cubicBezTo>
                  <a:cubicBezTo>
                    <a:pt x="22266" y="14216"/>
                    <a:pt x="23010" y="13710"/>
                    <a:pt x="23755" y="13263"/>
                  </a:cubicBezTo>
                  <a:cubicBezTo>
                    <a:pt x="25811" y="11981"/>
                    <a:pt x="27986" y="10938"/>
                    <a:pt x="30251" y="10104"/>
                  </a:cubicBezTo>
                  <a:cubicBezTo>
                    <a:pt x="35823" y="9508"/>
                    <a:pt x="44702" y="8138"/>
                    <a:pt x="45000" y="7005"/>
                  </a:cubicBezTo>
                  <a:cubicBezTo>
                    <a:pt x="45295" y="6009"/>
                    <a:pt x="44385" y="5237"/>
                    <a:pt x="41735" y="5237"/>
                  </a:cubicBezTo>
                  <a:cubicBezTo>
                    <a:pt x="40898" y="5237"/>
                    <a:pt x="39886" y="5314"/>
                    <a:pt x="38683" y="5486"/>
                  </a:cubicBezTo>
                  <a:cubicBezTo>
                    <a:pt x="33648" y="6171"/>
                    <a:pt x="28314" y="10283"/>
                    <a:pt x="28314" y="10283"/>
                  </a:cubicBezTo>
                  <a:lnTo>
                    <a:pt x="28344" y="10283"/>
                  </a:lnTo>
                  <a:cubicBezTo>
                    <a:pt x="27063" y="10849"/>
                    <a:pt x="25811" y="11445"/>
                    <a:pt x="24619" y="12130"/>
                  </a:cubicBezTo>
                  <a:cubicBezTo>
                    <a:pt x="26437" y="10730"/>
                    <a:pt x="28523" y="8823"/>
                    <a:pt x="29834" y="6707"/>
                  </a:cubicBezTo>
                  <a:cubicBezTo>
                    <a:pt x="32545" y="2178"/>
                    <a:pt x="32337" y="182"/>
                    <a:pt x="30907" y="3"/>
                  </a:cubicBezTo>
                  <a:cubicBezTo>
                    <a:pt x="30894" y="2"/>
                    <a:pt x="30881" y="1"/>
                    <a:pt x="30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" name="Google Shape;161;p5"/>
            <p:cNvGrpSpPr/>
            <p:nvPr/>
          </p:nvGrpSpPr>
          <p:grpSpPr>
            <a:xfrm rot="-2996445" flipH="1">
              <a:off x="-381636" y="2213359"/>
              <a:ext cx="740371" cy="757532"/>
              <a:chOff x="4391775" y="4244400"/>
              <a:chExt cx="715125" cy="731700"/>
            </a:xfrm>
          </p:grpSpPr>
          <p:sp>
            <p:nvSpPr>
              <p:cNvPr id="162" name="Google Shape;162;p5"/>
              <p:cNvSpPr/>
              <p:nvPr/>
            </p:nvSpPr>
            <p:spPr>
              <a:xfrm>
                <a:off x="4391775" y="4244400"/>
                <a:ext cx="715125" cy="731700"/>
              </a:xfrm>
              <a:custGeom>
                <a:avLst/>
                <a:gdLst/>
                <a:ahLst/>
                <a:cxnLst/>
                <a:rect l="l" t="t" r="r" b="b"/>
                <a:pathLst>
                  <a:path w="28605" h="29268" extrusionOk="0">
                    <a:moveTo>
                      <a:pt x="15770" y="550"/>
                    </a:moveTo>
                    <a:cubicBezTo>
                      <a:pt x="16901" y="550"/>
                      <a:pt x="18030" y="688"/>
                      <a:pt x="19130" y="988"/>
                    </a:cubicBezTo>
                    <a:cubicBezTo>
                      <a:pt x="27056" y="3134"/>
                      <a:pt x="28605" y="12907"/>
                      <a:pt x="26758" y="19820"/>
                    </a:cubicBezTo>
                    <a:cubicBezTo>
                      <a:pt x="26311" y="21548"/>
                      <a:pt x="25625" y="23217"/>
                      <a:pt x="24731" y="24766"/>
                    </a:cubicBezTo>
                    <a:cubicBezTo>
                      <a:pt x="24106" y="25809"/>
                      <a:pt x="23331" y="26912"/>
                      <a:pt x="22288" y="27597"/>
                    </a:cubicBezTo>
                    <a:cubicBezTo>
                      <a:pt x="21692" y="27954"/>
                      <a:pt x="21007" y="28163"/>
                      <a:pt x="20292" y="28252"/>
                    </a:cubicBezTo>
                    <a:cubicBezTo>
                      <a:pt x="19308" y="28431"/>
                      <a:pt x="18355" y="28550"/>
                      <a:pt x="17372" y="28640"/>
                    </a:cubicBezTo>
                    <a:cubicBezTo>
                      <a:pt x="16627" y="28703"/>
                      <a:pt x="15862" y="28738"/>
                      <a:pt x="15089" y="28738"/>
                    </a:cubicBezTo>
                    <a:cubicBezTo>
                      <a:pt x="10415" y="28738"/>
                      <a:pt x="5434" y="27452"/>
                      <a:pt x="2801" y="23336"/>
                    </a:cubicBezTo>
                    <a:cubicBezTo>
                      <a:pt x="2364" y="22665"/>
                      <a:pt x="2012" y="21966"/>
                      <a:pt x="1746" y="21239"/>
                    </a:cubicBezTo>
                    <a:lnTo>
                      <a:pt x="1746" y="21239"/>
                    </a:lnTo>
                    <a:cubicBezTo>
                      <a:pt x="1307" y="19763"/>
                      <a:pt x="1072" y="18286"/>
                      <a:pt x="983" y="16751"/>
                    </a:cubicBezTo>
                    <a:cubicBezTo>
                      <a:pt x="745" y="13682"/>
                      <a:pt x="1103" y="10464"/>
                      <a:pt x="2622" y="7752"/>
                    </a:cubicBezTo>
                    <a:cubicBezTo>
                      <a:pt x="4231" y="4832"/>
                      <a:pt x="7151" y="2806"/>
                      <a:pt x="10191" y="1614"/>
                    </a:cubicBezTo>
                    <a:cubicBezTo>
                      <a:pt x="11966" y="942"/>
                      <a:pt x="13870" y="550"/>
                      <a:pt x="15770" y="550"/>
                    </a:cubicBezTo>
                    <a:close/>
                    <a:moveTo>
                      <a:pt x="15687" y="0"/>
                    </a:moveTo>
                    <a:cubicBezTo>
                      <a:pt x="14592" y="0"/>
                      <a:pt x="13493" y="128"/>
                      <a:pt x="12425" y="363"/>
                    </a:cubicBezTo>
                    <a:cubicBezTo>
                      <a:pt x="9267" y="1078"/>
                      <a:pt x="6049" y="2746"/>
                      <a:pt x="3874" y="5190"/>
                    </a:cubicBezTo>
                    <a:cubicBezTo>
                      <a:pt x="119" y="9391"/>
                      <a:pt x="0" y="15827"/>
                      <a:pt x="1401" y="20982"/>
                    </a:cubicBezTo>
                    <a:cubicBezTo>
                      <a:pt x="1430" y="21101"/>
                      <a:pt x="1460" y="21220"/>
                      <a:pt x="1490" y="21340"/>
                    </a:cubicBezTo>
                    <a:cubicBezTo>
                      <a:pt x="1505" y="21394"/>
                      <a:pt x="1525" y="21439"/>
                      <a:pt x="1548" y="21472"/>
                    </a:cubicBezTo>
                    <a:lnTo>
                      <a:pt x="1548" y="21472"/>
                    </a:lnTo>
                    <a:cubicBezTo>
                      <a:pt x="2629" y="24299"/>
                      <a:pt x="4762" y="26594"/>
                      <a:pt x="7509" y="27805"/>
                    </a:cubicBezTo>
                    <a:cubicBezTo>
                      <a:pt x="9968" y="28920"/>
                      <a:pt x="12700" y="29267"/>
                      <a:pt x="15365" y="29267"/>
                    </a:cubicBezTo>
                    <a:cubicBezTo>
                      <a:pt x="15478" y="29267"/>
                      <a:pt x="15591" y="29267"/>
                      <a:pt x="15703" y="29265"/>
                    </a:cubicBezTo>
                    <a:cubicBezTo>
                      <a:pt x="17699" y="29265"/>
                      <a:pt x="19696" y="28997"/>
                      <a:pt x="21603" y="28521"/>
                    </a:cubicBezTo>
                    <a:cubicBezTo>
                      <a:pt x="22586" y="28252"/>
                      <a:pt x="23361" y="27478"/>
                      <a:pt x="23957" y="26703"/>
                    </a:cubicBezTo>
                    <a:cubicBezTo>
                      <a:pt x="24970" y="25392"/>
                      <a:pt x="25774" y="23932"/>
                      <a:pt x="26340" y="22353"/>
                    </a:cubicBezTo>
                    <a:cubicBezTo>
                      <a:pt x="27920" y="18270"/>
                      <a:pt x="28218" y="13771"/>
                      <a:pt x="27145" y="9510"/>
                    </a:cubicBezTo>
                    <a:cubicBezTo>
                      <a:pt x="26281" y="6143"/>
                      <a:pt x="24463" y="3015"/>
                      <a:pt x="21335" y="1346"/>
                    </a:cubicBezTo>
                    <a:cubicBezTo>
                      <a:pt x="19595" y="409"/>
                      <a:pt x="17647" y="0"/>
                      <a:pt x="15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4434225" y="4314550"/>
                <a:ext cx="592225" cy="558725"/>
              </a:xfrm>
              <a:custGeom>
                <a:avLst/>
                <a:gdLst/>
                <a:ahLst/>
                <a:cxnLst/>
                <a:rect l="l" t="t" r="r" b="b"/>
                <a:pathLst>
                  <a:path w="23689" h="22349" extrusionOk="0">
                    <a:moveTo>
                      <a:pt x="12524" y="547"/>
                    </a:moveTo>
                    <a:cubicBezTo>
                      <a:pt x="12794" y="547"/>
                      <a:pt x="13064" y="585"/>
                      <a:pt x="13320" y="656"/>
                    </a:cubicBezTo>
                    <a:cubicBezTo>
                      <a:pt x="13916" y="864"/>
                      <a:pt x="14512" y="1073"/>
                      <a:pt x="15108" y="1341"/>
                    </a:cubicBezTo>
                    <a:cubicBezTo>
                      <a:pt x="18773" y="2980"/>
                      <a:pt x="22914" y="6019"/>
                      <a:pt x="23093" y="10429"/>
                    </a:cubicBezTo>
                    <a:cubicBezTo>
                      <a:pt x="23122" y="11027"/>
                      <a:pt x="23068" y="11653"/>
                      <a:pt x="22959" y="12253"/>
                    </a:cubicBezTo>
                    <a:lnTo>
                      <a:pt x="22959" y="12253"/>
                    </a:lnTo>
                    <a:cubicBezTo>
                      <a:pt x="22942" y="12268"/>
                      <a:pt x="22927" y="12294"/>
                      <a:pt x="22914" y="12336"/>
                    </a:cubicBezTo>
                    <a:cubicBezTo>
                      <a:pt x="22646" y="13349"/>
                      <a:pt x="22259" y="14302"/>
                      <a:pt x="21782" y="15226"/>
                    </a:cubicBezTo>
                    <a:cubicBezTo>
                      <a:pt x="20888" y="17193"/>
                      <a:pt x="19517" y="18861"/>
                      <a:pt x="17789" y="20172"/>
                    </a:cubicBezTo>
                    <a:cubicBezTo>
                      <a:pt x="16182" y="21320"/>
                      <a:pt x="14240" y="21778"/>
                      <a:pt x="12274" y="21778"/>
                    </a:cubicBezTo>
                    <a:cubicBezTo>
                      <a:pt x="11688" y="21778"/>
                      <a:pt x="11100" y="21737"/>
                      <a:pt x="10519" y="21662"/>
                    </a:cubicBezTo>
                    <a:cubicBezTo>
                      <a:pt x="8016" y="21305"/>
                      <a:pt x="5602" y="20262"/>
                      <a:pt x="3934" y="18385"/>
                    </a:cubicBezTo>
                    <a:cubicBezTo>
                      <a:pt x="1" y="14004"/>
                      <a:pt x="2861" y="7449"/>
                      <a:pt x="6526" y="3874"/>
                    </a:cubicBezTo>
                    <a:cubicBezTo>
                      <a:pt x="7956" y="2503"/>
                      <a:pt x="9714" y="1192"/>
                      <a:pt x="11651" y="685"/>
                    </a:cubicBezTo>
                    <a:cubicBezTo>
                      <a:pt x="11931" y="592"/>
                      <a:pt x="12228" y="547"/>
                      <a:pt x="12524" y="547"/>
                    </a:cubicBezTo>
                    <a:close/>
                    <a:moveTo>
                      <a:pt x="12634" y="0"/>
                    </a:moveTo>
                    <a:cubicBezTo>
                      <a:pt x="11889" y="0"/>
                      <a:pt x="11145" y="179"/>
                      <a:pt x="10459" y="536"/>
                    </a:cubicBezTo>
                    <a:cubicBezTo>
                      <a:pt x="9506" y="954"/>
                      <a:pt x="8612" y="1490"/>
                      <a:pt x="7778" y="2145"/>
                    </a:cubicBezTo>
                    <a:cubicBezTo>
                      <a:pt x="5573" y="3814"/>
                      <a:pt x="3844" y="6019"/>
                      <a:pt x="2772" y="8552"/>
                    </a:cubicBezTo>
                    <a:cubicBezTo>
                      <a:pt x="1699" y="11144"/>
                      <a:pt x="1282" y="14124"/>
                      <a:pt x="2474" y="16776"/>
                    </a:cubicBezTo>
                    <a:cubicBezTo>
                      <a:pt x="3546" y="19070"/>
                      <a:pt x="5662" y="20709"/>
                      <a:pt x="8016" y="21543"/>
                    </a:cubicBezTo>
                    <a:cubicBezTo>
                      <a:pt x="9374" y="22056"/>
                      <a:pt x="10907" y="22349"/>
                      <a:pt x="12430" y="22349"/>
                    </a:cubicBezTo>
                    <a:cubicBezTo>
                      <a:pt x="13648" y="22349"/>
                      <a:pt x="14860" y="22162"/>
                      <a:pt x="15972" y="21752"/>
                    </a:cubicBezTo>
                    <a:cubicBezTo>
                      <a:pt x="19696" y="20381"/>
                      <a:pt x="22080" y="16567"/>
                      <a:pt x="23153" y="12932"/>
                    </a:cubicBezTo>
                    <a:cubicBezTo>
                      <a:pt x="23182" y="12842"/>
                      <a:pt x="23212" y="12753"/>
                      <a:pt x="23212" y="12664"/>
                    </a:cubicBezTo>
                    <a:cubicBezTo>
                      <a:pt x="23689" y="10280"/>
                      <a:pt x="23123" y="7807"/>
                      <a:pt x="21693" y="5840"/>
                    </a:cubicBezTo>
                    <a:cubicBezTo>
                      <a:pt x="20352" y="4082"/>
                      <a:pt x="18624" y="2622"/>
                      <a:pt x="16627" y="1609"/>
                    </a:cubicBezTo>
                    <a:cubicBezTo>
                      <a:pt x="15852" y="1162"/>
                      <a:pt x="15048" y="805"/>
                      <a:pt x="14214" y="477"/>
                    </a:cubicBezTo>
                    <a:cubicBezTo>
                      <a:pt x="13737" y="238"/>
                      <a:pt x="13201" y="89"/>
                      <a:pt x="12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4566075" y="4418825"/>
                <a:ext cx="377700" cy="387475"/>
              </a:xfrm>
              <a:custGeom>
                <a:avLst/>
                <a:gdLst/>
                <a:ahLst/>
                <a:cxnLst/>
                <a:rect l="l" t="t" r="r" b="b"/>
                <a:pathLst>
                  <a:path w="15108" h="15499" extrusionOk="0">
                    <a:moveTo>
                      <a:pt x="7661" y="581"/>
                    </a:moveTo>
                    <a:cubicBezTo>
                      <a:pt x="9320" y="581"/>
                      <a:pt x="10910" y="1118"/>
                      <a:pt x="12128" y="2533"/>
                    </a:cubicBezTo>
                    <a:cubicBezTo>
                      <a:pt x="12575" y="3219"/>
                      <a:pt x="12992" y="3934"/>
                      <a:pt x="13290" y="4708"/>
                    </a:cubicBezTo>
                    <a:cubicBezTo>
                      <a:pt x="13945" y="6258"/>
                      <a:pt x="14273" y="8016"/>
                      <a:pt x="13767" y="9655"/>
                    </a:cubicBezTo>
                    <a:cubicBezTo>
                      <a:pt x="12900" y="12505"/>
                      <a:pt x="9807" y="14962"/>
                      <a:pt x="6796" y="14962"/>
                    </a:cubicBezTo>
                    <a:cubicBezTo>
                      <a:pt x="6596" y="14962"/>
                      <a:pt x="6397" y="14951"/>
                      <a:pt x="6198" y="14929"/>
                    </a:cubicBezTo>
                    <a:cubicBezTo>
                      <a:pt x="2414" y="14512"/>
                      <a:pt x="448" y="10251"/>
                      <a:pt x="328" y="6884"/>
                    </a:cubicBezTo>
                    <a:cubicBezTo>
                      <a:pt x="269" y="5662"/>
                      <a:pt x="388" y="4262"/>
                      <a:pt x="984" y="3189"/>
                    </a:cubicBezTo>
                    <a:cubicBezTo>
                      <a:pt x="1371" y="2474"/>
                      <a:pt x="2265" y="2116"/>
                      <a:pt x="2980" y="1759"/>
                    </a:cubicBezTo>
                    <a:cubicBezTo>
                      <a:pt x="4423" y="1073"/>
                      <a:pt x="6073" y="581"/>
                      <a:pt x="7661" y="581"/>
                    </a:cubicBezTo>
                    <a:close/>
                    <a:moveTo>
                      <a:pt x="7748" y="1"/>
                    </a:moveTo>
                    <a:cubicBezTo>
                      <a:pt x="6198" y="30"/>
                      <a:pt x="4708" y="358"/>
                      <a:pt x="3338" y="1014"/>
                    </a:cubicBezTo>
                    <a:cubicBezTo>
                      <a:pt x="2802" y="1222"/>
                      <a:pt x="2295" y="1490"/>
                      <a:pt x="1788" y="1788"/>
                    </a:cubicBezTo>
                    <a:cubicBezTo>
                      <a:pt x="1461" y="1937"/>
                      <a:pt x="1163" y="2176"/>
                      <a:pt x="924" y="2474"/>
                    </a:cubicBezTo>
                    <a:cubicBezTo>
                      <a:pt x="179" y="3457"/>
                      <a:pt x="60" y="4917"/>
                      <a:pt x="30" y="6079"/>
                    </a:cubicBezTo>
                    <a:cubicBezTo>
                      <a:pt x="1" y="7956"/>
                      <a:pt x="418" y="9774"/>
                      <a:pt x="1252" y="11442"/>
                    </a:cubicBezTo>
                    <a:cubicBezTo>
                      <a:pt x="2116" y="13111"/>
                      <a:pt x="3397" y="14631"/>
                      <a:pt x="5215" y="15227"/>
                    </a:cubicBezTo>
                    <a:cubicBezTo>
                      <a:pt x="5779" y="15413"/>
                      <a:pt x="6351" y="15499"/>
                      <a:pt x="6921" y="15499"/>
                    </a:cubicBezTo>
                    <a:cubicBezTo>
                      <a:pt x="9727" y="15499"/>
                      <a:pt x="12464" y="13417"/>
                      <a:pt x="13677" y="10966"/>
                    </a:cubicBezTo>
                    <a:cubicBezTo>
                      <a:pt x="15107" y="8135"/>
                      <a:pt x="14005" y="4531"/>
                      <a:pt x="12218" y="2117"/>
                    </a:cubicBezTo>
                    <a:lnTo>
                      <a:pt x="12218" y="2117"/>
                    </a:lnTo>
                    <a:cubicBezTo>
                      <a:pt x="12218" y="2117"/>
                      <a:pt x="12218" y="2117"/>
                      <a:pt x="12217" y="2116"/>
                    </a:cubicBezTo>
                    <a:lnTo>
                      <a:pt x="12217" y="2116"/>
                    </a:lnTo>
                    <a:cubicBezTo>
                      <a:pt x="12217" y="2116"/>
                      <a:pt x="12217" y="2116"/>
                      <a:pt x="12217" y="2116"/>
                    </a:cubicBezTo>
                    <a:cubicBezTo>
                      <a:pt x="12208" y="2104"/>
                      <a:pt x="12199" y="2094"/>
                      <a:pt x="12191" y="2085"/>
                    </a:cubicBezTo>
                    <a:lnTo>
                      <a:pt x="12191" y="2085"/>
                    </a:lnTo>
                    <a:cubicBezTo>
                      <a:pt x="11060" y="764"/>
                      <a:pt x="9433" y="30"/>
                      <a:pt x="77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5"/>
            <p:cNvGrpSpPr/>
            <p:nvPr/>
          </p:nvGrpSpPr>
          <p:grpSpPr>
            <a:xfrm flipH="1">
              <a:off x="3740813" y="4257079"/>
              <a:ext cx="763146" cy="697824"/>
              <a:chOff x="3681125" y="1846650"/>
              <a:chExt cx="515500" cy="471375"/>
            </a:xfrm>
          </p:grpSpPr>
          <p:sp>
            <p:nvSpPr>
              <p:cNvPr id="166" name="Google Shape;166;p5"/>
              <p:cNvSpPr/>
              <p:nvPr/>
            </p:nvSpPr>
            <p:spPr>
              <a:xfrm>
                <a:off x="3681125" y="1846650"/>
                <a:ext cx="515500" cy="471375"/>
              </a:xfrm>
              <a:custGeom>
                <a:avLst/>
                <a:gdLst/>
                <a:ahLst/>
                <a:cxnLst/>
                <a:rect l="l" t="t" r="r" b="b"/>
                <a:pathLst>
                  <a:path w="20620" h="18855" extrusionOk="0">
                    <a:moveTo>
                      <a:pt x="9854" y="228"/>
                    </a:moveTo>
                    <a:cubicBezTo>
                      <a:pt x="11621" y="228"/>
                      <a:pt x="13416" y="541"/>
                      <a:pt x="14988" y="1401"/>
                    </a:cubicBezTo>
                    <a:cubicBezTo>
                      <a:pt x="16984" y="2533"/>
                      <a:pt x="18415" y="4559"/>
                      <a:pt x="19219" y="6674"/>
                    </a:cubicBezTo>
                    <a:cubicBezTo>
                      <a:pt x="20024" y="8611"/>
                      <a:pt x="20173" y="10786"/>
                      <a:pt x="19666" y="12842"/>
                    </a:cubicBezTo>
                    <a:cubicBezTo>
                      <a:pt x="18542" y="17002"/>
                      <a:pt x="14415" y="18633"/>
                      <a:pt x="10396" y="18633"/>
                    </a:cubicBezTo>
                    <a:cubicBezTo>
                      <a:pt x="9089" y="18633"/>
                      <a:pt x="7793" y="18461"/>
                      <a:pt x="6615" y="18146"/>
                    </a:cubicBezTo>
                    <a:cubicBezTo>
                      <a:pt x="5423" y="17818"/>
                      <a:pt x="4261" y="17371"/>
                      <a:pt x="3188" y="16746"/>
                    </a:cubicBezTo>
                    <a:cubicBezTo>
                      <a:pt x="2414" y="16329"/>
                      <a:pt x="1728" y="15733"/>
                      <a:pt x="1222" y="15047"/>
                    </a:cubicBezTo>
                    <a:cubicBezTo>
                      <a:pt x="983" y="14630"/>
                      <a:pt x="834" y="14153"/>
                      <a:pt x="775" y="13647"/>
                    </a:cubicBezTo>
                    <a:cubicBezTo>
                      <a:pt x="656" y="12991"/>
                      <a:pt x="566" y="12306"/>
                      <a:pt x="507" y="11621"/>
                    </a:cubicBezTo>
                    <a:cubicBezTo>
                      <a:pt x="209" y="7986"/>
                      <a:pt x="864" y="3665"/>
                      <a:pt x="4172" y="1520"/>
                    </a:cubicBezTo>
                    <a:cubicBezTo>
                      <a:pt x="4621" y="1239"/>
                      <a:pt x="5096" y="1011"/>
                      <a:pt x="5573" y="812"/>
                    </a:cubicBezTo>
                    <a:lnTo>
                      <a:pt x="5573" y="812"/>
                    </a:lnTo>
                    <a:cubicBezTo>
                      <a:pt x="5582" y="810"/>
                      <a:pt x="5592" y="807"/>
                      <a:pt x="5602" y="805"/>
                    </a:cubicBezTo>
                    <a:cubicBezTo>
                      <a:pt x="6615" y="507"/>
                      <a:pt x="7688" y="328"/>
                      <a:pt x="8731" y="268"/>
                    </a:cubicBezTo>
                    <a:cubicBezTo>
                      <a:pt x="9102" y="242"/>
                      <a:pt x="9478" y="228"/>
                      <a:pt x="9854" y="228"/>
                    </a:cubicBezTo>
                    <a:close/>
                    <a:moveTo>
                      <a:pt x="10006" y="1"/>
                    </a:moveTo>
                    <a:cubicBezTo>
                      <a:pt x="8568" y="1"/>
                      <a:pt x="7129" y="215"/>
                      <a:pt x="5811" y="566"/>
                    </a:cubicBezTo>
                    <a:lnTo>
                      <a:pt x="5615" y="610"/>
                    </a:lnTo>
                    <a:lnTo>
                      <a:pt x="5615" y="610"/>
                    </a:lnTo>
                    <a:cubicBezTo>
                      <a:pt x="5614" y="610"/>
                      <a:pt x="5613" y="610"/>
                      <a:pt x="5613" y="610"/>
                    </a:cubicBezTo>
                    <a:cubicBezTo>
                      <a:pt x="5581" y="610"/>
                      <a:pt x="5546" y="615"/>
                      <a:pt x="5513" y="626"/>
                    </a:cubicBezTo>
                    <a:cubicBezTo>
                      <a:pt x="3546" y="1371"/>
                      <a:pt x="1937" y="2861"/>
                      <a:pt x="1073" y="4797"/>
                    </a:cubicBezTo>
                    <a:cubicBezTo>
                      <a:pt x="328" y="6585"/>
                      <a:pt x="0" y="8522"/>
                      <a:pt x="90" y="10488"/>
                    </a:cubicBezTo>
                    <a:cubicBezTo>
                      <a:pt x="90" y="11859"/>
                      <a:pt x="268" y="13230"/>
                      <a:pt x="596" y="14571"/>
                    </a:cubicBezTo>
                    <a:cubicBezTo>
                      <a:pt x="834" y="15226"/>
                      <a:pt x="1281" y="15822"/>
                      <a:pt x="1848" y="16209"/>
                    </a:cubicBezTo>
                    <a:cubicBezTo>
                      <a:pt x="2771" y="16895"/>
                      <a:pt x="3784" y="17461"/>
                      <a:pt x="4857" y="17848"/>
                    </a:cubicBezTo>
                    <a:cubicBezTo>
                      <a:pt x="6586" y="18515"/>
                      <a:pt x="8402" y="18854"/>
                      <a:pt x="10220" y="18854"/>
                    </a:cubicBezTo>
                    <a:cubicBezTo>
                      <a:pt x="11410" y="18854"/>
                      <a:pt x="12600" y="18709"/>
                      <a:pt x="13766" y="18414"/>
                    </a:cubicBezTo>
                    <a:cubicBezTo>
                      <a:pt x="16120" y="17818"/>
                      <a:pt x="18266" y="16537"/>
                      <a:pt x="19428" y="14392"/>
                    </a:cubicBezTo>
                    <a:cubicBezTo>
                      <a:pt x="20381" y="12455"/>
                      <a:pt x="20619" y="10280"/>
                      <a:pt x="20113" y="8194"/>
                    </a:cubicBezTo>
                    <a:cubicBezTo>
                      <a:pt x="19636" y="5930"/>
                      <a:pt x="18444" y="3874"/>
                      <a:pt x="16746" y="2265"/>
                    </a:cubicBezTo>
                    <a:cubicBezTo>
                      <a:pt x="14921" y="628"/>
                      <a:pt x="12467" y="1"/>
                      <a:pt x="100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3748900" y="1895900"/>
                <a:ext cx="391850" cy="374500"/>
              </a:xfrm>
              <a:custGeom>
                <a:avLst/>
                <a:gdLst/>
                <a:ahLst/>
                <a:cxnLst/>
                <a:rect l="l" t="t" r="r" b="b"/>
                <a:pathLst>
                  <a:path w="15674" h="14980" extrusionOk="0">
                    <a:moveTo>
                      <a:pt x="6437" y="198"/>
                    </a:moveTo>
                    <a:cubicBezTo>
                      <a:pt x="8838" y="198"/>
                      <a:pt x="11362" y="1635"/>
                      <a:pt x="12992" y="3304"/>
                    </a:cubicBezTo>
                    <a:cubicBezTo>
                      <a:pt x="13946" y="4287"/>
                      <a:pt x="14869" y="5509"/>
                      <a:pt x="15227" y="6880"/>
                    </a:cubicBezTo>
                    <a:cubicBezTo>
                      <a:pt x="15316" y="7237"/>
                      <a:pt x="15316" y="7625"/>
                      <a:pt x="15227" y="8012"/>
                    </a:cubicBezTo>
                    <a:cubicBezTo>
                      <a:pt x="15078" y="8429"/>
                      <a:pt x="14929" y="8846"/>
                      <a:pt x="14750" y="9234"/>
                    </a:cubicBezTo>
                    <a:cubicBezTo>
                      <a:pt x="13618" y="11796"/>
                      <a:pt x="11502" y="14657"/>
                      <a:pt x="8463" y="14776"/>
                    </a:cubicBezTo>
                    <a:cubicBezTo>
                      <a:pt x="8351" y="14783"/>
                      <a:pt x="8239" y="14787"/>
                      <a:pt x="8128" y="14787"/>
                    </a:cubicBezTo>
                    <a:cubicBezTo>
                      <a:pt x="7813" y="14787"/>
                      <a:pt x="7499" y="14757"/>
                      <a:pt x="7185" y="14699"/>
                    </a:cubicBezTo>
                    <a:lnTo>
                      <a:pt x="7185" y="14699"/>
                    </a:lnTo>
                    <a:cubicBezTo>
                      <a:pt x="7176" y="14694"/>
                      <a:pt x="7165" y="14690"/>
                      <a:pt x="7152" y="14686"/>
                    </a:cubicBezTo>
                    <a:cubicBezTo>
                      <a:pt x="6437" y="14478"/>
                      <a:pt x="5781" y="14210"/>
                      <a:pt x="5156" y="13882"/>
                    </a:cubicBezTo>
                    <a:cubicBezTo>
                      <a:pt x="3785" y="13256"/>
                      <a:pt x="2623" y="12332"/>
                      <a:pt x="1729" y="11141"/>
                    </a:cubicBezTo>
                    <a:cubicBezTo>
                      <a:pt x="686" y="9681"/>
                      <a:pt x="448" y="7833"/>
                      <a:pt x="686" y="6105"/>
                    </a:cubicBezTo>
                    <a:cubicBezTo>
                      <a:pt x="865" y="4347"/>
                      <a:pt x="1669" y="2708"/>
                      <a:pt x="2951" y="1516"/>
                    </a:cubicBezTo>
                    <a:cubicBezTo>
                      <a:pt x="3986" y="582"/>
                      <a:pt x="5195" y="198"/>
                      <a:pt x="6437" y="198"/>
                    </a:cubicBezTo>
                    <a:close/>
                    <a:moveTo>
                      <a:pt x="6457" y="0"/>
                    </a:moveTo>
                    <a:cubicBezTo>
                      <a:pt x="5636" y="0"/>
                      <a:pt x="4821" y="151"/>
                      <a:pt x="4053" y="503"/>
                    </a:cubicBezTo>
                    <a:cubicBezTo>
                      <a:pt x="2474" y="1278"/>
                      <a:pt x="1282" y="2678"/>
                      <a:pt x="716" y="4317"/>
                    </a:cubicBezTo>
                    <a:cubicBezTo>
                      <a:pt x="60" y="6105"/>
                      <a:pt x="1" y="8042"/>
                      <a:pt x="597" y="9859"/>
                    </a:cubicBezTo>
                    <a:cubicBezTo>
                      <a:pt x="1550" y="12422"/>
                      <a:pt x="4172" y="14090"/>
                      <a:pt x="6705" y="14835"/>
                    </a:cubicBezTo>
                    <a:lnTo>
                      <a:pt x="6871" y="14863"/>
                    </a:lnTo>
                    <a:lnTo>
                      <a:pt x="6871" y="14863"/>
                    </a:lnTo>
                    <a:cubicBezTo>
                      <a:pt x="6875" y="14864"/>
                      <a:pt x="6879" y="14864"/>
                      <a:pt x="6884" y="14865"/>
                    </a:cubicBezTo>
                    <a:cubicBezTo>
                      <a:pt x="6884" y="14865"/>
                      <a:pt x="6884" y="14865"/>
                      <a:pt x="6884" y="14865"/>
                    </a:cubicBezTo>
                    <a:lnTo>
                      <a:pt x="6884" y="14865"/>
                    </a:lnTo>
                    <a:cubicBezTo>
                      <a:pt x="6884" y="14865"/>
                      <a:pt x="6884" y="14865"/>
                      <a:pt x="6885" y="14865"/>
                    </a:cubicBezTo>
                    <a:lnTo>
                      <a:pt x="6885" y="14865"/>
                    </a:lnTo>
                    <a:cubicBezTo>
                      <a:pt x="7274" y="14942"/>
                      <a:pt x="7666" y="14979"/>
                      <a:pt x="8054" y="14979"/>
                    </a:cubicBezTo>
                    <a:cubicBezTo>
                      <a:pt x="9328" y="14979"/>
                      <a:pt x="10571" y="14576"/>
                      <a:pt x="11621" y="13822"/>
                    </a:cubicBezTo>
                    <a:cubicBezTo>
                      <a:pt x="12843" y="12869"/>
                      <a:pt x="13856" y="11677"/>
                      <a:pt x="14571" y="10306"/>
                    </a:cubicBezTo>
                    <a:cubicBezTo>
                      <a:pt x="14869" y="9770"/>
                      <a:pt x="15137" y="9204"/>
                      <a:pt x="15346" y="8638"/>
                    </a:cubicBezTo>
                    <a:cubicBezTo>
                      <a:pt x="15525" y="8310"/>
                      <a:pt x="15614" y="7923"/>
                      <a:pt x="15674" y="7535"/>
                    </a:cubicBezTo>
                    <a:cubicBezTo>
                      <a:pt x="15674" y="7029"/>
                      <a:pt x="15555" y="6492"/>
                      <a:pt x="15316" y="6045"/>
                    </a:cubicBezTo>
                    <a:cubicBezTo>
                      <a:pt x="15018" y="5360"/>
                      <a:pt x="14631" y="4734"/>
                      <a:pt x="14184" y="4168"/>
                    </a:cubicBezTo>
                    <a:cubicBezTo>
                      <a:pt x="13022" y="2649"/>
                      <a:pt x="11502" y="1457"/>
                      <a:pt x="9744" y="712"/>
                    </a:cubicBezTo>
                    <a:cubicBezTo>
                      <a:pt x="8712" y="282"/>
                      <a:pt x="7580" y="0"/>
                      <a:pt x="6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5"/>
              <p:cNvSpPr/>
              <p:nvPr/>
            </p:nvSpPr>
            <p:spPr>
              <a:xfrm>
                <a:off x="3786900" y="1956875"/>
                <a:ext cx="286075" cy="248100"/>
              </a:xfrm>
              <a:custGeom>
                <a:avLst/>
                <a:gdLst/>
                <a:ahLst/>
                <a:cxnLst/>
                <a:rect l="l" t="t" r="r" b="b"/>
                <a:pathLst>
                  <a:path w="11443" h="9924" extrusionOk="0">
                    <a:moveTo>
                      <a:pt x="6972" y="217"/>
                    </a:moveTo>
                    <a:cubicBezTo>
                      <a:pt x="7693" y="217"/>
                      <a:pt x="8417" y="390"/>
                      <a:pt x="9058" y="686"/>
                    </a:cubicBezTo>
                    <a:cubicBezTo>
                      <a:pt x="9565" y="954"/>
                      <a:pt x="9803" y="1580"/>
                      <a:pt x="10072" y="2087"/>
                    </a:cubicBezTo>
                    <a:cubicBezTo>
                      <a:pt x="11055" y="4113"/>
                      <a:pt x="11442" y="6765"/>
                      <a:pt x="9535" y="8404"/>
                    </a:cubicBezTo>
                    <a:cubicBezTo>
                      <a:pt x="9058" y="8731"/>
                      <a:pt x="8552" y="9000"/>
                      <a:pt x="8016" y="9238"/>
                    </a:cubicBezTo>
                    <a:cubicBezTo>
                      <a:pt x="7333" y="9560"/>
                      <a:pt x="6591" y="9713"/>
                      <a:pt x="5849" y="9713"/>
                    </a:cubicBezTo>
                    <a:cubicBezTo>
                      <a:pt x="5425" y="9713"/>
                      <a:pt x="5001" y="9663"/>
                      <a:pt x="4589" y="9566"/>
                    </a:cubicBezTo>
                    <a:cubicBezTo>
                      <a:pt x="2503" y="8910"/>
                      <a:pt x="715" y="6526"/>
                      <a:pt x="954" y="4292"/>
                    </a:cubicBezTo>
                    <a:cubicBezTo>
                      <a:pt x="1252" y="1699"/>
                      <a:pt x="4172" y="329"/>
                      <a:pt x="6526" y="239"/>
                    </a:cubicBezTo>
                    <a:cubicBezTo>
                      <a:pt x="6674" y="224"/>
                      <a:pt x="6823" y="217"/>
                      <a:pt x="6972" y="217"/>
                    </a:cubicBezTo>
                    <a:close/>
                    <a:moveTo>
                      <a:pt x="7062" y="1"/>
                    </a:moveTo>
                    <a:cubicBezTo>
                      <a:pt x="5781" y="1"/>
                      <a:pt x="4500" y="269"/>
                      <a:pt x="3338" y="865"/>
                    </a:cubicBezTo>
                    <a:cubicBezTo>
                      <a:pt x="2205" y="1461"/>
                      <a:pt x="1133" y="2355"/>
                      <a:pt x="745" y="3606"/>
                    </a:cubicBezTo>
                    <a:cubicBezTo>
                      <a:pt x="0" y="5930"/>
                      <a:pt x="1639" y="8463"/>
                      <a:pt x="3695" y="9476"/>
                    </a:cubicBezTo>
                    <a:cubicBezTo>
                      <a:pt x="4309" y="9788"/>
                      <a:pt x="4984" y="9923"/>
                      <a:pt x="5671" y="9923"/>
                    </a:cubicBezTo>
                    <a:cubicBezTo>
                      <a:pt x="7139" y="9923"/>
                      <a:pt x="8669" y="9308"/>
                      <a:pt x="9805" y="8484"/>
                    </a:cubicBezTo>
                    <a:lnTo>
                      <a:pt x="9805" y="8484"/>
                    </a:lnTo>
                    <a:cubicBezTo>
                      <a:pt x="9816" y="8477"/>
                      <a:pt x="9826" y="8471"/>
                      <a:pt x="9833" y="8463"/>
                    </a:cubicBezTo>
                    <a:lnTo>
                      <a:pt x="9833" y="8463"/>
                    </a:lnTo>
                    <a:cubicBezTo>
                      <a:pt x="9833" y="8463"/>
                      <a:pt x="9833" y="8463"/>
                      <a:pt x="9833" y="8463"/>
                    </a:cubicBezTo>
                    <a:cubicBezTo>
                      <a:pt x="9865" y="8447"/>
                      <a:pt x="9879" y="8434"/>
                      <a:pt x="9880" y="8424"/>
                    </a:cubicBezTo>
                    <a:lnTo>
                      <a:pt x="9880" y="8424"/>
                    </a:lnTo>
                    <a:cubicBezTo>
                      <a:pt x="10774" y="7650"/>
                      <a:pt x="11264" y="6536"/>
                      <a:pt x="11293" y="5364"/>
                    </a:cubicBezTo>
                    <a:cubicBezTo>
                      <a:pt x="11263" y="4292"/>
                      <a:pt x="11025" y="3249"/>
                      <a:pt x="10578" y="2295"/>
                    </a:cubicBezTo>
                    <a:cubicBezTo>
                      <a:pt x="10429" y="1938"/>
                      <a:pt x="10250" y="1580"/>
                      <a:pt x="10042" y="1252"/>
                    </a:cubicBezTo>
                    <a:cubicBezTo>
                      <a:pt x="9923" y="1014"/>
                      <a:pt x="9774" y="805"/>
                      <a:pt x="9565" y="627"/>
                    </a:cubicBezTo>
                    <a:cubicBezTo>
                      <a:pt x="8880" y="120"/>
                      <a:pt x="7896" y="31"/>
                      <a:pt x="70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9" name="Google Shape;169;p5"/>
            <p:cNvSpPr/>
            <p:nvPr/>
          </p:nvSpPr>
          <p:spPr>
            <a:xfrm flipH="1">
              <a:off x="6136640" y="4606112"/>
              <a:ext cx="172096" cy="143602"/>
            </a:xfrm>
            <a:custGeom>
              <a:avLst/>
              <a:gdLst/>
              <a:ahLst/>
              <a:cxnLst/>
              <a:rect l="l" t="t" r="r" b="b"/>
              <a:pathLst>
                <a:path w="5170" h="4314" extrusionOk="0">
                  <a:moveTo>
                    <a:pt x="2507" y="0"/>
                  </a:moveTo>
                  <a:cubicBezTo>
                    <a:pt x="2392" y="0"/>
                    <a:pt x="2280" y="8"/>
                    <a:pt x="2176" y="23"/>
                  </a:cubicBezTo>
                  <a:cubicBezTo>
                    <a:pt x="1431" y="142"/>
                    <a:pt x="835" y="589"/>
                    <a:pt x="477" y="1214"/>
                  </a:cubicBezTo>
                  <a:cubicBezTo>
                    <a:pt x="0" y="2257"/>
                    <a:pt x="388" y="3837"/>
                    <a:pt x="1550" y="4194"/>
                  </a:cubicBezTo>
                  <a:cubicBezTo>
                    <a:pt x="1795" y="4274"/>
                    <a:pt x="2080" y="4313"/>
                    <a:pt x="2379" y="4313"/>
                  </a:cubicBezTo>
                  <a:cubicBezTo>
                    <a:pt x="3647" y="4313"/>
                    <a:pt x="5169" y="3607"/>
                    <a:pt x="4976" y="2257"/>
                  </a:cubicBezTo>
                  <a:cubicBezTo>
                    <a:pt x="4887" y="1661"/>
                    <a:pt x="4649" y="1125"/>
                    <a:pt x="4261" y="678"/>
                  </a:cubicBezTo>
                  <a:cubicBezTo>
                    <a:pt x="3874" y="291"/>
                    <a:pt x="3397" y="52"/>
                    <a:pt x="2861" y="23"/>
                  </a:cubicBezTo>
                  <a:cubicBezTo>
                    <a:pt x="2742" y="8"/>
                    <a:pt x="2622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 flipH="1">
              <a:off x="8514668" y="2864596"/>
              <a:ext cx="252885" cy="205750"/>
            </a:xfrm>
            <a:custGeom>
              <a:avLst/>
              <a:gdLst/>
              <a:ahLst/>
              <a:cxnLst/>
              <a:rect l="l" t="t" r="r" b="b"/>
              <a:pathLst>
                <a:path w="7597" h="6181" extrusionOk="0">
                  <a:moveTo>
                    <a:pt x="3559" y="0"/>
                  </a:moveTo>
                  <a:cubicBezTo>
                    <a:pt x="3292" y="0"/>
                    <a:pt x="3026" y="34"/>
                    <a:pt x="2769" y="101"/>
                  </a:cubicBezTo>
                  <a:cubicBezTo>
                    <a:pt x="2442" y="160"/>
                    <a:pt x="2144" y="279"/>
                    <a:pt x="1846" y="428"/>
                  </a:cubicBezTo>
                  <a:cubicBezTo>
                    <a:pt x="952" y="905"/>
                    <a:pt x="326" y="1769"/>
                    <a:pt x="147" y="2782"/>
                  </a:cubicBezTo>
                  <a:cubicBezTo>
                    <a:pt x="1" y="4337"/>
                    <a:pt x="1182" y="6181"/>
                    <a:pt x="2868" y="6181"/>
                  </a:cubicBezTo>
                  <a:cubicBezTo>
                    <a:pt x="2895" y="6181"/>
                    <a:pt x="2921" y="6180"/>
                    <a:pt x="2948" y="6179"/>
                  </a:cubicBezTo>
                  <a:cubicBezTo>
                    <a:pt x="4796" y="6090"/>
                    <a:pt x="7597" y="4153"/>
                    <a:pt x="6524" y="2067"/>
                  </a:cubicBezTo>
                  <a:cubicBezTo>
                    <a:pt x="6166" y="1322"/>
                    <a:pt x="5600" y="697"/>
                    <a:pt x="4885" y="279"/>
                  </a:cubicBezTo>
                  <a:cubicBezTo>
                    <a:pt x="4457" y="93"/>
                    <a:pt x="4005" y="0"/>
                    <a:pt x="35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p5"/>
          <p:cNvSpPr txBox="1">
            <a:spLocks noGrp="1"/>
          </p:cNvSpPr>
          <p:nvPr>
            <p:ph type="title"/>
          </p:nvPr>
        </p:nvSpPr>
        <p:spPr>
          <a:xfrm>
            <a:off x="714575" y="461300"/>
            <a:ext cx="7714800" cy="6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5"/>
          <p:cNvSpPr txBox="1">
            <a:spLocks noGrp="1"/>
          </p:cNvSpPr>
          <p:nvPr>
            <p:ph type="body" idx="1"/>
          </p:nvPr>
        </p:nvSpPr>
        <p:spPr>
          <a:xfrm>
            <a:off x="763175" y="1517750"/>
            <a:ext cx="3663000" cy="26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3" name="Google Shape;173;p5"/>
          <p:cNvSpPr txBox="1">
            <a:spLocks noGrp="1"/>
          </p:cNvSpPr>
          <p:nvPr>
            <p:ph type="body" idx="2"/>
          </p:nvPr>
        </p:nvSpPr>
        <p:spPr>
          <a:xfrm>
            <a:off x="4717825" y="1517750"/>
            <a:ext cx="3663000" cy="26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6"/>
          <p:cNvGrpSpPr/>
          <p:nvPr/>
        </p:nvGrpSpPr>
        <p:grpSpPr>
          <a:xfrm>
            <a:off x="-1880848" y="-1377275"/>
            <a:ext cx="12061697" cy="7801369"/>
            <a:chOff x="-1880848" y="-1377275"/>
            <a:chExt cx="12061697" cy="7801369"/>
          </a:xfrm>
        </p:grpSpPr>
        <p:grpSp>
          <p:nvGrpSpPr>
            <p:cNvPr id="176" name="Google Shape;176;p6"/>
            <p:cNvGrpSpPr/>
            <p:nvPr/>
          </p:nvGrpSpPr>
          <p:grpSpPr>
            <a:xfrm rot="-809490" flipH="1">
              <a:off x="-1593521" y="-1088589"/>
              <a:ext cx="2805391" cy="2794970"/>
              <a:chOff x="7545828" y="-718153"/>
              <a:chExt cx="2805405" cy="2794983"/>
            </a:xfrm>
          </p:grpSpPr>
          <p:grpSp>
            <p:nvGrpSpPr>
              <p:cNvPr id="177" name="Google Shape;177;p6"/>
              <p:cNvGrpSpPr/>
              <p:nvPr/>
            </p:nvGrpSpPr>
            <p:grpSpPr>
              <a:xfrm>
                <a:off x="7568552" y="-718153"/>
                <a:ext cx="2554222" cy="2762605"/>
                <a:chOff x="7568552" y="-718153"/>
                <a:chExt cx="2554222" cy="2762605"/>
              </a:xfrm>
            </p:grpSpPr>
            <p:sp>
              <p:nvSpPr>
                <p:cNvPr id="178" name="Google Shape;178;p6"/>
                <p:cNvSpPr/>
                <p:nvPr/>
              </p:nvSpPr>
              <p:spPr>
                <a:xfrm rot="-49921">
                  <a:off x="7588213" y="-700037"/>
                  <a:ext cx="2514900" cy="2726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25" h="67670" extrusionOk="0">
                      <a:moveTo>
                        <a:pt x="42599" y="1"/>
                      </a:moveTo>
                      <a:cubicBezTo>
                        <a:pt x="33273" y="1"/>
                        <a:pt x="24436" y="5343"/>
                        <a:pt x="14889" y="5343"/>
                      </a:cubicBezTo>
                      <a:cubicBezTo>
                        <a:pt x="14388" y="5343"/>
                        <a:pt x="13885" y="5329"/>
                        <a:pt x="13379" y="5298"/>
                      </a:cubicBezTo>
                      <a:cubicBezTo>
                        <a:pt x="12134" y="5228"/>
                        <a:pt x="10849" y="5098"/>
                        <a:pt x="9587" y="5098"/>
                      </a:cubicBezTo>
                      <a:cubicBezTo>
                        <a:pt x="8161" y="5098"/>
                        <a:pt x="6763" y="5263"/>
                        <a:pt x="5483" y="5864"/>
                      </a:cubicBezTo>
                      <a:cubicBezTo>
                        <a:pt x="2831" y="7085"/>
                        <a:pt x="1252" y="9946"/>
                        <a:pt x="567" y="12806"/>
                      </a:cubicBezTo>
                      <a:cubicBezTo>
                        <a:pt x="1" y="15279"/>
                        <a:pt x="1" y="17812"/>
                        <a:pt x="537" y="20285"/>
                      </a:cubicBezTo>
                      <a:cubicBezTo>
                        <a:pt x="1461" y="24695"/>
                        <a:pt x="3993" y="28598"/>
                        <a:pt x="7658" y="31221"/>
                      </a:cubicBezTo>
                      <a:cubicBezTo>
                        <a:pt x="13350" y="35184"/>
                        <a:pt x="21603" y="35958"/>
                        <a:pt x="25209" y="41918"/>
                      </a:cubicBezTo>
                      <a:cubicBezTo>
                        <a:pt x="27801" y="46208"/>
                        <a:pt x="26937" y="51721"/>
                        <a:pt x="28337" y="56518"/>
                      </a:cubicBezTo>
                      <a:cubicBezTo>
                        <a:pt x="30524" y="64017"/>
                        <a:pt x="36902" y="67669"/>
                        <a:pt x="43484" y="67669"/>
                      </a:cubicBezTo>
                      <a:cubicBezTo>
                        <a:pt x="49010" y="67669"/>
                        <a:pt x="54680" y="65095"/>
                        <a:pt x="58134" y="60064"/>
                      </a:cubicBezTo>
                      <a:cubicBezTo>
                        <a:pt x="61531" y="55117"/>
                        <a:pt x="62425" y="48622"/>
                        <a:pt x="60875" y="42841"/>
                      </a:cubicBezTo>
                      <a:cubicBezTo>
                        <a:pt x="59713" y="38521"/>
                        <a:pt x="57300" y="34647"/>
                        <a:pt x="56108" y="30356"/>
                      </a:cubicBezTo>
                      <a:cubicBezTo>
                        <a:pt x="55274" y="27436"/>
                        <a:pt x="55005" y="24367"/>
                        <a:pt x="55363" y="21358"/>
                      </a:cubicBezTo>
                      <a:cubicBezTo>
                        <a:pt x="55840" y="16888"/>
                        <a:pt x="57598" y="12270"/>
                        <a:pt x="56197" y="7979"/>
                      </a:cubicBezTo>
                      <a:cubicBezTo>
                        <a:pt x="54767" y="3599"/>
                        <a:pt x="50208" y="828"/>
                        <a:pt x="45649" y="202"/>
                      </a:cubicBezTo>
                      <a:cubicBezTo>
                        <a:pt x="44626" y="63"/>
                        <a:pt x="43609" y="1"/>
                        <a:pt x="4259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79" name="Google Shape;179;p6"/>
                <p:cNvGrpSpPr/>
                <p:nvPr/>
              </p:nvGrpSpPr>
              <p:grpSpPr>
                <a:xfrm rot="8100000">
                  <a:off x="8889962" y="1557871"/>
                  <a:ext cx="70212" cy="266577"/>
                  <a:chOff x="6051275" y="3616391"/>
                  <a:chExt cx="70213" cy="266579"/>
                </a:xfrm>
              </p:grpSpPr>
              <p:sp>
                <p:nvSpPr>
                  <p:cNvPr id="180" name="Google Shape;180;p6"/>
                  <p:cNvSpPr/>
                  <p:nvPr/>
                </p:nvSpPr>
                <p:spPr>
                  <a:xfrm>
                    <a:off x="6060853" y="3616391"/>
                    <a:ext cx="60635" cy="1668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6480" extrusionOk="0">
                        <a:moveTo>
                          <a:pt x="880" y="0"/>
                        </a:moveTo>
                        <a:cubicBezTo>
                          <a:pt x="827" y="0"/>
                          <a:pt x="773" y="6"/>
                          <a:pt x="716" y="19"/>
                        </a:cubicBezTo>
                        <a:cubicBezTo>
                          <a:pt x="298" y="93"/>
                          <a:pt x="135" y="436"/>
                          <a:pt x="90" y="823"/>
                        </a:cubicBezTo>
                        <a:cubicBezTo>
                          <a:pt x="60" y="1077"/>
                          <a:pt x="60" y="1330"/>
                          <a:pt x="75" y="1583"/>
                        </a:cubicBezTo>
                        <a:cubicBezTo>
                          <a:pt x="135" y="2581"/>
                          <a:pt x="120" y="3564"/>
                          <a:pt x="30" y="4548"/>
                        </a:cubicBezTo>
                        <a:cubicBezTo>
                          <a:pt x="1" y="4905"/>
                          <a:pt x="15" y="5278"/>
                          <a:pt x="60" y="5635"/>
                        </a:cubicBezTo>
                        <a:cubicBezTo>
                          <a:pt x="120" y="6067"/>
                          <a:pt x="343" y="6410"/>
                          <a:pt x="805" y="6470"/>
                        </a:cubicBezTo>
                        <a:cubicBezTo>
                          <a:pt x="850" y="6476"/>
                          <a:pt x="895" y="6479"/>
                          <a:pt x="939" y="6479"/>
                        </a:cubicBezTo>
                        <a:cubicBezTo>
                          <a:pt x="1309" y="6479"/>
                          <a:pt x="1655" y="6262"/>
                          <a:pt x="1788" y="5903"/>
                        </a:cubicBezTo>
                        <a:cubicBezTo>
                          <a:pt x="1937" y="5620"/>
                          <a:pt x="2056" y="5308"/>
                          <a:pt x="2131" y="4995"/>
                        </a:cubicBezTo>
                        <a:cubicBezTo>
                          <a:pt x="2354" y="3654"/>
                          <a:pt x="2265" y="2268"/>
                          <a:pt x="1848" y="972"/>
                        </a:cubicBezTo>
                        <a:cubicBezTo>
                          <a:pt x="1788" y="838"/>
                          <a:pt x="1729" y="689"/>
                          <a:pt x="1669" y="555"/>
                        </a:cubicBezTo>
                        <a:cubicBezTo>
                          <a:pt x="1439" y="223"/>
                          <a:pt x="1198" y="0"/>
                          <a:pt x="880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" name="Google Shape;181;p6"/>
                  <p:cNvSpPr/>
                  <p:nvPr/>
                </p:nvSpPr>
                <p:spPr>
                  <a:xfrm>
                    <a:off x="6051275" y="3823082"/>
                    <a:ext cx="48354" cy="598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78" h="2326" extrusionOk="0">
                        <a:moveTo>
                          <a:pt x="1026" y="0"/>
                        </a:moveTo>
                        <a:cubicBezTo>
                          <a:pt x="855" y="0"/>
                          <a:pt x="683" y="69"/>
                          <a:pt x="551" y="214"/>
                        </a:cubicBezTo>
                        <a:cubicBezTo>
                          <a:pt x="164" y="617"/>
                          <a:pt x="0" y="1168"/>
                          <a:pt x="89" y="1719"/>
                        </a:cubicBezTo>
                        <a:cubicBezTo>
                          <a:pt x="132" y="2084"/>
                          <a:pt x="447" y="2326"/>
                          <a:pt x="781" y="2326"/>
                        </a:cubicBezTo>
                        <a:cubicBezTo>
                          <a:pt x="910" y="2326"/>
                          <a:pt x="1042" y="2290"/>
                          <a:pt x="1162" y="2211"/>
                        </a:cubicBezTo>
                        <a:cubicBezTo>
                          <a:pt x="1639" y="1913"/>
                          <a:pt x="1877" y="795"/>
                          <a:pt x="1579" y="319"/>
                        </a:cubicBezTo>
                        <a:cubicBezTo>
                          <a:pt x="1454" y="111"/>
                          <a:pt x="1242" y="0"/>
                          <a:pt x="1026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82" name="Google Shape;182;p6"/>
              <p:cNvSpPr/>
              <p:nvPr/>
            </p:nvSpPr>
            <p:spPr>
              <a:xfrm rot="-549082">
                <a:off x="7717456" y="-459425"/>
                <a:ext cx="2462148" cy="2355450"/>
              </a:xfrm>
              <a:custGeom>
                <a:avLst/>
                <a:gdLst/>
                <a:ahLst/>
                <a:cxnLst/>
                <a:rect l="l" t="t" r="r" b="b"/>
                <a:pathLst>
                  <a:path w="61114" h="58462" fill="none" extrusionOk="0">
                    <a:moveTo>
                      <a:pt x="2920" y="14929"/>
                    </a:moveTo>
                    <a:cubicBezTo>
                      <a:pt x="4231" y="18594"/>
                      <a:pt x="7479" y="21216"/>
                      <a:pt x="10995" y="22825"/>
                    </a:cubicBezTo>
                    <a:cubicBezTo>
                      <a:pt x="13617" y="24047"/>
                      <a:pt x="16478" y="24821"/>
                      <a:pt x="18951" y="26341"/>
                    </a:cubicBezTo>
                    <a:cubicBezTo>
                      <a:pt x="22735" y="28695"/>
                      <a:pt x="25298" y="32598"/>
                      <a:pt x="25953" y="37008"/>
                    </a:cubicBezTo>
                    <a:cubicBezTo>
                      <a:pt x="26340" y="39600"/>
                      <a:pt x="26013" y="42223"/>
                      <a:pt x="26251" y="44815"/>
                    </a:cubicBezTo>
                    <a:cubicBezTo>
                      <a:pt x="26579" y="48778"/>
                      <a:pt x="28277" y="52741"/>
                      <a:pt x="31495" y="55065"/>
                    </a:cubicBezTo>
                    <a:cubicBezTo>
                      <a:pt x="33641" y="56614"/>
                      <a:pt x="36263" y="57359"/>
                      <a:pt x="38885" y="57627"/>
                    </a:cubicBezTo>
                    <a:cubicBezTo>
                      <a:pt x="46185" y="58462"/>
                      <a:pt x="54320" y="55601"/>
                      <a:pt x="57925" y="49195"/>
                    </a:cubicBezTo>
                    <a:cubicBezTo>
                      <a:pt x="61113" y="43474"/>
                      <a:pt x="60160" y="36412"/>
                      <a:pt x="58580" y="30066"/>
                    </a:cubicBezTo>
                    <a:cubicBezTo>
                      <a:pt x="57001" y="23749"/>
                      <a:pt x="54856" y="17253"/>
                      <a:pt x="55899" y="10817"/>
                    </a:cubicBezTo>
                    <a:cubicBezTo>
                      <a:pt x="56286" y="8612"/>
                      <a:pt x="56971" y="6348"/>
                      <a:pt x="56227" y="4232"/>
                    </a:cubicBezTo>
                    <a:cubicBezTo>
                      <a:pt x="55213" y="1342"/>
                      <a:pt x="51757" y="1"/>
                      <a:pt x="48688" y="239"/>
                    </a:cubicBezTo>
                    <a:cubicBezTo>
                      <a:pt x="45619" y="448"/>
                      <a:pt x="42788" y="1818"/>
                      <a:pt x="39838" y="2712"/>
                    </a:cubicBezTo>
                    <a:cubicBezTo>
                      <a:pt x="35488" y="4023"/>
                      <a:pt x="30870" y="4292"/>
                      <a:pt x="26370" y="3517"/>
                    </a:cubicBezTo>
                    <a:cubicBezTo>
                      <a:pt x="22556" y="2861"/>
                      <a:pt x="18862" y="1431"/>
                      <a:pt x="14958" y="1103"/>
                    </a:cubicBezTo>
                    <a:cubicBezTo>
                      <a:pt x="7420" y="537"/>
                      <a:pt x="0" y="6765"/>
                      <a:pt x="2920" y="14929"/>
                    </a:cubicBezTo>
                    <a:close/>
                  </a:path>
                </a:pathLst>
              </a:custGeom>
              <a:noFill/>
              <a:ln w="9675" cap="flat" cmpd="sng">
                <a:solidFill>
                  <a:schemeClr val="accent1"/>
                </a:solidFill>
                <a:prstDash val="solid"/>
                <a:miter lim="297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3" name="Google Shape;183;p6"/>
              <p:cNvGrpSpPr/>
              <p:nvPr/>
            </p:nvGrpSpPr>
            <p:grpSpPr>
              <a:xfrm rot="-3298310">
                <a:off x="8488505" y="-203587"/>
                <a:ext cx="697299" cy="977687"/>
                <a:chOff x="8560167" y="-247445"/>
                <a:chExt cx="697274" cy="977652"/>
              </a:xfrm>
            </p:grpSpPr>
            <p:sp>
              <p:nvSpPr>
                <p:cNvPr id="184" name="Google Shape;184;p6"/>
                <p:cNvSpPr/>
                <p:nvPr/>
              </p:nvSpPr>
              <p:spPr>
                <a:xfrm>
                  <a:off x="8560167" y="365608"/>
                  <a:ext cx="91775" cy="76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" h="1902" extrusionOk="0">
                      <a:moveTo>
                        <a:pt x="958" y="0"/>
                      </a:moveTo>
                      <a:cubicBezTo>
                        <a:pt x="479" y="0"/>
                        <a:pt x="1" y="856"/>
                        <a:pt x="362" y="1556"/>
                      </a:cubicBezTo>
                      <a:cubicBezTo>
                        <a:pt x="486" y="1794"/>
                        <a:pt x="716" y="1901"/>
                        <a:pt x="956" y="1901"/>
                      </a:cubicBezTo>
                      <a:cubicBezTo>
                        <a:pt x="1585" y="1901"/>
                        <a:pt x="2278" y="1169"/>
                        <a:pt x="1286" y="155"/>
                      </a:cubicBezTo>
                      <a:cubicBezTo>
                        <a:pt x="1184" y="47"/>
                        <a:pt x="1071" y="0"/>
                        <a:pt x="9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85;p6"/>
                <p:cNvSpPr/>
                <p:nvPr/>
              </p:nvSpPr>
              <p:spPr>
                <a:xfrm>
                  <a:off x="8797599" y="373249"/>
                  <a:ext cx="134480" cy="88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8" h="2195" extrusionOk="0">
                      <a:moveTo>
                        <a:pt x="1367" y="1"/>
                      </a:moveTo>
                      <a:cubicBezTo>
                        <a:pt x="636" y="1"/>
                        <a:pt x="0" y="1354"/>
                        <a:pt x="1008" y="2035"/>
                      </a:cubicBezTo>
                      <a:cubicBezTo>
                        <a:pt x="1183" y="2145"/>
                        <a:pt x="1368" y="2194"/>
                        <a:pt x="1547" y="2194"/>
                      </a:cubicBezTo>
                      <a:cubicBezTo>
                        <a:pt x="2524" y="2194"/>
                        <a:pt x="3337" y="744"/>
                        <a:pt x="1574" y="38"/>
                      </a:cubicBezTo>
                      <a:cubicBezTo>
                        <a:pt x="1505" y="13"/>
                        <a:pt x="1436" y="1"/>
                        <a:pt x="13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86;p6"/>
                <p:cNvSpPr/>
                <p:nvPr/>
              </p:nvSpPr>
              <p:spPr>
                <a:xfrm>
                  <a:off x="8579844" y="-247445"/>
                  <a:ext cx="102935" cy="110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5" h="2747" extrusionOk="0">
                      <a:moveTo>
                        <a:pt x="1324" y="1"/>
                      </a:moveTo>
                      <a:cubicBezTo>
                        <a:pt x="1290" y="1"/>
                        <a:pt x="1255" y="3"/>
                        <a:pt x="1222" y="8"/>
                      </a:cubicBezTo>
                      <a:cubicBezTo>
                        <a:pt x="149" y="127"/>
                        <a:pt x="0" y="991"/>
                        <a:pt x="179" y="2154"/>
                      </a:cubicBezTo>
                      <a:cubicBezTo>
                        <a:pt x="255" y="2576"/>
                        <a:pt x="551" y="2746"/>
                        <a:pt x="905" y="2746"/>
                      </a:cubicBezTo>
                      <a:cubicBezTo>
                        <a:pt x="1524" y="2746"/>
                        <a:pt x="2319" y="2224"/>
                        <a:pt x="2414" y="1617"/>
                      </a:cubicBezTo>
                      <a:cubicBezTo>
                        <a:pt x="2554" y="690"/>
                        <a:pt x="1899" y="1"/>
                        <a:pt x="132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187;p6"/>
                <p:cNvSpPr/>
                <p:nvPr/>
              </p:nvSpPr>
              <p:spPr>
                <a:xfrm>
                  <a:off x="8700161" y="584477"/>
                  <a:ext cx="142376" cy="145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4" h="3617" extrusionOk="0">
                      <a:moveTo>
                        <a:pt x="1139" y="0"/>
                      </a:moveTo>
                      <a:cubicBezTo>
                        <a:pt x="1127" y="0"/>
                        <a:pt x="1115" y="1"/>
                        <a:pt x="1103" y="1"/>
                      </a:cubicBezTo>
                      <a:cubicBezTo>
                        <a:pt x="60" y="61"/>
                        <a:pt x="1" y="1193"/>
                        <a:pt x="150" y="1849"/>
                      </a:cubicBezTo>
                      <a:cubicBezTo>
                        <a:pt x="292" y="2467"/>
                        <a:pt x="947" y="3616"/>
                        <a:pt x="1766" y="3616"/>
                      </a:cubicBezTo>
                      <a:cubicBezTo>
                        <a:pt x="1974" y="3616"/>
                        <a:pt x="2191" y="3543"/>
                        <a:pt x="2414" y="3368"/>
                      </a:cubicBezTo>
                      <a:cubicBezTo>
                        <a:pt x="3533" y="2514"/>
                        <a:pt x="2178" y="0"/>
                        <a:pt x="113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" name="Google Shape;188;p6"/>
                <p:cNvSpPr/>
                <p:nvPr/>
              </p:nvSpPr>
              <p:spPr>
                <a:xfrm>
                  <a:off x="9135329" y="42351"/>
                  <a:ext cx="122111" cy="129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1" h="3206" extrusionOk="0">
                      <a:moveTo>
                        <a:pt x="1533" y="0"/>
                      </a:moveTo>
                      <a:cubicBezTo>
                        <a:pt x="1499" y="0"/>
                        <a:pt x="1464" y="3"/>
                        <a:pt x="1431" y="7"/>
                      </a:cubicBezTo>
                      <a:cubicBezTo>
                        <a:pt x="179" y="186"/>
                        <a:pt x="0" y="1169"/>
                        <a:pt x="239" y="2510"/>
                      </a:cubicBezTo>
                      <a:cubicBezTo>
                        <a:pt x="325" y="3006"/>
                        <a:pt x="666" y="3206"/>
                        <a:pt x="1075" y="3206"/>
                      </a:cubicBezTo>
                      <a:cubicBezTo>
                        <a:pt x="1795" y="3206"/>
                        <a:pt x="2728" y="2587"/>
                        <a:pt x="2861" y="1884"/>
                      </a:cubicBezTo>
                      <a:cubicBezTo>
                        <a:pt x="3031" y="808"/>
                        <a:pt x="2204" y="0"/>
                        <a:pt x="153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189;p6"/>
                <p:cNvSpPr/>
                <p:nvPr/>
              </p:nvSpPr>
              <p:spPr>
                <a:xfrm>
                  <a:off x="8884093" y="-147652"/>
                  <a:ext cx="179763" cy="162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2" h="4035" extrusionOk="0">
                      <a:moveTo>
                        <a:pt x="2115" y="0"/>
                      </a:moveTo>
                      <a:cubicBezTo>
                        <a:pt x="1605" y="0"/>
                        <a:pt x="1084" y="161"/>
                        <a:pt x="737" y="495"/>
                      </a:cubicBezTo>
                      <a:cubicBezTo>
                        <a:pt x="1" y="1202"/>
                        <a:pt x="1201" y="4035"/>
                        <a:pt x="2498" y="4035"/>
                      </a:cubicBezTo>
                      <a:cubicBezTo>
                        <a:pt x="2566" y="4035"/>
                        <a:pt x="2635" y="4027"/>
                        <a:pt x="2703" y="4011"/>
                      </a:cubicBezTo>
                      <a:cubicBezTo>
                        <a:pt x="4074" y="3713"/>
                        <a:pt x="4461" y="2163"/>
                        <a:pt x="3597" y="703"/>
                      </a:cubicBezTo>
                      <a:cubicBezTo>
                        <a:pt x="3351" y="243"/>
                        <a:pt x="2741" y="0"/>
                        <a:pt x="211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6"/>
                <p:cNvSpPr/>
                <p:nvPr/>
              </p:nvSpPr>
              <p:spPr>
                <a:xfrm>
                  <a:off x="9015890" y="270493"/>
                  <a:ext cx="112040" cy="93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1" h="2328" extrusionOk="0">
                      <a:moveTo>
                        <a:pt x="1169" y="1"/>
                      </a:moveTo>
                      <a:cubicBezTo>
                        <a:pt x="583" y="1"/>
                        <a:pt x="0" y="1047"/>
                        <a:pt x="435" y="1916"/>
                      </a:cubicBezTo>
                      <a:cubicBezTo>
                        <a:pt x="589" y="2200"/>
                        <a:pt x="868" y="2328"/>
                        <a:pt x="1157" y="2328"/>
                      </a:cubicBezTo>
                      <a:cubicBezTo>
                        <a:pt x="1929" y="2328"/>
                        <a:pt x="2781" y="1423"/>
                        <a:pt x="1567" y="188"/>
                      </a:cubicBezTo>
                      <a:cubicBezTo>
                        <a:pt x="1443" y="58"/>
                        <a:pt x="1306" y="1"/>
                        <a:pt x="116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6"/>
                <p:cNvSpPr/>
                <p:nvPr/>
              </p:nvSpPr>
              <p:spPr>
                <a:xfrm>
                  <a:off x="8668220" y="96499"/>
                  <a:ext cx="134157" cy="87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0" h="2172" extrusionOk="0">
                      <a:moveTo>
                        <a:pt x="1341" y="1"/>
                      </a:moveTo>
                      <a:cubicBezTo>
                        <a:pt x="617" y="1"/>
                        <a:pt x="1" y="1337"/>
                        <a:pt x="1000" y="2012"/>
                      </a:cubicBezTo>
                      <a:cubicBezTo>
                        <a:pt x="1176" y="2123"/>
                        <a:pt x="1360" y="2172"/>
                        <a:pt x="1539" y="2172"/>
                      </a:cubicBezTo>
                      <a:cubicBezTo>
                        <a:pt x="2517" y="2172"/>
                        <a:pt x="3329" y="726"/>
                        <a:pt x="1566" y="46"/>
                      </a:cubicBezTo>
                      <a:cubicBezTo>
                        <a:pt x="1491" y="15"/>
                        <a:pt x="1415" y="1"/>
                        <a:pt x="134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2" name="Google Shape;192;p6"/>
            <p:cNvGrpSpPr/>
            <p:nvPr/>
          </p:nvGrpSpPr>
          <p:grpSpPr>
            <a:xfrm rot="-5400000">
              <a:off x="6987860" y="3231105"/>
              <a:ext cx="4341985" cy="2043992"/>
              <a:chOff x="-1013962" y="3673802"/>
              <a:chExt cx="4341985" cy="2043992"/>
            </a:xfrm>
          </p:grpSpPr>
          <p:grpSp>
            <p:nvGrpSpPr>
              <p:cNvPr id="193" name="Google Shape;193;p6"/>
              <p:cNvGrpSpPr/>
              <p:nvPr/>
            </p:nvGrpSpPr>
            <p:grpSpPr>
              <a:xfrm>
                <a:off x="-1013962" y="3673802"/>
                <a:ext cx="4341985" cy="2043992"/>
                <a:chOff x="-830187" y="4024390"/>
                <a:chExt cx="4341985" cy="2043992"/>
              </a:xfrm>
            </p:grpSpPr>
            <p:sp>
              <p:nvSpPr>
                <p:cNvPr id="194" name="Google Shape;194;p6"/>
                <p:cNvSpPr/>
                <p:nvPr/>
              </p:nvSpPr>
              <p:spPr>
                <a:xfrm>
                  <a:off x="-830187" y="4024390"/>
                  <a:ext cx="4341985" cy="2043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75" h="50732" extrusionOk="0">
                      <a:moveTo>
                        <a:pt x="19280" y="1"/>
                      </a:moveTo>
                      <a:cubicBezTo>
                        <a:pt x="14384" y="1"/>
                        <a:pt x="9338" y="2218"/>
                        <a:pt x="8075" y="7268"/>
                      </a:cubicBezTo>
                      <a:cubicBezTo>
                        <a:pt x="7241" y="10724"/>
                        <a:pt x="7598" y="14449"/>
                        <a:pt x="6615" y="17905"/>
                      </a:cubicBezTo>
                      <a:cubicBezTo>
                        <a:pt x="5721" y="21034"/>
                        <a:pt x="3755" y="23716"/>
                        <a:pt x="2414" y="26695"/>
                      </a:cubicBezTo>
                      <a:cubicBezTo>
                        <a:pt x="596" y="30777"/>
                        <a:pt x="0" y="35426"/>
                        <a:pt x="1162" y="39716"/>
                      </a:cubicBezTo>
                      <a:cubicBezTo>
                        <a:pt x="2324" y="44007"/>
                        <a:pt x="5364" y="47821"/>
                        <a:pt x="9476" y="49519"/>
                      </a:cubicBezTo>
                      <a:cubicBezTo>
                        <a:pt x="11357" y="50293"/>
                        <a:pt x="13318" y="50601"/>
                        <a:pt x="15314" y="50601"/>
                      </a:cubicBezTo>
                      <a:cubicBezTo>
                        <a:pt x="19547" y="50601"/>
                        <a:pt x="23938" y="49216"/>
                        <a:pt x="28069" y="47940"/>
                      </a:cubicBezTo>
                      <a:cubicBezTo>
                        <a:pt x="34622" y="45928"/>
                        <a:pt x="41399" y="44206"/>
                        <a:pt x="48226" y="44206"/>
                      </a:cubicBezTo>
                      <a:cubicBezTo>
                        <a:pt x="49283" y="44206"/>
                        <a:pt x="50341" y="44247"/>
                        <a:pt x="51399" y="44335"/>
                      </a:cubicBezTo>
                      <a:cubicBezTo>
                        <a:pt x="58282" y="44901"/>
                        <a:pt x="64868" y="47434"/>
                        <a:pt x="71602" y="49132"/>
                      </a:cubicBezTo>
                      <a:cubicBezTo>
                        <a:pt x="75244" y="50055"/>
                        <a:pt x="79063" y="50731"/>
                        <a:pt x="82819" y="50731"/>
                      </a:cubicBezTo>
                      <a:cubicBezTo>
                        <a:pt x="85975" y="50731"/>
                        <a:pt x="89087" y="50254"/>
                        <a:pt x="92012" y="49043"/>
                      </a:cubicBezTo>
                      <a:cubicBezTo>
                        <a:pt x="94426" y="48059"/>
                        <a:pt x="96661" y="46570"/>
                        <a:pt x="98150" y="44424"/>
                      </a:cubicBezTo>
                      <a:cubicBezTo>
                        <a:pt x="107775" y="30581"/>
                        <a:pt x="86591" y="19064"/>
                        <a:pt x="74895" y="19064"/>
                      </a:cubicBezTo>
                      <a:cubicBezTo>
                        <a:pt x="74533" y="19064"/>
                        <a:pt x="74179" y="19075"/>
                        <a:pt x="73836" y="19097"/>
                      </a:cubicBezTo>
                      <a:cubicBezTo>
                        <a:pt x="67567" y="19499"/>
                        <a:pt x="61181" y="22039"/>
                        <a:pt x="55078" y="22039"/>
                      </a:cubicBezTo>
                      <a:cubicBezTo>
                        <a:pt x="53030" y="22039"/>
                        <a:pt x="51014" y="21753"/>
                        <a:pt x="49046" y="21004"/>
                      </a:cubicBezTo>
                      <a:cubicBezTo>
                        <a:pt x="42043" y="18352"/>
                        <a:pt x="38319" y="10933"/>
                        <a:pt x="32836" y="5868"/>
                      </a:cubicBezTo>
                      <a:cubicBezTo>
                        <a:pt x="30959" y="4110"/>
                        <a:pt x="28843" y="2709"/>
                        <a:pt x="26549" y="1636"/>
                      </a:cubicBezTo>
                      <a:cubicBezTo>
                        <a:pt x="24851" y="862"/>
                        <a:pt x="23033" y="355"/>
                        <a:pt x="21215" y="117"/>
                      </a:cubicBezTo>
                      <a:cubicBezTo>
                        <a:pt x="20579" y="40"/>
                        <a:pt x="19931" y="1"/>
                        <a:pt x="1928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95" name="Google Shape;195;p6"/>
                <p:cNvGrpSpPr/>
                <p:nvPr/>
              </p:nvGrpSpPr>
              <p:grpSpPr>
                <a:xfrm>
                  <a:off x="174564" y="4842646"/>
                  <a:ext cx="824338" cy="865398"/>
                  <a:chOff x="126952" y="4637346"/>
                  <a:chExt cx="824338" cy="865398"/>
                </a:xfrm>
              </p:grpSpPr>
              <p:sp>
                <p:nvSpPr>
                  <p:cNvPr id="196" name="Google Shape;196;p6"/>
                  <p:cNvSpPr/>
                  <p:nvPr/>
                </p:nvSpPr>
                <p:spPr>
                  <a:xfrm>
                    <a:off x="787480" y="5298317"/>
                    <a:ext cx="94716" cy="65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1" h="1614" extrusionOk="0">
                        <a:moveTo>
                          <a:pt x="1259" y="0"/>
                        </a:moveTo>
                        <a:cubicBezTo>
                          <a:pt x="928" y="0"/>
                          <a:pt x="550" y="221"/>
                          <a:pt x="233" y="825"/>
                        </a:cubicBezTo>
                        <a:cubicBezTo>
                          <a:pt x="1" y="1270"/>
                          <a:pt x="471" y="1614"/>
                          <a:pt x="1025" y="1614"/>
                        </a:cubicBezTo>
                        <a:cubicBezTo>
                          <a:pt x="1325" y="1614"/>
                          <a:pt x="1650" y="1513"/>
                          <a:pt x="1901" y="1272"/>
                        </a:cubicBezTo>
                        <a:cubicBezTo>
                          <a:pt x="2351" y="803"/>
                          <a:pt x="1890" y="0"/>
                          <a:pt x="125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" name="Google Shape;197;p6"/>
                  <p:cNvSpPr/>
                  <p:nvPr/>
                </p:nvSpPr>
                <p:spPr>
                  <a:xfrm>
                    <a:off x="857984" y="5042204"/>
                    <a:ext cx="93306" cy="876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6" h="2176" extrusionOk="0">
                        <a:moveTo>
                          <a:pt x="1092" y="1"/>
                        </a:moveTo>
                        <a:cubicBezTo>
                          <a:pt x="596" y="1"/>
                          <a:pt x="99" y="387"/>
                          <a:pt x="32" y="1402"/>
                        </a:cubicBezTo>
                        <a:cubicBezTo>
                          <a:pt x="0" y="1860"/>
                          <a:pt x="488" y="2176"/>
                          <a:pt x="1007" y="2176"/>
                        </a:cubicBezTo>
                        <a:cubicBezTo>
                          <a:pt x="1466" y="2176"/>
                          <a:pt x="1950" y="1928"/>
                          <a:pt x="2118" y="1312"/>
                        </a:cubicBezTo>
                        <a:cubicBezTo>
                          <a:pt x="2315" y="588"/>
                          <a:pt x="1704" y="1"/>
                          <a:pt x="109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8" name="Google Shape;198;p6"/>
                  <p:cNvSpPr/>
                  <p:nvPr/>
                </p:nvSpPr>
                <p:spPr>
                  <a:xfrm>
                    <a:off x="403088" y="5404356"/>
                    <a:ext cx="149346" cy="98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07" h="2442" extrusionOk="0">
                        <a:moveTo>
                          <a:pt x="1594" y="1"/>
                        </a:moveTo>
                        <a:cubicBezTo>
                          <a:pt x="1549" y="1"/>
                          <a:pt x="1504" y="4"/>
                          <a:pt x="1460" y="11"/>
                        </a:cubicBezTo>
                        <a:cubicBezTo>
                          <a:pt x="477" y="160"/>
                          <a:pt x="0" y="1143"/>
                          <a:pt x="268" y="1709"/>
                        </a:cubicBezTo>
                        <a:cubicBezTo>
                          <a:pt x="521" y="2230"/>
                          <a:pt x="890" y="2441"/>
                          <a:pt x="1336" y="2441"/>
                        </a:cubicBezTo>
                        <a:cubicBezTo>
                          <a:pt x="1733" y="2441"/>
                          <a:pt x="2191" y="2274"/>
                          <a:pt x="2682" y="2007"/>
                        </a:cubicBezTo>
                        <a:cubicBezTo>
                          <a:pt x="3707" y="1466"/>
                          <a:pt x="2556" y="1"/>
                          <a:pt x="159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9" name="Google Shape;199;p6"/>
                  <p:cNvSpPr/>
                  <p:nvPr/>
                </p:nvSpPr>
                <p:spPr>
                  <a:xfrm>
                    <a:off x="126952" y="5265602"/>
                    <a:ext cx="176540" cy="128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2" h="3198" extrusionOk="0">
                        <a:moveTo>
                          <a:pt x="2558" y="0"/>
                        </a:moveTo>
                        <a:cubicBezTo>
                          <a:pt x="1385" y="0"/>
                          <a:pt x="0" y="1673"/>
                          <a:pt x="329" y="2531"/>
                        </a:cubicBezTo>
                        <a:cubicBezTo>
                          <a:pt x="510" y="3028"/>
                          <a:pt x="888" y="3198"/>
                          <a:pt x="1296" y="3198"/>
                        </a:cubicBezTo>
                        <a:cubicBezTo>
                          <a:pt x="1694" y="3198"/>
                          <a:pt x="2120" y="3036"/>
                          <a:pt x="2415" y="2859"/>
                        </a:cubicBezTo>
                        <a:cubicBezTo>
                          <a:pt x="3130" y="2442"/>
                          <a:pt x="4381" y="1012"/>
                          <a:pt x="3159" y="177"/>
                        </a:cubicBezTo>
                        <a:cubicBezTo>
                          <a:pt x="2973" y="55"/>
                          <a:pt x="2769" y="0"/>
                          <a:pt x="255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0" name="Google Shape;200;p6"/>
                  <p:cNvSpPr/>
                  <p:nvPr/>
                </p:nvSpPr>
                <p:spPr>
                  <a:xfrm>
                    <a:off x="530319" y="4637346"/>
                    <a:ext cx="173357" cy="114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3" h="2839" extrusionOk="0">
                        <a:moveTo>
                          <a:pt x="1802" y="0"/>
                        </a:moveTo>
                        <a:cubicBezTo>
                          <a:pt x="1757" y="0"/>
                          <a:pt x="1713" y="3"/>
                          <a:pt x="1669" y="9"/>
                        </a:cubicBezTo>
                        <a:cubicBezTo>
                          <a:pt x="537" y="188"/>
                          <a:pt x="1" y="1320"/>
                          <a:pt x="299" y="1975"/>
                        </a:cubicBezTo>
                        <a:cubicBezTo>
                          <a:pt x="598" y="2590"/>
                          <a:pt x="1023" y="2838"/>
                          <a:pt x="1537" y="2838"/>
                        </a:cubicBezTo>
                        <a:cubicBezTo>
                          <a:pt x="1995" y="2838"/>
                          <a:pt x="2524" y="2642"/>
                          <a:pt x="3100" y="2333"/>
                        </a:cubicBezTo>
                        <a:cubicBezTo>
                          <a:pt x="4303" y="1731"/>
                          <a:pt x="2917" y="0"/>
                          <a:pt x="180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1" name="Google Shape;201;p6"/>
                  <p:cNvSpPr/>
                  <p:nvPr/>
                </p:nvSpPr>
                <p:spPr>
                  <a:xfrm>
                    <a:off x="304623" y="4999941"/>
                    <a:ext cx="192776" cy="157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5" h="3902" extrusionOk="0">
                        <a:moveTo>
                          <a:pt x="2645" y="1"/>
                        </a:moveTo>
                        <a:cubicBezTo>
                          <a:pt x="1976" y="1"/>
                          <a:pt x="1239" y="345"/>
                          <a:pt x="627" y="1020"/>
                        </a:cubicBezTo>
                        <a:cubicBezTo>
                          <a:pt x="1" y="1706"/>
                          <a:pt x="388" y="3315"/>
                          <a:pt x="1342" y="3821"/>
                        </a:cubicBezTo>
                        <a:cubicBezTo>
                          <a:pt x="1439" y="3876"/>
                          <a:pt x="1553" y="3901"/>
                          <a:pt x="1678" y="3901"/>
                        </a:cubicBezTo>
                        <a:cubicBezTo>
                          <a:pt x="2783" y="3901"/>
                          <a:pt x="4785" y="1939"/>
                          <a:pt x="4143" y="842"/>
                        </a:cubicBezTo>
                        <a:cubicBezTo>
                          <a:pt x="3790" y="278"/>
                          <a:pt x="3245" y="1"/>
                          <a:pt x="2645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" name="Google Shape;202;p6"/>
                  <p:cNvSpPr/>
                  <p:nvPr/>
                </p:nvSpPr>
                <p:spPr>
                  <a:xfrm>
                    <a:off x="701142" y="4908003"/>
                    <a:ext cx="114940" cy="796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3" h="1977" extrusionOk="0">
                        <a:moveTo>
                          <a:pt x="1541" y="1"/>
                        </a:moveTo>
                        <a:cubicBezTo>
                          <a:pt x="1140" y="1"/>
                          <a:pt x="679" y="270"/>
                          <a:pt x="290" y="1008"/>
                        </a:cubicBezTo>
                        <a:cubicBezTo>
                          <a:pt x="0" y="1548"/>
                          <a:pt x="573" y="1976"/>
                          <a:pt x="1239" y="1976"/>
                        </a:cubicBezTo>
                        <a:cubicBezTo>
                          <a:pt x="1602" y="1976"/>
                          <a:pt x="1992" y="1849"/>
                          <a:pt x="2286" y="1544"/>
                        </a:cubicBezTo>
                        <a:cubicBezTo>
                          <a:pt x="2853" y="978"/>
                          <a:pt x="2305" y="1"/>
                          <a:pt x="1541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3" name="Google Shape;203;p6"/>
                  <p:cNvSpPr/>
                  <p:nvPr/>
                </p:nvSpPr>
                <p:spPr>
                  <a:xfrm>
                    <a:off x="549456" y="5148363"/>
                    <a:ext cx="93346" cy="877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7" h="2178" extrusionOk="0">
                        <a:moveTo>
                          <a:pt x="1068" y="0"/>
                        </a:moveTo>
                        <a:cubicBezTo>
                          <a:pt x="573" y="0"/>
                          <a:pt x="85" y="383"/>
                          <a:pt x="32" y="1389"/>
                        </a:cubicBezTo>
                        <a:cubicBezTo>
                          <a:pt x="1" y="1863"/>
                          <a:pt x="489" y="2178"/>
                          <a:pt x="1007" y="2178"/>
                        </a:cubicBezTo>
                        <a:cubicBezTo>
                          <a:pt x="1467" y="2178"/>
                          <a:pt x="1950" y="1931"/>
                          <a:pt x="2118" y="1329"/>
                        </a:cubicBezTo>
                        <a:cubicBezTo>
                          <a:pt x="2317" y="600"/>
                          <a:pt x="1687" y="0"/>
                          <a:pt x="106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204" name="Google Shape;204;p6"/>
              <p:cNvGrpSpPr/>
              <p:nvPr/>
            </p:nvGrpSpPr>
            <p:grpSpPr>
              <a:xfrm rot="-5189473">
                <a:off x="2083919" y="4411860"/>
                <a:ext cx="70211" cy="266572"/>
                <a:chOff x="5735123" y="3863031"/>
                <a:chExt cx="70213" cy="266579"/>
              </a:xfrm>
            </p:grpSpPr>
            <p:sp>
              <p:nvSpPr>
                <p:cNvPr id="205" name="Google Shape;205;p6"/>
                <p:cNvSpPr/>
                <p:nvPr/>
              </p:nvSpPr>
              <p:spPr>
                <a:xfrm>
                  <a:off x="5744701" y="3863031"/>
                  <a:ext cx="60635" cy="166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5" h="6480" extrusionOk="0">
                      <a:moveTo>
                        <a:pt x="880" y="0"/>
                      </a:moveTo>
                      <a:cubicBezTo>
                        <a:pt x="827" y="0"/>
                        <a:pt x="773" y="6"/>
                        <a:pt x="716" y="19"/>
                      </a:cubicBezTo>
                      <a:cubicBezTo>
                        <a:pt x="298" y="93"/>
                        <a:pt x="135" y="436"/>
                        <a:pt x="90" y="823"/>
                      </a:cubicBezTo>
                      <a:cubicBezTo>
                        <a:pt x="60" y="1077"/>
                        <a:pt x="60" y="1330"/>
                        <a:pt x="75" y="1583"/>
                      </a:cubicBezTo>
                      <a:cubicBezTo>
                        <a:pt x="135" y="2581"/>
                        <a:pt x="120" y="3564"/>
                        <a:pt x="30" y="4548"/>
                      </a:cubicBezTo>
                      <a:cubicBezTo>
                        <a:pt x="1" y="4905"/>
                        <a:pt x="15" y="5278"/>
                        <a:pt x="60" y="5635"/>
                      </a:cubicBezTo>
                      <a:cubicBezTo>
                        <a:pt x="120" y="6067"/>
                        <a:pt x="343" y="6410"/>
                        <a:pt x="805" y="6470"/>
                      </a:cubicBezTo>
                      <a:cubicBezTo>
                        <a:pt x="850" y="6476"/>
                        <a:pt x="895" y="6479"/>
                        <a:pt x="939" y="6479"/>
                      </a:cubicBezTo>
                      <a:cubicBezTo>
                        <a:pt x="1309" y="6479"/>
                        <a:pt x="1655" y="6262"/>
                        <a:pt x="1788" y="5903"/>
                      </a:cubicBezTo>
                      <a:cubicBezTo>
                        <a:pt x="1937" y="5620"/>
                        <a:pt x="2056" y="5308"/>
                        <a:pt x="2131" y="4995"/>
                      </a:cubicBezTo>
                      <a:cubicBezTo>
                        <a:pt x="2354" y="3654"/>
                        <a:pt x="2265" y="2268"/>
                        <a:pt x="1848" y="972"/>
                      </a:cubicBezTo>
                      <a:cubicBezTo>
                        <a:pt x="1788" y="838"/>
                        <a:pt x="1729" y="689"/>
                        <a:pt x="1669" y="555"/>
                      </a:cubicBezTo>
                      <a:cubicBezTo>
                        <a:pt x="1439" y="223"/>
                        <a:pt x="1198" y="0"/>
                        <a:pt x="88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" name="Google Shape;206;p6"/>
                <p:cNvSpPr/>
                <p:nvPr/>
              </p:nvSpPr>
              <p:spPr>
                <a:xfrm>
                  <a:off x="5735123" y="4069722"/>
                  <a:ext cx="48354" cy="59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8" h="2326" extrusionOk="0">
                      <a:moveTo>
                        <a:pt x="1026" y="0"/>
                      </a:moveTo>
                      <a:cubicBezTo>
                        <a:pt x="855" y="0"/>
                        <a:pt x="683" y="69"/>
                        <a:pt x="551" y="214"/>
                      </a:cubicBezTo>
                      <a:cubicBezTo>
                        <a:pt x="164" y="617"/>
                        <a:pt x="0" y="1168"/>
                        <a:pt x="89" y="1719"/>
                      </a:cubicBezTo>
                      <a:cubicBezTo>
                        <a:pt x="132" y="2084"/>
                        <a:pt x="447" y="2326"/>
                        <a:pt x="781" y="2326"/>
                      </a:cubicBezTo>
                      <a:cubicBezTo>
                        <a:pt x="910" y="2326"/>
                        <a:pt x="1042" y="2290"/>
                        <a:pt x="1162" y="2211"/>
                      </a:cubicBezTo>
                      <a:cubicBezTo>
                        <a:pt x="1639" y="1913"/>
                        <a:pt x="1877" y="795"/>
                        <a:pt x="1579" y="319"/>
                      </a:cubicBezTo>
                      <a:cubicBezTo>
                        <a:pt x="1454" y="111"/>
                        <a:pt x="1242" y="0"/>
                        <a:pt x="1026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7" name="Google Shape;207;p6"/>
            <p:cNvGrpSpPr/>
            <p:nvPr/>
          </p:nvGrpSpPr>
          <p:grpSpPr>
            <a:xfrm rot="2996445">
              <a:off x="8294796" y="-366366"/>
              <a:ext cx="740371" cy="757532"/>
              <a:chOff x="4391775" y="4244400"/>
              <a:chExt cx="715125" cy="731700"/>
            </a:xfrm>
          </p:grpSpPr>
          <p:sp>
            <p:nvSpPr>
              <p:cNvPr id="208" name="Google Shape;208;p6"/>
              <p:cNvSpPr/>
              <p:nvPr/>
            </p:nvSpPr>
            <p:spPr>
              <a:xfrm>
                <a:off x="4391775" y="4244400"/>
                <a:ext cx="715125" cy="731700"/>
              </a:xfrm>
              <a:custGeom>
                <a:avLst/>
                <a:gdLst/>
                <a:ahLst/>
                <a:cxnLst/>
                <a:rect l="l" t="t" r="r" b="b"/>
                <a:pathLst>
                  <a:path w="28605" h="29268" extrusionOk="0">
                    <a:moveTo>
                      <a:pt x="15770" y="550"/>
                    </a:moveTo>
                    <a:cubicBezTo>
                      <a:pt x="16901" y="550"/>
                      <a:pt x="18030" y="688"/>
                      <a:pt x="19130" y="988"/>
                    </a:cubicBezTo>
                    <a:cubicBezTo>
                      <a:pt x="27056" y="3134"/>
                      <a:pt x="28605" y="12907"/>
                      <a:pt x="26758" y="19820"/>
                    </a:cubicBezTo>
                    <a:cubicBezTo>
                      <a:pt x="26311" y="21548"/>
                      <a:pt x="25625" y="23217"/>
                      <a:pt x="24731" y="24766"/>
                    </a:cubicBezTo>
                    <a:cubicBezTo>
                      <a:pt x="24106" y="25809"/>
                      <a:pt x="23331" y="26912"/>
                      <a:pt x="22288" y="27597"/>
                    </a:cubicBezTo>
                    <a:cubicBezTo>
                      <a:pt x="21692" y="27954"/>
                      <a:pt x="21007" y="28163"/>
                      <a:pt x="20292" y="28252"/>
                    </a:cubicBezTo>
                    <a:cubicBezTo>
                      <a:pt x="19308" y="28431"/>
                      <a:pt x="18355" y="28550"/>
                      <a:pt x="17372" y="28640"/>
                    </a:cubicBezTo>
                    <a:cubicBezTo>
                      <a:pt x="16627" y="28703"/>
                      <a:pt x="15862" y="28738"/>
                      <a:pt x="15089" y="28738"/>
                    </a:cubicBezTo>
                    <a:cubicBezTo>
                      <a:pt x="10415" y="28738"/>
                      <a:pt x="5434" y="27452"/>
                      <a:pt x="2801" y="23336"/>
                    </a:cubicBezTo>
                    <a:cubicBezTo>
                      <a:pt x="2364" y="22665"/>
                      <a:pt x="2012" y="21966"/>
                      <a:pt x="1746" y="21239"/>
                    </a:cubicBezTo>
                    <a:lnTo>
                      <a:pt x="1746" y="21239"/>
                    </a:lnTo>
                    <a:cubicBezTo>
                      <a:pt x="1307" y="19763"/>
                      <a:pt x="1072" y="18286"/>
                      <a:pt x="983" y="16751"/>
                    </a:cubicBezTo>
                    <a:cubicBezTo>
                      <a:pt x="745" y="13682"/>
                      <a:pt x="1103" y="10464"/>
                      <a:pt x="2622" y="7752"/>
                    </a:cubicBezTo>
                    <a:cubicBezTo>
                      <a:pt x="4231" y="4832"/>
                      <a:pt x="7151" y="2806"/>
                      <a:pt x="10191" y="1614"/>
                    </a:cubicBezTo>
                    <a:cubicBezTo>
                      <a:pt x="11966" y="942"/>
                      <a:pt x="13870" y="550"/>
                      <a:pt x="15770" y="550"/>
                    </a:cubicBezTo>
                    <a:close/>
                    <a:moveTo>
                      <a:pt x="15687" y="0"/>
                    </a:moveTo>
                    <a:cubicBezTo>
                      <a:pt x="14592" y="0"/>
                      <a:pt x="13493" y="128"/>
                      <a:pt x="12425" y="363"/>
                    </a:cubicBezTo>
                    <a:cubicBezTo>
                      <a:pt x="9267" y="1078"/>
                      <a:pt x="6049" y="2746"/>
                      <a:pt x="3874" y="5190"/>
                    </a:cubicBezTo>
                    <a:cubicBezTo>
                      <a:pt x="119" y="9391"/>
                      <a:pt x="0" y="15827"/>
                      <a:pt x="1401" y="20982"/>
                    </a:cubicBezTo>
                    <a:cubicBezTo>
                      <a:pt x="1430" y="21101"/>
                      <a:pt x="1460" y="21220"/>
                      <a:pt x="1490" y="21340"/>
                    </a:cubicBezTo>
                    <a:cubicBezTo>
                      <a:pt x="1505" y="21394"/>
                      <a:pt x="1525" y="21439"/>
                      <a:pt x="1548" y="21472"/>
                    </a:cubicBezTo>
                    <a:lnTo>
                      <a:pt x="1548" y="21472"/>
                    </a:lnTo>
                    <a:cubicBezTo>
                      <a:pt x="2629" y="24299"/>
                      <a:pt x="4762" y="26594"/>
                      <a:pt x="7509" y="27805"/>
                    </a:cubicBezTo>
                    <a:cubicBezTo>
                      <a:pt x="9968" y="28920"/>
                      <a:pt x="12700" y="29267"/>
                      <a:pt x="15365" y="29267"/>
                    </a:cubicBezTo>
                    <a:cubicBezTo>
                      <a:pt x="15478" y="29267"/>
                      <a:pt x="15591" y="29267"/>
                      <a:pt x="15703" y="29265"/>
                    </a:cubicBezTo>
                    <a:cubicBezTo>
                      <a:pt x="17699" y="29265"/>
                      <a:pt x="19696" y="28997"/>
                      <a:pt x="21603" y="28521"/>
                    </a:cubicBezTo>
                    <a:cubicBezTo>
                      <a:pt x="22586" y="28252"/>
                      <a:pt x="23361" y="27478"/>
                      <a:pt x="23957" y="26703"/>
                    </a:cubicBezTo>
                    <a:cubicBezTo>
                      <a:pt x="24970" y="25392"/>
                      <a:pt x="25774" y="23932"/>
                      <a:pt x="26340" y="22353"/>
                    </a:cubicBezTo>
                    <a:cubicBezTo>
                      <a:pt x="27920" y="18270"/>
                      <a:pt x="28218" y="13771"/>
                      <a:pt x="27145" y="9510"/>
                    </a:cubicBezTo>
                    <a:cubicBezTo>
                      <a:pt x="26281" y="6143"/>
                      <a:pt x="24463" y="3015"/>
                      <a:pt x="21335" y="1346"/>
                    </a:cubicBezTo>
                    <a:cubicBezTo>
                      <a:pt x="19595" y="409"/>
                      <a:pt x="17647" y="0"/>
                      <a:pt x="15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6"/>
              <p:cNvSpPr/>
              <p:nvPr/>
            </p:nvSpPr>
            <p:spPr>
              <a:xfrm>
                <a:off x="4434225" y="4314550"/>
                <a:ext cx="592225" cy="558725"/>
              </a:xfrm>
              <a:custGeom>
                <a:avLst/>
                <a:gdLst/>
                <a:ahLst/>
                <a:cxnLst/>
                <a:rect l="l" t="t" r="r" b="b"/>
                <a:pathLst>
                  <a:path w="23689" h="22349" extrusionOk="0">
                    <a:moveTo>
                      <a:pt x="12524" y="547"/>
                    </a:moveTo>
                    <a:cubicBezTo>
                      <a:pt x="12794" y="547"/>
                      <a:pt x="13064" y="585"/>
                      <a:pt x="13320" y="656"/>
                    </a:cubicBezTo>
                    <a:cubicBezTo>
                      <a:pt x="13916" y="864"/>
                      <a:pt x="14512" y="1073"/>
                      <a:pt x="15108" y="1341"/>
                    </a:cubicBezTo>
                    <a:cubicBezTo>
                      <a:pt x="18773" y="2980"/>
                      <a:pt x="22914" y="6019"/>
                      <a:pt x="23093" y="10429"/>
                    </a:cubicBezTo>
                    <a:cubicBezTo>
                      <a:pt x="23122" y="11027"/>
                      <a:pt x="23068" y="11653"/>
                      <a:pt x="22959" y="12253"/>
                    </a:cubicBezTo>
                    <a:lnTo>
                      <a:pt x="22959" y="12253"/>
                    </a:lnTo>
                    <a:cubicBezTo>
                      <a:pt x="22942" y="12268"/>
                      <a:pt x="22927" y="12294"/>
                      <a:pt x="22914" y="12336"/>
                    </a:cubicBezTo>
                    <a:cubicBezTo>
                      <a:pt x="22646" y="13349"/>
                      <a:pt x="22259" y="14302"/>
                      <a:pt x="21782" y="15226"/>
                    </a:cubicBezTo>
                    <a:cubicBezTo>
                      <a:pt x="20888" y="17193"/>
                      <a:pt x="19517" y="18861"/>
                      <a:pt x="17789" y="20172"/>
                    </a:cubicBezTo>
                    <a:cubicBezTo>
                      <a:pt x="16182" y="21320"/>
                      <a:pt x="14240" y="21778"/>
                      <a:pt x="12274" y="21778"/>
                    </a:cubicBezTo>
                    <a:cubicBezTo>
                      <a:pt x="11688" y="21778"/>
                      <a:pt x="11100" y="21737"/>
                      <a:pt x="10519" y="21662"/>
                    </a:cubicBezTo>
                    <a:cubicBezTo>
                      <a:pt x="8016" y="21305"/>
                      <a:pt x="5602" y="20262"/>
                      <a:pt x="3934" y="18385"/>
                    </a:cubicBezTo>
                    <a:cubicBezTo>
                      <a:pt x="1" y="14004"/>
                      <a:pt x="2861" y="7449"/>
                      <a:pt x="6526" y="3874"/>
                    </a:cubicBezTo>
                    <a:cubicBezTo>
                      <a:pt x="7956" y="2503"/>
                      <a:pt x="9714" y="1192"/>
                      <a:pt x="11651" y="685"/>
                    </a:cubicBezTo>
                    <a:cubicBezTo>
                      <a:pt x="11931" y="592"/>
                      <a:pt x="12228" y="547"/>
                      <a:pt x="12524" y="547"/>
                    </a:cubicBezTo>
                    <a:close/>
                    <a:moveTo>
                      <a:pt x="12634" y="0"/>
                    </a:moveTo>
                    <a:cubicBezTo>
                      <a:pt x="11889" y="0"/>
                      <a:pt x="11145" y="179"/>
                      <a:pt x="10459" y="536"/>
                    </a:cubicBezTo>
                    <a:cubicBezTo>
                      <a:pt x="9506" y="954"/>
                      <a:pt x="8612" y="1490"/>
                      <a:pt x="7778" y="2145"/>
                    </a:cubicBezTo>
                    <a:cubicBezTo>
                      <a:pt x="5573" y="3814"/>
                      <a:pt x="3844" y="6019"/>
                      <a:pt x="2772" y="8552"/>
                    </a:cubicBezTo>
                    <a:cubicBezTo>
                      <a:pt x="1699" y="11144"/>
                      <a:pt x="1282" y="14124"/>
                      <a:pt x="2474" y="16776"/>
                    </a:cubicBezTo>
                    <a:cubicBezTo>
                      <a:pt x="3546" y="19070"/>
                      <a:pt x="5662" y="20709"/>
                      <a:pt x="8016" y="21543"/>
                    </a:cubicBezTo>
                    <a:cubicBezTo>
                      <a:pt x="9374" y="22056"/>
                      <a:pt x="10907" y="22349"/>
                      <a:pt x="12430" y="22349"/>
                    </a:cubicBezTo>
                    <a:cubicBezTo>
                      <a:pt x="13648" y="22349"/>
                      <a:pt x="14860" y="22162"/>
                      <a:pt x="15972" y="21752"/>
                    </a:cubicBezTo>
                    <a:cubicBezTo>
                      <a:pt x="19696" y="20381"/>
                      <a:pt x="22080" y="16567"/>
                      <a:pt x="23153" y="12932"/>
                    </a:cubicBezTo>
                    <a:cubicBezTo>
                      <a:pt x="23182" y="12842"/>
                      <a:pt x="23212" y="12753"/>
                      <a:pt x="23212" y="12664"/>
                    </a:cubicBezTo>
                    <a:cubicBezTo>
                      <a:pt x="23689" y="10280"/>
                      <a:pt x="23123" y="7807"/>
                      <a:pt x="21693" y="5840"/>
                    </a:cubicBezTo>
                    <a:cubicBezTo>
                      <a:pt x="20352" y="4082"/>
                      <a:pt x="18624" y="2622"/>
                      <a:pt x="16627" y="1609"/>
                    </a:cubicBezTo>
                    <a:cubicBezTo>
                      <a:pt x="15852" y="1162"/>
                      <a:pt x="15048" y="805"/>
                      <a:pt x="14214" y="477"/>
                    </a:cubicBezTo>
                    <a:cubicBezTo>
                      <a:pt x="13737" y="238"/>
                      <a:pt x="13201" y="89"/>
                      <a:pt x="12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6"/>
              <p:cNvSpPr/>
              <p:nvPr/>
            </p:nvSpPr>
            <p:spPr>
              <a:xfrm>
                <a:off x="4566075" y="4418825"/>
                <a:ext cx="377700" cy="387475"/>
              </a:xfrm>
              <a:custGeom>
                <a:avLst/>
                <a:gdLst/>
                <a:ahLst/>
                <a:cxnLst/>
                <a:rect l="l" t="t" r="r" b="b"/>
                <a:pathLst>
                  <a:path w="15108" h="15499" extrusionOk="0">
                    <a:moveTo>
                      <a:pt x="7661" y="581"/>
                    </a:moveTo>
                    <a:cubicBezTo>
                      <a:pt x="9320" y="581"/>
                      <a:pt x="10910" y="1118"/>
                      <a:pt x="12128" y="2533"/>
                    </a:cubicBezTo>
                    <a:cubicBezTo>
                      <a:pt x="12575" y="3219"/>
                      <a:pt x="12992" y="3934"/>
                      <a:pt x="13290" y="4708"/>
                    </a:cubicBezTo>
                    <a:cubicBezTo>
                      <a:pt x="13945" y="6258"/>
                      <a:pt x="14273" y="8016"/>
                      <a:pt x="13767" y="9655"/>
                    </a:cubicBezTo>
                    <a:cubicBezTo>
                      <a:pt x="12900" y="12505"/>
                      <a:pt x="9807" y="14962"/>
                      <a:pt x="6796" y="14962"/>
                    </a:cubicBezTo>
                    <a:cubicBezTo>
                      <a:pt x="6596" y="14962"/>
                      <a:pt x="6397" y="14951"/>
                      <a:pt x="6198" y="14929"/>
                    </a:cubicBezTo>
                    <a:cubicBezTo>
                      <a:pt x="2414" y="14512"/>
                      <a:pt x="448" y="10251"/>
                      <a:pt x="328" y="6884"/>
                    </a:cubicBezTo>
                    <a:cubicBezTo>
                      <a:pt x="269" y="5662"/>
                      <a:pt x="388" y="4262"/>
                      <a:pt x="984" y="3189"/>
                    </a:cubicBezTo>
                    <a:cubicBezTo>
                      <a:pt x="1371" y="2474"/>
                      <a:pt x="2265" y="2116"/>
                      <a:pt x="2980" y="1759"/>
                    </a:cubicBezTo>
                    <a:cubicBezTo>
                      <a:pt x="4423" y="1073"/>
                      <a:pt x="6073" y="581"/>
                      <a:pt x="7661" y="581"/>
                    </a:cubicBezTo>
                    <a:close/>
                    <a:moveTo>
                      <a:pt x="7748" y="1"/>
                    </a:moveTo>
                    <a:cubicBezTo>
                      <a:pt x="6198" y="30"/>
                      <a:pt x="4708" y="358"/>
                      <a:pt x="3338" y="1014"/>
                    </a:cubicBezTo>
                    <a:cubicBezTo>
                      <a:pt x="2802" y="1222"/>
                      <a:pt x="2295" y="1490"/>
                      <a:pt x="1788" y="1788"/>
                    </a:cubicBezTo>
                    <a:cubicBezTo>
                      <a:pt x="1461" y="1937"/>
                      <a:pt x="1163" y="2176"/>
                      <a:pt x="924" y="2474"/>
                    </a:cubicBezTo>
                    <a:cubicBezTo>
                      <a:pt x="179" y="3457"/>
                      <a:pt x="60" y="4917"/>
                      <a:pt x="30" y="6079"/>
                    </a:cubicBezTo>
                    <a:cubicBezTo>
                      <a:pt x="1" y="7956"/>
                      <a:pt x="418" y="9774"/>
                      <a:pt x="1252" y="11442"/>
                    </a:cubicBezTo>
                    <a:cubicBezTo>
                      <a:pt x="2116" y="13111"/>
                      <a:pt x="3397" y="14631"/>
                      <a:pt x="5215" y="15227"/>
                    </a:cubicBezTo>
                    <a:cubicBezTo>
                      <a:pt x="5779" y="15413"/>
                      <a:pt x="6351" y="15499"/>
                      <a:pt x="6921" y="15499"/>
                    </a:cubicBezTo>
                    <a:cubicBezTo>
                      <a:pt x="9727" y="15499"/>
                      <a:pt x="12464" y="13417"/>
                      <a:pt x="13677" y="10966"/>
                    </a:cubicBezTo>
                    <a:cubicBezTo>
                      <a:pt x="15107" y="8135"/>
                      <a:pt x="14005" y="4531"/>
                      <a:pt x="12218" y="2117"/>
                    </a:cubicBezTo>
                    <a:lnTo>
                      <a:pt x="12218" y="2117"/>
                    </a:lnTo>
                    <a:cubicBezTo>
                      <a:pt x="12218" y="2117"/>
                      <a:pt x="12218" y="2117"/>
                      <a:pt x="12217" y="2116"/>
                    </a:cubicBezTo>
                    <a:lnTo>
                      <a:pt x="12217" y="2116"/>
                    </a:lnTo>
                    <a:cubicBezTo>
                      <a:pt x="12217" y="2116"/>
                      <a:pt x="12217" y="2116"/>
                      <a:pt x="12217" y="2116"/>
                    </a:cubicBezTo>
                    <a:cubicBezTo>
                      <a:pt x="12208" y="2104"/>
                      <a:pt x="12199" y="2094"/>
                      <a:pt x="12191" y="2085"/>
                    </a:cubicBezTo>
                    <a:lnTo>
                      <a:pt x="12191" y="2085"/>
                    </a:lnTo>
                    <a:cubicBezTo>
                      <a:pt x="11060" y="764"/>
                      <a:pt x="9433" y="30"/>
                      <a:pt x="77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" name="Google Shape;211;p6"/>
            <p:cNvGrpSpPr/>
            <p:nvPr/>
          </p:nvGrpSpPr>
          <p:grpSpPr>
            <a:xfrm>
              <a:off x="-412028" y="3309191"/>
              <a:ext cx="763146" cy="697824"/>
              <a:chOff x="3681125" y="1846650"/>
              <a:chExt cx="515500" cy="471375"/>
            </a:xfrm>
          </p:grpSpPr>
          <p:sp>
            <p:nvSpPr>
              <p:cNvPr id="212" name="Google Shape;212;p6"/>
              <p:cNvSpPr/>
              <p:nvPr/>
            </p:nvSpPr>
            <p:spPr>
              <a:xfrm>
                <a:off x="3681125" y="1846650"/>
                <a:ext cx="515500" cy="471375"/>
              </a:xfrm>
              <a:custGeom>
                <a:avLst/>
                <a:gdLst/>
                <a:ahLst/>
                <a:cxnLst/>
                <a:rect l="l" t="t" r="r" b="b"/>
                <a:pathLst>
                  <a:path w="20620" h="18855" extrusionOk="0">
                    <a:moveTo>
                      <a:pt x="9854" y="228"/>
                    </a:moveTo>
                    <a:cubicBezTo>
                      <a:pt x="11621" y="228"/>
                      <a:pt x="13416" y="541"/>
                      <a:pt x="14988" y="1401"/>
                    </a:cubicBezTo>
                    <a:cubicBezTo>
                      <a:pt x="16984" y="2533"/>
                      <a:pt x="18415" y="4559"/>
                      <a:pt x="19219" y="6674"/>
                    </a:cubicBezTo>
                    <a:cubicBezTo>
                      <a:pt x="20024" y="8611"/>
                      <a:pt x="20173" y="10786"/>
                      <a:pt x="19666" y="12842"/>
                    </a:cubicBezTo>
                    <a:cubicBezTo>
                      <a:pt x="18542" y="17002"/>
                      <a:pt x="14415" y="18633"/>
                      <a:pt x="10396" y="18633"/>
                    </a:cubicBezTo>
                    <a:cubicBezTo>
                      <a:pt x="9089" y="18633"/>
                      <a:pt x="7793" y="18461"/>
                      <a:pt x="6615" y="18146"/>
                    </a:cubicBezTo>
                    <a:cubicBezTo>
                      <a:pt x="5423" y="17818"/>
                      <a:pt x="4261" y="17371"/>
                      <a:pt x="3188" y="16746"/>
                    </a:cubicBezTo>
                    <a:cubicBezTo>
                      <a:pt x="2414" y="16329"/>
                      <a:pt x="1728" y="15733"/>
                      <a:pt x="1222" y="15047"/>
                    </a:cubicBezTo>
                    <a:cubicBezTo>
                      <a:pt x="983" y="14630"/>
                      <a:pt x="834" y="14153"/>
                      <a:pt x="775" y="13647"/>
                    </a:cubicBezTo>
                    <a:cubicBezTo>
                      <a:pt x="656" y="12991"/>
                      <a:pt x="566" y="12306"/>
                      <a:pt x="507" y="11621"/>
                    </a:cubicBezTo>
                    <a:cubicBezTo>
                      <a:pt x="209" y="7986"/>
                      <a:pt x="864" y="3665"/>
                      <a:pt x="4172" y="1520"/>
                    </a:cubicBezTo>
                    <a:cubicBezTo>
                      <a:pt x="4621" y="1239"/>
                      <a:pt x="5096" y="1011"/>
                      <a:pt x="5573" y="812"/>
                    </a:cubicBezTo>
                    <a:lnTo>
                      <a:pt x="5573" y="812"/>
                    </a:lnTo>
                    <a:cubicBezTo>
                      <a:pt x="5582" y="810"/>
                      <a:pt x="5592" y="807"/>
                      <a:pt x="5602" y="805"/>
                    </a:cubicBezTo>
                    <a:cubicBezTo>
                      <a:pt x="6615" y="507"/>
                      <a:pt x="7688" y="328"/>
                      <a:pt x="8731" y="268"/>
                    </a:cubicBezTo>
                    <a:cubicBezTo>
                      <a:pt x="9102" y="242"/>
                      <a:pt x="9478" y="228"/>
                      <a:pt x="9854" y="228"/>
                    </a:cubicBezTo>
                    <a:close/>
                    <a:moveTo>
                      <a:pt x="10006" y="1"/>
                    </a:moveTo>
                    <a:cubicBezTo>
                      <a:pt x="8568" y="1"/>
                      <a:pt x="7129" y="215"/>
                      <a:pt x="5811" y="566"/>
                    </a:cubicBezTo>
                    <a:lnTo>
                      <a:pt x="5615" y="610"/>
                    </a:lnTo>
                    <a:lnTo>
                      <a:pt x="5615" y="610"/>
                    </a:lnTo>
                    <a:cubicBezTo>
                      <a:pt x="5614" y="610"/>
                      <a:pt x="5613" y="610"/>
                      <a:pt x="5613" y="610"/>
                    </a:cubicBezTo>
                    <a:cubicBezTo>
                      <a:pt x="5581" y="610"/>
                      <a:pt x="5546" y="615"/>
                      <a:pt x="5513" y="626"/>
                    </a:cubicBezTo>
                    <a:cubicBezTo>
                      <a:pt x="3546" y="1371"/>
                      <a:pt x="1937" y="2861"/>
                      <a:pt x="1073" y="4797"/>
                    </a:cubicBezTo>
                    <a:cubicBezTo>
                      <a:pt x="328" y="6585"/>
                      <a:pt x="0" y="8522"/>
                      <a:pt x="90" y="10488"/>
                    </a:cubicBezTo>
                    <a:cubicBezTo>
                      <a:pt x="90" y="11859"/>
                      <a:pt x="268" y="13230"/>
                      <a:pt x="596" y="14571"/>
                    </a:cubicBezTo>
                    <a:cubicBezTo>
                      <a:pt x="834" y="15226"/>
                      <a:pt x="1281" y="15822"/>
                      <a:pt x="1848" y="16209"/>
                    </a:cubicBezTo>
                    <a:cubicBezTo>
                      <a:pt x="2771" y="16895"/>
                      <a:pt x="3784" y="17461"/>
                      <a:pt x="4857" y="17848"/>
                    </a:cubicBezTo>
                    <a:cubicBezTo>
                      <a:pt x="6586" y="18515"/>
                      <a:pt x="8402" y="18854"/>
                      <a:pt x="10220" y="18854"/>
                    </a:cubicBezTo>
                    <a:cubicBezTo>
                      <a:pt x="11410" y="18854"/>
                      <a:pt x="12600" y="18709"/>
                      <a:pt x="13766" y="18414"/>
                    </a:cubicBezTo>
                    <a:cubicBezTo>
                      <a:pt x="16120" y="17818"/>
                      <a:pt x="18266" y="16537"/>
                      <a:pt x="19428" y="14392"/>
                    </a:cubicBezTo>
                    <a:cubicBezTo>
                      <a:pt x="20381" y="12455"/>
                      <a:pt x="20619" y="10280"/>
                      <a:pt x="20113" y="8194"/>
                    </a:cubicBezTo>
                    <a:cubicBezTo>
                      <a:pt x="19636" y="5930"/>
                      <a:pt x="18444" y="3874"/>
                      <a:pt x="16746" y="2265"/>
                    </a:cubicBezTo>
                    <a:cubicBezTo>
                      <a:pt x="14921" y="628"/>
                      <a:pt x="12467" y="1"/>
                      <a:pt x="100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6"/>
              <p:cNvSpPr/>
              <p:nvPr/>
            </p:nvSpPr>
            <p:spPr>
              <a:xfrm>
                <a:off x="3748900" y="1895900"/>
                <a:ext cx="391850" cy="374500"/>
              </a:xfrm>
              <a:custGeom>
                <a:avLst/>
                <a:gdLst/>
                <a:ahLst/>
                <a:cxnLst/>
                <a:rect l="l" t="t" r="r" b="b"/>
                <a:pathLst>
                  <a:path w="15674" h="14980" extrusionOk="0">
                    <a:moveTo>
                      <a:pt x="6437" y="198"/>
                    </a:moveTo>
                    <a:cubicBezTo>
                      <a:pt x="8838" y="198"/>
                      <a:pt x="11362" y="1635"/>
                      <a:pt x="12992" y="3304"/>
                    </a:cubicBezTo>
                    <a:cubicBezTo>
                      <a:pt x="13946" y="4287"/>
                      <a:pt x="14869" y="5509"/>
                      <a:pt x="15227" y="6880"/>
                    </a:cubicBezTo>
                    <a:cubicBezTo>
                      <a:pt x="15316" y="7237"/>
                      <a:pt x="15316" y="7625"/>
                      <a:pt x="15227" y="8012"/>
                    </a:cubicBezTo>
                    <a:cubicBezTo>
                      <a:pt x="15078" y="8429"/>
                      <a:pt x="14929" y="8846"/>
                      <a:pt x="14750" y="9234"/>
                    </a:cubicBezTo>
                    <a:cubicBezTo>
                      <a:pt x="13618" y="11796"/>
                      <a:pt x="11502" y="14657"/>
                      <a:pt x="8463" y="14776"/>
                    </a:cubicBezTo>
                    <a:cubicBezTo>
                      <a:pt x="8351" y="14783"/>
                      <a:pt x="8239" y="14787"/>
                      <a:pt x="8128" y="14787"/>
                    </a:cubicBezTo>
                    <a:cubicBezTo>
                      <a:pt x="7813" y="14787"/>
                      <a:pt x="7499" y="14757"/>
                      <a:pt x="7185" y="14699"/>
                    </a:cubicBezTo>
                    <a:lnTo>
                      <a:pt x="7185" y="14699"/>
                    </a:lnTo>
                    <a:cubicBezTo>
                      <a:pt x="7176" y="14694"/>
                      <a:pt x="7165" y="14690"/>
                      <a:pt x="7152" y="14686"/>
                    </a:cubicBezTo>
                    <a:cubicBezTo>
                      <a:pt x="6437" y="14478"/>
                      <a:pt x="5781" y="14210"/>
                      <a:pt x="5156" y="13882"/>
                    </a:cubicBezTo>
                    <a:cubicBezTo>
                      <a:pt x="3785" y="13256"/>
                      <a:pt x="2623" y="12332"/>
                      <a:pt x="1729" y="11141"/>
                    </a:cubicBezTo>
                    <a:cubicBezTo>
                      <a:pt x="686" y="9681"/>
                      <a:pt x="448" y="7833"/>
                      <a:pt x="686" y="6105"/>
                    </a:cubicBezTo>
                    <a:cubicBezTo>
                      <a:pt x="865" y="4347"/>
                      <a:pt x="1669" y="2708"/>
                      <a:pt x="2951" y="1516"/>
                    </a:cubicBezTo>
                    <a:cubicBezTo>
                      <a:pt x="3986" y="582"/>
                      <a:pt x="5195" y="198"/>
                      <a:pt x="6437" y="198"/>
                    </a:cubicBezTo>
                    <a:close/>
                    <a:moveTo>
                      <a:pt x="6457" y="0"/>
                    </a:moveTo>
                    <a:cubicBezTo>
                      <a:pt x="5636" y="0"/>
                      <a:pt x="4821" y="151"/>
                      <a:pt x="4053" y="503"/>
                    </a:cubicBezTo>
                    <a:cubicBezTo>
                      <a:pt x="2474" y="1278"/>
                      <a:pt x="1282" y="2678"/>
                      <a:pt x="716" y="4317"/>
                    </a:cubicBezTo>
                    <a:cubicBezTo>
                      <a:pt x="60" y="6105"/>
                      <a:pt x="1" y="8042"/>
                      <a:pt x="597" y="9859"/>
                    </a:cubicBezTo>
                    <a:cubicBezTo>
                      <a:pt x="1550" y="12422"/>
                      <a:pt x="4172" y="14090"/>
                      <a:pt x="6705" y="14835"/>
                    </a:cubicBezTo>
                    <a:lnTo>
                      <a:pt x="6871" y="14863"/>
                    </a:lnTo>
                    <a:lnTo>
                      <a:pt x="6871" y="14863"/>
                    </a:lnTo>
                    <a:cubicBezTo>
                      <a:pt x="6875" y="14864"/>
                      <a:pt x="6879" y="14864"/>
                      <a:pt x="6884" y="14865"/>
                    </a:cubicBezTo>
                    <a:cubicBezTo>
                      <a:pt x="6884" y="14865"/>
                      <a:pt x="6884" y="14865"/>
                      <a:pt x="6884" y="14865"/>
                    </a:cubicBezTo>
                    <a:lnTo>
                      <a:pt x="6884" y="14865"/>
                    </a:lnTo>
                    <a:cubicBezTo>
                      <a:pt x="6884" y="14865"/>
                      <a:pt x="6884" y="14865"/>
                      <a:pt x="6885" y="14865"/>
                    </a:cubicBezTo>
                    <a:lnTo>
                      <a:pt x="6885" y="14865"/>
                    </a:lnTo>
                    <a:cubicBezTo>
                      <a:pt x="7274" y="14942"/>
                      <a:pt x="7666" y="14979"/>
                      <a:pt x="8054" y="14979"/>
                    </a:cubicBezTo>
                    <a:cubicBezTo>
                      <a:pt x="9328" y="14979"/>
                      <a:pt x="10571" y="14576"/>
                      <a:pt x="11621" y="13822"/>
                    </a:cubicBezTo>
                    <a:cubicBezTo>
                      <a:pt x="12843" y="12869"/>
                      <a:pt x="13856" y="11677"/>
                      <a:pt x="14571" y="10306"/>
                    </a:cubicBezTo>
                    <a:cubicBezTo>
                      <a:pt x="14869" y="9770"/>
                      <a:pt x="15137" y="9204"/>
                      <a:pt x="15346" y="8638"/>
                    </a:cubicBezTo>
                    <a:cubicBezTo>
                      <a:pt x="15525" y="8310"/>
                      <a:pt x="15614" y="7923"/>
                      <a:pt x="15674" y="7535"/>
                    </a:cubicBezTo>
                    <a:cubicBezTo>
                      <a:pt x="15674" y="7029"/>
                      <a:pt x="15555" y="6492"/>
                      <a:pt x="15316" y="6045"/>
                    </a:cubicBezTo>
                    <a:cubicBezTo>
                      <a:pt x="15018" y="5360"/>
                      <a:pt x="14631" y="4734"/>
                      <a:pt x="14184" y="4168"/>
                    </a:cubicBezTo>
                    <a:cubicBezTo>
                      <a:pt x="13022" y="2649"/>
                      <a:pt x="11502" y="1457"/>
                      <a:pt x="9744" y="712"/>
                    </a:cubicBezTo>
                    <a:cubicBezTo>
                      <a:pt x="8712" y="282"/>
                      <a:pt x="7580" y="0"/>
                      <a:pt x="6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6"/>
              <p:cNvSpPr/>
              <p:nvPr/>
            </p:nvSpPr>
            <p:spPr>
              <a:xfrm>
                <a:off x="3786900" y="1956875"/>
                <a:ext cx="286075" cy="248100"/>
              </a:xfrm>
              <a:custGeom>
                <a:avLst/>
                <a:gdLst/>
                <a:ahLst/>
                <a:cxnLst/>
                <a:rect l="l" t="t" r="r" b="b"/>
                <a:pathLst>
                  <a:path w="11443" h="9924" extrusionOk="0">
                    <a:moveTo>
                      <a:pt x="6972" y="217"/>
                    </a:moveTo>
                    <a:cubicBezTo>
                      <a:pt x="7693" y="217"/>
                      <a:pt x="8417" y="390"/>
                      <a:pt x="9058" y="686"/>
                    </a:cubicBezTo>
                    <a:cubicBezTo>
                      <a:pt x="9565" y="954"/>
                      <a:pt x="9803" y="1580"/>
                      <a:pt x="10072" y="2087"/>
                    </a:cubicBezTo>
                    <a:cubicBezTo>
                      <a:pt x="11055" y="4113"/>
                      <a:pt x="11442" y="6765"/>
                      <a:pt x="9535" y="8404"/>
                    </a:cubicBezTo>
                    <a:cubicBezTo>
                      <a:pt x="9058" y="8731"/>
                      <a:pt x="8552" y="9000"/>
                      <a:pt x="8016" y="9238"/>
                    </a:cubicBezTo>
                    <a:cubicBezTo>
                      <a:pt x="7333" y="9560"/>
                      <a:pt x="6591" y="9713"/>
                      <a:pt x="5849" y="9713"/>
                    </a:cubicBezTo>
                    <a:cubicBezTo>
                      <a:pt x="5425" y="9713"/>
                      <a:pt x="5001" y="9663"/>
                      <a:pt x="4589" y="9566"/>
                    </a:cubicBezTo>
                    <a:cubicBezTo>
                      <a:pt x="2503" y="8910"/>
                      <a:pt x="715" y="6526"/>
                      <a:pt x="954" y="4292"/>
                    </a:cubicBezTo>
                    <a:cubicBezTo>
                      <a:pt x="1252" y="1699"/>
                      <a:pt x="4172" y="329"/>
                      <a:pt x="6526" y="239"/>
                    </a:cubicBezTo>
                    <a:cubicBezTo>
                      <a:pt x="6674" y="224"/>
                      <a:pt x="6823" y="217"/>
                      <a:pt x="6972" y="217"/>
                    </a:cubicBezTo>
                    <a:close/>
                    <a:moveTo>
                      <a:pt x="7062" y="1"/>
                    </a:moveTo>
                    <a:cubicBezTo>
                      <a:pt x="5781" y="1"/>
                      <a:pt x="4500" y="269"/>
                      <a:pt x="3338" y="865"/>
                    </a:cubicBezTo>
                    <a:cubicBezTo>
                      <a:pt x="2205" y="1461"/>
                      <a:pt x="1133" y="2355"/>
                      <a:pt x="745" y="3606"/>
                    </a:cubicBezTo>
                    <a:cubicBezTo>
                      <a:pt x="0" y="5930"/>
                      <a:pt x="1639" y="8463"/>
                      <a:pt x="3695" y="9476"/>
                    </a:cubicBezTo>
                    <a:cubicBezTo>
                      <a:pt x="4309" y="9788"/>
                      <a:pt x="4984" y="9923"/>
                      <a:pt x="5671" y="9923"/>
                    </a:cubicBezTo>
                    <a:cubicBezTo>
                      <a:pt x="7139" y="9923"/>
                      <a:pt x="8669" y="9308"/>
                      <a:pt x="9805" y="8484"/>
                    </a:cubicBezTo>
                    <a:lnTo>
                      <a:pt x="9805" y="8484"/>
                    </a:lnTo>
                    <a:cubicBezTo>
                      <a:pt x="9816" y="8477"/>
                      <a:pt x="9826" y="8471"/>
                      <a:pt x="9833" y="8463"/>
                    </a:cubicBezTo>
                    <a:lnTo>
                      <a:pt x="9833" y="8463"/>
                    </a:lnTo>
                    <a:cubicBezTo>
                      <a:pt x="9833" y="8463"/>
                      <a:pt x="9833" y="8463"/>
                      <a:pt x="9833" y="8463"/>
                    </a:cubicBezTo>
                    <a:cubicBezTo>
                      <a:pt x="9865" y="8447"/>
                      <a:pt x="9879" y="8434"/>
                      <a:pt x="9880" y="8424"/>
                    </a:cubicBezTo>
                    <a:lnTo>
                      <a:pt x="9880" y="8424"/>
                    </a:lnTo>
                    <a:cubicBezTo>
                      <a:pt x="10774" y="7650"/>
                      <a:pt x="11264" y="6536"/>
                      <a:pt x="11293" y="5364"/>
                    </a:cubicBezTo>
                    <a:cubicBezTo>
                      <a:pt x="11263" y="4292"/>
                      <a:pt x="11025" y="3249"/>
                      <a:pt x="10578" y="2295"/>
                    </a:cubicBezTo>
                    <a:cubicBezTo>
                      <a:pt x="10429" y="1938"/>
                      <a:pt x="10250" y="1580"/>
                      <a:pt x="10042" y="1252"/>
                    </a:cubicBezTo>
                    <a:cubicBezTo>
                      <a:pt x="9923" y="1014"/>
                      <a:pt x="9774" y="805"/>
                      <a:pt x="9565" y="627"/>
                    </a:cubicBezTo>
                    <a:cubicBezTo>
                      <a:pt x="8880" y="120"/>
                      <a:pt x="7896" y="31"/>
                      <a:pt x="70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5" name="Google Shape;215;p6"/>
          <p:cNvSpPr txBox="1">
            <a:spLocks noGrp="1"/>
          </p:cNvSpPr>
          <p:nvPr>
            <p:ph type="title"/>
          </p:nvPr>
        </p:nvSpPr>
        <p:spPr>
          <a:xfrm>
            <a:off x="714575" y="461300"/>
            <a:ext cx="7714800" cy="6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100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7"/>
          <p:cNvGrpSpPr/>
          <p:nvPr/>
        </p:nvGrpSpPr>
        <p:grpSpPr>
          <a:xfrm>
            <a:off x="-1410462" y="-696684"/>
            <a:ext cx="11231044" cy="6880556"/>
            <a:chOff x="-1410462" y="-696684"/>
            <a:chExt cx="11231044" cy="6880556"/>
          </a:xfrm>
        </p:grpSpPr>
        <p:sp>
          <p:nvSpPr>
            <p:cNvPr id="218" name="Google Shape;218;p7"/>
            <p:cNvSpPr/>
            <p:nvPr/>
          </p:nvSpPr>
          <p:spPr>
            <a:xfrm rot="-269979">
              <a:off x="-305797" y="353061"/>
              <a:ext cx="1508330" cy="1268336"/>
            </a:xfrm>
            <a:custGeom>
              <a:avLst/>
              <a:gdLst/>
              <a:ahLst/>
              <a:cxnLst/>
              <a:rect l="l" t="t" r="r" b="b"/>
              <a:pathLst>
                <a:path w="45295" h="38088" extrusionOk="0">
                  <a:moveTo>
                    <a:pt x="30867" y="1"/>
                  </a:moveTo>
                  <a:cubicBezTo>
                    <a:pt x="29369" y="1"/>
                    <a:pt x="23435" y="9789"/>
                    <a:pt x="20895" y="14514"/>
                  </a:cubicBezTo>
                  <a:cubicBezTo>
                    <a:pt x="20627" y="14693"/>
                    <a:pt x="20359" y="14901"/>
                    <a:pt x="20090" y="15110"/>
                  </a:cubicBezTo>
                  <a:lnTo>
                    <a:pt x="20031" y="15110"/>
                  </a:lnTo>
                  <a:cubicBezTo>
                    <a:pt x="18362" y="16361"/>
                    <a:pt x="16723" y="17702"/>
                    <a:pt x="15204" y="19133"/>
                  </a:cubicBezTo>
                  <a:cubicBezTo>
                    <a:pt x="14280" y="19967"/>
                    <a:pt x="13416" y="20831"/>
                    <a:pt x="12552" y="21695"/>
                  </a:cubicBezTo>
                  <a:cubicBezTo>
                    <a:pt x="14280" y="19430"/>
                    <a:pt x="16217" y="16361"/>
                    <a:pt x="17051" y="13292"/>
                  </a:cubicBezTo>
                  <a:cubicBezTo>
                    <a:pt x="18574" y="7539"/>
                    <a:pt x="17828" y="5256"/>
                    <a:pt x="16329" y="5256"/>
                  </a:cubicBezTo>
                  <a:cubicBezTo>
                    <a:pt x="16244" y="5256"/>
                    <a:pt x="16157" y="5263"/>
                    <a:pt x="16068" y="5277"/>
                  </a:cubicBezTo>
                  <a:cubicBezTo>
                    <a:pt x="14399" y="5515"/>
                    <a:pt x="10883" y="18566"/>
                    <a:pt x="9542" y="24913"/>
                  </a:cubicBezTo>
                  <a:cubicBezTo>
                    <a:pt x="7486" y="27237"/>
                    <a:pt x="5550" y="29651"/>
                    <a:pt x="3762" y="32154"/>
                  </a:cubicBezTo>
                  <a:cubicBezTo>
                    <a:pt x="5281" y="29263"/>
                    <a:pt x="6980" y="25330"/>
                    <a:pt x="7308" y="21576"/>
                  </a:cubicBezTo>
                  <a:cubicBezTo>
                    <a:pt x="7898" y="15138"/>
                    <a:pt x="6773" y="12636"/>
                    <a:pt x="5239" y="12636"/>
                  </a:cubicBezTo>
                  <a:cubicBezTo>
                    <a:pt x="5069" y="12636"/>
                    <a:pt x="4894" y="12667"/>
                    <a:pt x="4715" y="12726"/>
                  </a:cubicBezTo>
                  <a:cubicBezTo>
                    <a:pt x="2898" y="13322"/>
                    <a:pt x="1467" y="28518"/>
                    <a:pt x="1169" y="35997"/>
                  </a:cubicBezTo>
                  <a:cubicBezTo>
                    <a:pt x="782" y="36534"/>
                    <a:pt x="454" y="37100"/>
                    <a:pt x="127" y="37666"/>
                  </a:cubicBezTo>
                  <a:cubicBezTo>
                    <a:pt x="0" y="37877"/>
                    <a:pt x="187" y="38087"/>
                    <a:pt x="359" y="38087"/>
                  </a:cubicBezTo>
                  <a:cubicBezTo>
                    <a:pt x="431" y="38087"/>
                    <a:pt x="500" y="38051"/>
                    <a:pt x="544" y="37964"/>
                  </a:cubicBezTo>
                  <a:cubicBezTo>
                    <a:pt x="633" y="37815"/>
                    <a:pt x="723" y="37666"/>
                    <a:pt x="812" y="37517"/>
                  </a:cubicBezTo>
                  <a:cubicBezTo>
                    <a:pt x="8112" y="36176"/>
                    <a:pt x="23279" y="32452"/>
                    <a:pt x="23606" y="30604"/>
                  </a:cubicBezTo>
                  <a:cubicBezTo>
                    <a:pt x="23821" y="29393"/>
                    <a:pt x="22819" y="28489"/>
                    <a:pt x="20130" y="28489"/>
                  </a:cubicBezTo>
                  <a:cubicBezTo>
                    <a:pt x="18717" y="28489"/>
                    <a:pt x="16840" y="28738"/>
                    <a:pt x="14429" y="29323"/>
                  </a:cubicBezTo>
                  <a:cubicBezTo>
                    <a:pt x="8768" y="30664"/>
                    <a:pt x="3136" y="35193"/>
                    <a:pt x="1169" y="36921"/>
                  </a:cubicBezTo>
                  <a:cubicBezTo>
                    <a:pt x="2927" y="34090"/>
                    <a:pt x="4894" y="31379"/>
                    <a:pt x="6980" y="28787"/>
                  </a:cubicBezTo>
                  <a:cubicBezTo>
                    <a:pt x="7725" y="27863"/>
                    <a:pt x="8470" y="26969"/>
                    <a:pt x="9215" y="26105"/>
                  </a:cubicBezTo>
                  <a:cubicBezTo>
                    <a:pt x="15859" y="25986"/>
                    <a:pt x="29327" y="25002"/>
                    <a:pt x="29864" y="23453"/>
                  </a:cubicBezTo>
                  <a:cubicBezTo>
                    <a:pt x="30333" y="22124"/>
                    <a:pt x="28888" y="20933"/>
                    <a:pt x="24277" y="20933"/>
                  </a:cubicBezTo>
                  <a:cubicBezTo>
                    <a:pt x="23614" y="20933"/>
                    <a:pt x="22885" y="20957"/>
                    <a:pt x="22087" y="21010"/>
                  </a:cubicBezTo>
                  <a:cubicBezTo>
                    <a:pt x="17260" y="21337"/>
                    <a:pt x="12045" y="24109"/>
                    <a:pt x="9811" y="25420"/>
                  </a:cubicBezTo>
                  <a:cubicBezTo>
                    <a:pt x="13029" y="21665"/>
                    <a:pt x="16664" y="18268"/>
                    <a:pt x="20686" y="15319"/>
                  </a:cubicBezTo>
                  <a:cubicBezTo>
                    <a:pt x="25204" y="16460"/>
                    <a:pt x="33304" y="18136"/>
                    <a:pt x="36565" y="18136"/>
                  </a:cubicBezTo>
                  <a:cubicBezTo>
                    <a:pt x="37305" y="18136"/>
                    <a:pt x="37795" y="18050"/>
                    <a:pt x="37939" y="17851"/>
                  </a:cubicBezTo>
                  <a:cubicBezTo>
                    <a:pt x="38773" y="16689"/>
                    <a:pt x="37432" y="15199"/>
                    <a:pt x="32158" y="14067"/>
                  </a:cubicBezTo>
                  <a:cubicBezTo>
                    <a:pt x="31092" y="13847"/>
                    <a:pt x="29960" y="13759"/>
                    <a:pt x="28834" y="13759"/>
                  </a:cubicBezTo>
                  <a:cubicBezTo>
                    <a:pt x="25994" y="13759"/>
                    <a:pt x="23185" y="14317"/>
                    <a:pt x="21521" y="14723"/>
                  </a:cubicBezTo>
                  <a:cubicBezTo>
                    <a:pt x="22266" y="14216"/>
                    <a:pt x="23010" y="13710"/>
                    <a:pt x="23755" y="13263"/>
                  </a:cubicBezTo>
                  <a:cubicBezTo>
                    <a:pt x="25811" y="11981"/>
                    <a:pt x="27986" y="10938"/>
                    <a:pt x="30251" y="10104"/>
                  </a:cubicBezTo>
                  <a:cubicBezTo>
                    <a:pt x="35823" y="9508"/>
                    <a:pt x="44702" y="8138"/>
                    <a:pt x="45000" y="7005"/>
                  </a:cubicBezTo>
                  <a:cubicBezTo>
                    <a:pt x="45295" y="6009"/>
                    <a:pt x="44385" y="5237"/>
                    <a:pt x="41735" y="5237"/>
                  </a:cubicBezTo>
                  <a:cubicBezTo>
                    <a:pt x="40898" y="5237"/>
                    <a:pt x="39886" y="5314"/>
                    <a:pt x="38683" y="5486"/>
                  </a:cubicBezTo>
                  <a:cubicBezTo>
                    <a:pt x="33648" y="6171"/>
                    <a:pt x="28314" y="10283"/>
                    <a:pt x="28314" y="10283"/>
                  </a:cubicBezTo>
                  <a:lnTo>
                    <a:pt x="28344" y="10283"/>
                  </a:lnTo>
                  <a:cubicBezTo>
                    <a:pt x="27063" y="10849"/>
                    <a:pt x="25811" y="11445"/>
                    <a:pt x="24619" y="12130"/>
                  </a:cubicBezTo>
                  <a:cubicBezTo>
                    <a:pt x="26437" y="10730"/>
                    <a:pt x="28523" y="8823"/>
                    <a:pt x="29834" y="6707"/>
                  </a:cubicBezTo>
                  <a:cubicBezTo>
                    <a:pt x="32545" y="2178"/>
                    <a:pt x="32337" y="182"/>
                    <a:pt x="30907" y="3"/>
                  </a:cubicBezTo>
                  <a:cubicBezTo>
                    <a:pt x="30894" y="2"/>
                    <a:pt x="30881" y="1"/>
                    <a:pt x="30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 rot="10800000">
              <a:off x="7914250" y="3602440"/>
              <a:ext cx="1508210" cy="1268235"/>
            </a:xfrm>
            <a:custGeom>
              <a:avLst/>
              <a:gdLst/>
              <a:ahLst/>
              <a:cxnLst/>
              <a:rect l="l" t="t" r="r" b="b"/>
              <a:pathLst>
                <a:path w="45295" h="38088" extrusionOk="0">
                  <a:moveTo>
                    <a:pt x="30867" y="1"/>
                  </a:moveTo>
                  <a:cubicBezTo>
                    <a:pt x="29369" y="1"/>
                    <a:pt x="23435" y="9789"/>
                    <a:pt x="20895" y="14514"/>
                  </a:cubicBezTo>
                  <a:cubicBezTo>
                    <a:pt x="20627" y="14693"/>
                    <a:pt x="20359" y="14901"/>
                    <a:pt x="20090" y="15110"/>
                  </a:cubicBezTo>
                  <a:lnTo>
                    <a:pt x="20031" y="15110"/>
                  </a:lnTo>
                  <a:cubicBezTo>
                    <a:pt x="18362" y="16361"/>
                    <a:pt x="16723" y="17702"/>
                    <a:pt x="15204" y="19133"/>
                  </a:cubicBezTo>
                  <a:cubicBezTo>
                    <a:pt x="14280" y="19967"/>
                    <a:pt x="13416" y="20831"/>
                    <a:pt x="12552" y="21695"/>
                  </a:cubicBezTo>
                  <a:cubicBezTo>
                    <a:pt x="14280" y="19430"/>
                    <a:pt x="16217" y="16361"/>
                    <a:pt x="17051" y="13292"/>
                  </a:cubicBezTo>
                  <a:cubicBezTo>
                    <a:pt x="18574" y="7539"/>
                    <a:pt x="17828" y="5256"/>
                    <a:pt x="16329" y="5256"/>
                  </a:cubicBezTo>
                  <a:cubicBezTo>
                    <a:pt x="16244" y="5256"/>
                    <a:pt x="16157" y="5263"/>
                    <a:pt x="16068" y="5277"/>
                  </a:cubicBezTo>
                  <a:cubicBezTo>
                    <a:pt x="14399" y="5515"/>
                    <a:pt x="10883" y="18566"/>
                    <a:pt x="9542" y="24913"/>
                  </a:cubicBezTo>
                  <a:cubicBezTo>
                    <a:pt x="7486" y="27237"/>
                    <a:pt x="5550" y="29651"/>
                    <a:pt x="3762" y="32154"/>
                  </a:cubicBezTo>
                  <a:cubicBezTo>
                    <a:pt x="5281" y="29263"/>
                    <a:pt x="6980" y="25330"/>
                    <a:pt x="7308" y="21576"/>
                  </a:cubicBezTo>
                  <a:cubicBezTo>
                    <a:pt x="7898" y="15138"/>
                    <a:pt x="6773" y="12636"/>
                    <a:pt x="5239" y="12636"/>
                  </a:cubicBezTo>
                  <a:cubicBezTo>
                    <a:pt x="5069" y="12636"/>
                    <a:pt x="4894" y="12667"/>
                    <a:pt x="4715" y="12726"/>
                  </a:cubicBezTo>
                  <a:cubicBezTo>
                    <a:pt x="2898" y="13322"/>
                    <a:pt x="1467" y="28518"/>
                    <a:pt x="1169" y="35997"/>
                  </a:cubicBezTo>
                  <a:cubicBezTo>
                    <a:pt x="782" y="36534"/>
                    <a:pt x="454" y="37100"/>
                    <a:pt x="127" y="37666"/>
                  </a:cubicBezTo>
                  <a:cubicBezTo>
                    <a:pt x="0" y="37877"/>
                    <a:pt x="187" y="38087"/>
                    <a:pt x="359" y="38087"/>
                  </a:cubicBezTo>
                  <a:cubicBezTo>
                    <a:pt x="431" y="38087"/>
                    <a:pt x="500" y="38051"/>
                    <a:pt x="544" y="37964"/>
                  </a:cubicBezTo>
                  <a:cubicBezTo>
                    <a:pt x="633" y="37815"/>
                    <a:pt x="723" y="37666"/>
                    <a:pt x="812" y="37517"/>
                  </a:cubicBezTo>
                  <a:cubicBezTo>
                    <a:pt x="8112" y="36176"/>
                    <a:pt x="23279" y="32452"/>
                    <a:pt x="23606" y="30604"/>
                  </a:cubicBezTo>
                  <a:cubicBezTo>
                    <a:pt x="23821" y="29393"/>
                    <a:pt x="22819" y="28489"/>
                    <a:pt x="20130" y="28489"/>
                  </a:cubicBezTo>
                  <a:cubicBezTo>
                    <a:pt x="18717" y="28489"/>
                    <a:pt x="16840" y="28738"/>
                    <a:pt x="14429" y="29323"/>
                  </a:cubicBezTo>
                  <a:cubicBezTo>
                    <a:pt x="8768" y="30664"/>
                    <a:pt x="3136" y="35193"/>
                    <a:pt x="1169" y="36921"/>
                  </a:cubicBezTo>
                  <a:cubicBezTo>
                    <a:pt x="2927" y="34090"/>
                    <a:pt x="4894" y="31379"/>
                    <a:pt x="6980" y="28787"/>
                  </a:cubicBezTo>
                  <a:cubicBezTo>
                    <a:pt x="7725" y="27863"/>
                    <a:pt x="8470" y="26969"/>
                    <a:pt x="9215" y="26105"/>
                  </a:cubicBezTo>
                  <a:cubicBezTo>
                    <a:pt x="15859" y="25986"/>
                    <a:pt x="29327" y="25002"/>
                    <a:pt x="29864" y="23453"/>
                  </a:cubicBezTo>
                  <a:cubicBezTo>
                    <a:pt x="30333" y="22124"/>
                    <a:pt x="28888" y="20933"/>
                    <a:pt x="24277" y="20933"/>
                  </a:cubicBezTo>
                  <a:cubicBezTo>
                    <a:pt x="23614" y="20933"/>
                    <a:pt x="22885" y="20957"/>
                    <a:pt x="22087" y="21010"/>
                  </a:cubicBezTo>
                  <a:cubicBezTo>
                    <a:pt x="17260" y="21337"/>
                    <a:pt x="12045" y="24109"/>
                    <a:pt x="9811" y="25420"/>
                  </a:cubicBezTo>
                  <a:cubicBezTo>
                    <a:pt x="13029" y="21665"/>
                    <a:pt x="16664" y="18268"/>
                    <a:pt x="20686" y="15319"/>
                  </a:cubicBezTo>
                  <a:cubicBezTo>
                    <a:pt x="25204" y="16460"/>
                    <a:pt x="33304" y="18136"/>
                    <a:pt x="36565" y="18136"/>
                  </a:cubicBezTo>
                  <a:cubicBezTo>
                    <a:pt x="37305" y="18136"/>
                    <a:pt x="37795" y="18050"/>
                    <a:pt x="37939" y="17851"/>
                  </a:cubicBezTo>
                  <a:cubicBezTo>
                    <a:pt x="38773" y="16689"/>
                    <a:pt x="37432" y="15199"/>
                    <a:pt x="32158" y="14067"/>
                  </a:cubicBezTo>
                  <a:cubicBezTo>
                    <a:pt x="31092" y="13847"/>
                    <a:pt x="29960" y="13759"/>
                    <a:pt x="28834" y="13759"/>
                  </a:cubicBezTo>
                  <a:cubicBezTo>
                    <a:pt x="25994" y="13759"/>
                    <a:pt x="23185" y="14317"/>
                    <a:pt x="21521" y="14723"/>
                  </a:cubicBezTo>
                  <a:cubicBezTo>
                    <a:pt x="22266" y="14216"/>
                    <a:pt x="23010" y="13710"/>
                    <a:pt x="23755" y="13263"/>
                  </a:cubicBezTo>
                  <a:cubicBezTo>
                    <a:pt x="25811" y="11981"/>
                    <a:pt x="27986" y="10938"/>
                    <a:pt x="30251" y="10104"/>
                  </a:cubicBezTo>
                  <a:cubicBezTo>
                    <a:pt x="35823" y="9508"/>
                    <a:pt x="44702" y="8138"/>
                    <a:pt x="45000" y="7005"/>
                  </a:cubicBezTo>
                  <a:cubicBezTo>
                    <a:pt x="45295" y="6009"/>
                    <a:pt x="44385" y="5237"/>
                    <a:pt x="41735" y="5237"/>
                  </a:cubicBezTo>
                  <a:cubicBezTo>
                    <a:pt x="40898" y="5237"/>
                    <a:pt x="39886" y="5314"/>
                    <a:pt x="38683" y="5486"/>
                  </a:cubicBezTo>
                  <a:cubicBezTo>
                    <a:pt x="33648" y="6171"/>
                    <a:pt x="28314" y="10283"/>
                    <a:pt x="28314" y="10283"/>
                  </a:cubicBezTo>
                  <a:lnTo>
                    <a:pt x="28344" y="10283"/>
                  </a:lnTo>
                  <a:cubicBezTo>
                    <a:pt x="27063" y="10849"/>
                    <a:pt x="25811" y="11445"/>
                    <a:pt x="24619" y="12130"/>
                  </a:cubicBezTo>
                  <a:cubicBezTo>
                    <a:pt x="26437" y="10730"/>
                    <a:pt x="28523" y="8823"/>
                    <a:pt x="29834" y="6707"/>
                  </a:cubicBezTo>
                  <a:cubicBezTo>
                    <a:pt x="32545" y="2178"/>
                    <a:pt x="32337" y="182"/>
                    <a:pt x="30907" y="3"/>
                  </a:cubicBezTo>
                  <a:cubicBezTo>
                    <a:pt x="30894" y="2"/>
                    <a:pt x="30881" y="1"/>
                    <a:pt x="30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0" name="Google Shape;220;p7"/>
            <p:cNvGrpSpPr/>
            <p:nvPr/>
          </p:nvGrpSpPr>
          <p:grpSpPr>
            <a:xfrm>
              <a:off x="6954679" y="-696684"/>
              <a:ext cx="2865902" cy="2866186"/>
              <a:chOff x="7229917" y="-939609"/>
              <a:chExt cx="2865902" cy="2866186"/>
            </a:xfrm>
          </p:grpSpPr>
          <p:grpSp>
            <p:nvGrpSpPr>
              <p:cNvPr id="221" name="Google Shape;221;p7"/>
              <p:cNvGrpSpPr/>
              <p:nvPr/>
            </p:nvGrpSpPr>
            <p:grpSpPr>
              <a:xfrm>
                <a:off x="7229917" y="-938831"/>
                <a:ext cx="2865902" cy="2666882"/>
                <a:chOff x="7229917" y="-938831"/>
                <a:chExt cx="2865902" cy="2666882"/>
              </a:xfrm>
            </p:grpSpPr>
            <p:sp>
              <p:nvSpPr>
                <p:cNvPr id="222" name="Google Shape;222;p7"/>
                <p:cNvSpPr/>
                <p:nvPr/>
              </p:nvSpPr>
              <p:spPr>
                <a:xfrm rot="5202986" flipH="1">
                  <a:off x="7405437" y="-968556"/>
                  <a:ext cx="2514862" cy="27263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25" h="67670" extrusionOk="0">
                      <a:moveTo>
                        <a:pt x="42599" y="1"/>
                      </a:moveTo>
                      <a:cubicBezTo>
                        <a:pt x="33273" y="1"/>
                        <a:pt x="24436" y="5343"/>
                        <a:pt x="14889" y="5343"/>
                      </a:cubicBezTo>
                      <a:cubicBezTo>
                        <a:pt x="14388" y="5343"/>
                        <a:pt x="13885" y="5329"/>
                        <a:pt x="13379" y="5298"/>
                      </a:cubicBezTo>
                      <a:cubicBezTo>
                        <a:pt x="12134" y="5228"/>
                        <a:pt x="10849" y="5098"/>
                        <a:pt x="9587" y="5098"/>
                      </a:cubicBezTo>
                      <a:cubicBezTo>
                        <a:pt x="8161" y="5098"/>
                        <a:pt x="6763" y="5263"/>
                        <a:pt x="5483" y="5864"/>
                      </a:cubicBezTo>
                      <a:cubicBezTo>
                        <a:pt x="2831" y="7085"/>
                        <a:pt x="1252" y="9946"/>
                        <a:pt x="567" y="12806"/>
                      </a:cubicBezTo>
                      <a:cubicBezTo>
                        <a:pt x="1" y="15279"/>
                        <a:pt x="1" y="17812"/>
                        <a:pt x="537" y="20285"/>
                      </a:cubicBezTo>
                      <a:cubicBezTo>
                        <a:pt x="1461" y="24695"/>
                        <a:pt x="3993" y="28598"/>
                        <a:pt x="7658" y="31221"/>
                      </a:cubicBezTo>
                      <a:cubicBezTo>
                        <a:pt x="13350" y="35184"/>
                        <a:pt x="21603" y="35958"/>
                        <a:pt x="25209" y="41918"/>
                      </a:cubicBezTo>
                      <a:cubicBezTo>
                        <a:pt x="27801" y="46208"/>
                        <a:pt x="26937" y="51721"/>
                        <a:pt x="28337" y="56518"/>
                      </a:cubicBezTo>
                      <a:cubicBezTo>
                        <a:pt x="30524" y="64017"/>
                        <a:pt x="36902" y="67669"/>
                        <a:pt x="43484" y="67669"/>
                      </a:cubicBezTo>
                      <a:cubicBezTo>
                        <a:pt x="49010" y="67669"/>
                        <a:pt x="54680" y="65095"/>
                        <a:pt x="58134" y="60064"/>
                      </a:cubicBezTo>
                      <a:cubicBezTo>
                        <a:pt x="61531" y="55117"/>
                        <a:pt x="62425" y="48622"/>
                        <a:pt x="60875" y="42841"/>
                      </a:cubicBezTo>
                      <a:cubicBezTo>
                        <a:pt x="59713" y="38521"/>
                        <a:pt x="57300" y="34647"/>
                        <a:pt x="56108" y="30356"/>
                      </a:cubicBezTo>
                      <a:cubicBezTo>
                        <a:pt x="55274" y="27436"/>
                        <a:pt x="55005" y="24367"/>
                        <a:pt x="55363" y="21358"/>
                      </a:cubicBezTo>
                      <a:cubicBezTo>
                        <a:pt x="55840" y="16888"/>
                        <a:pt x="57598" y="12270"/>
                        <a:pt x="56197" y="7979"/>
                      </a:cubicBezTo>
                      <a:cubicBezTo>
                        <a:pt x="54767" y="3599"/>
                        <a:pt x="50208" y="828"/>
                        <a:pt x="45649" y="202"/>
                      </a:cubicBezTo>
                      <a:cubicBezTo>
                        <a:pt x="44626" y="63"/>
                        <a:pt x="43609" y="1"/>
                        <a:pt x="4259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23" name="Google Shape;223;p7"/>
                <p:cNvGrpSpPr/>
                <p:nvPr/>
              </p:nvGrpSpPr>
              <p:grpSpPr>
                <a:xfrm rot="8100000">
                  <a:off x="8939114" y="1159920"/>
                  <a:ext cx="70212" cy="266577"/>
                  <a:chOff x="5735123" y="3863031"/>
                  <a:chExt cx="70213" cy="266579"/>
                </a:xfrm>
              </p:grpSpPr>
              <p:sp>
                <p:nvSpPr>
                  <p:cNvPr id="224" name="Google Shape;224;p7"/>
                  <p:cNvSpPr/>
                  <p:nvPr/>
                </p:nvSpPr>
                <p:spPr>
                  <a:xfrm>
                    <a:off x="5744701" y="3863031"/>
                    <a:ext cx="60635" cy="1668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6480" extrusionOk="0">
                        <a:moveTo>
                          <a:pt x="880" y="0"/>
                        </a:moveTo>
                        <a:cubicBezTo>
                          <a:pt x="827" y="0"/>
                          <a:pt x="773" y="6"/>
                          <a:pt x="716" y="19"/>
                        </a:cubicBezTo>
                        <a:cubicBezTo>
                          <a:pt x="298" y="93"/>
                          <a:pt x="135" y="436"/>
                          <a:pt x="90" y="823"/>
                        </a:cubicBezTo>
                        <a:cubicBezTo>
                          <a:pt x="60" y="1077"/>
                          <a:pt x="60" y="1330"/>
                          <a:pt x="75" y="1583"/>
                        </a:cubicBezTo>
                        <a:cubicBezTo>
                          <a:pt x="135" y="2581"/>
                          <a:pt x="120" y="3564"/>
                          <a:pt x="30" y="4548"/>
                        </a:cubicBezTo>
                        <a:cubicBezTo>
                          <a:pt x="1" y="4905"/>
                          <a:pt x="15" y="5278"/>
                          <a:pt x="60" y="5635"/>
                        </a:cubicBezTo>
                        <a:cubicBezTo>
                          <a:pt x="120" y="6067"/>
                          <a:pt x="343" y="6410"/>
                          <a:pt x="805" y="6470"/>
                        </a:cubicBezTo>
                        <a:cubicBezTo>
                          <a:pt x="850" y="6476"/>
                          <a:pt x="895" y="6479"/>
                          <a:pt x="939" y="6479"/>
                        </a:cubicBezTo>
                        <a:cubicBezTo>
                          <a:pt x="1309" y="6479"/>
                          <a:pt x="1655" y="6262"/>
                          <a:pt x="1788" y="5903"/>
                        </a:cubicBezTo>
                        <a:cubicBezTo>
                          <a:pt x="1937" y="5620"/>
                          <a:pt x="2056" y="5308"/>
                          <a:pt x="2131" y="4995"/>
                        </a:cubicBezTo>
                        <a:cubicBezTo>
                          <a:pt x="2354" y="3654"/>
                          <a:pt x="2265" y="2268"/>
                          <a:pt x="1848" y="972"/>
                        </a:cubicBezTo>
                        <a:cubicBezTo>
                          <a:pt x="1788" y="838"/>
                          <a:pt x="1729" y="689"/>
                          <a:pt x="1669" y="555"/>
                        </a:cubicBezTo>
                        <a:cubicBezTo>
                          <a:pt x="1439" y="223"/>
                          <a:pt x="1198" y="0"/>
                          <a:pt x="880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" name="Google Shape;225;p7"/>
                  <p:cNvSpPr/>
                  <p:nvPr/>
                </p:nvSpPr>
                <p:spPr>
                  <a:xfrm>
                    <a:off x="5735123" y="4069722"/>
                    <a:ext cx="48354" cy="598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78" h="2326" extrusionOk="0">
                        <a:moveTo>
                          <a:pt x="1026" y="0"/>
                        </a:moveTo>
                        <a:cubicBezTo>
                          <a:pt x="855" y="0"/>
                          <a:pt x="683" y="69"/>
                          <a:pt x="551" y="214"/>
                        </a:cubicBezTo>
                        <a:cubicBezTo>
                          <a:pt x="164" y="617"/>
                          <a:pt x="0" y="1168"/>
                          <a:pt x="89" y="1719"/>
                        </a:cubicBezTo>
                        <a:cubicBezTo>
                          <a:pt x="132" y="2084"/>
                          <a:pt x="447" y="2326"/>
                          <a:pt x="781" y="2326"/>
                        </a:cubicBezTo>
                        <a:cubicBezTo>
                          <a:pt x="910" y="2326"/>
                          <a:pt x="1042" y="2290"/>
                          <a:pt x="1162" y="2211"/>
                        </a:cubicBezTo>
                        <a:cubicBezTo>
                          <a:pt x="1639" y="1913"/>
                          <a:pt x="1877" y="795"/>
                          <a:pt x="1579" y="319"/>
                        </a:cubicBezTo>
                        <a:cubicBezTo>
                          <a:pt x="1454" y="111"/>
                          <a:pt x="1242" y="0"/>
                          <a:pt x="1026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26" name="Google Shape;226;p7"/>
              <p:cNvSpPr/>
              <p:nvPr/>
            </p:nvSpPr>
            <p:spPr>
              <a:xfrm rot="4740398" flipH="1">
                <a:off x="7473622" y="-684296"/>
                <a:ext cx="2462087" cy="2355561"/>
              </a:xfrm>
              <a:custGeom>
                <a:avLst/>
                <a:gdLst/>
                <a:ahLst/>
                <a:cxnLst/>
                <a:rect l="l" t="t" r="r" b="b"/>
                <a:pathLst>
                  <a:path w="61114" h="58462" fill="none" extrusionOk="0">
                    <a:moveTo>
                      <a:pt x="2920" y="14929"/>
                    </a:moveTo>
                    <a:cubicBezTo>
                      <a:pt x="4231" y="18594"/>
                      <a:pt x="7479" y="21216"/>
                      <a:pt x="10995" y="22825"/>
                    </a:cubicBezTo>
                    <a:cubicBezTo>
                      <a:pt x="13617" y="24047"/>
                      <a:pt x="16478" y="24821"/>
                      <a:pt x="18951" y="26341"/>
                    </a:cubicBezTo>
                    <a:cubicBezTo>
                      <a:pt x="22735" y="28695"/>
                      <a:pt x="25298" y="32598"/>
                      <a:pt x="25953" y="37008"/>
                    </a:cubicBezTo>
                    <a:cubicBezTo>
                      <a:pt x="26340" y="39600"/>
                      <a:pt x="26013" y="42223"/>
                      <a:pt x="26251" y="44815"/>
                    </a:cubicBezTo>
                    <a:cubicBezTo>
                      <a:pt x="26579" y="48778"/>
                      <a:pt x="28277" y="52741"/>
                      <a:pt x="31495" y="55065"/>
                    </a:cubicBezTo>
                    <a:cubicBezTo>
                      <a:pt x="33641" y="56614"/>
                      <a:pt x="36263" y="57359"/>
                      <a:pt x="38885" y="57627"/>
                    </a:cubicBezTo>
                    <a:cubicBezTo>
                      <a:pt x="46185" y="58462"/>
                      <a:pt x="54320" y="55601"/>
                      <a:pt x="57925" y="49195"/>
                    </a:cubicBezTo>
                    <a:cubicBezTo>
                      <a:pt x="61113" y="43474"/>
                      <a:pt x="60160" y="36412"/>
                      <a:pt x="58580" y="30066"/>
                    </a:cubicBezTo>
                    <a:cubicBezTo>
                      <a:pt x="57001" y="23749"/>
                      <a:pt x="54856" y="17253"/>
                      <a:pt x="55899" y="10817"/>
                    </a:cubicBezTo>
                    <a:cubicBezTo>
                      <a:pt x="56286" y="8612"/>
                      <a:pt x="56971" y="6348"/>
                      <a:pt x="56227" y="4232"/>
                    </a:cubicBezTo>
                    <a:cubicBezTo>
                      <a:pt x="55213" y="1342"/>
                      <a:pt x="51757" y="1"/>
                      <a:pt x="48688" y="239"/>
                    </a:cubicBezTo>
                    <a:cubicBezTo>
                      <a:pt x="45619" y="448"/>
                      <a:pt x="42788" y="1818"/>
                      <a:pt x="39838" y="2712"/>
                    </a:cubicBezTo>
                    <a:cubicBezTo>
                      <a:pt x="35488" y="4023"/>
                      <a:pt x="30870" y="4292"/>
                      <a:pt x="26370" y="3517"/>
                    </a:cubicBezTo>
                    <a:cubicBezTo>
                      <a:pt x="22556" y="2861"/>
                      <a:pt x="18862" y="1431"/>
                      <a:pt x="14958" y="1103"/>
                    </a:cubicBezTo>
                    <a:cubicBezTo>
                      <a:pt x="7420" y="537"/>
                      <a:pt x="0" y="6765"/>
                      <a:pt x="2920" y="14929"/>
                    </a:cubicBezTo>
                    <a:close/>
                  </a:path>
                </a:pathLst>
              </a:custGeom>
              <a:noFill/>
              <a:ln w="9675" cap="flat" cmpd="sng">
                <a:solidFill>
                  <a:schemeClr val="accent1"/>
                </a:solidFill>
                <a:prstDash val="solid"/>
                <a:miter lim="297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7" name="Google Shape;227;p7"/>
              <p:cNvGrpSpPr/>
              <p:nvPr/>
            </p:nvGrpSpPr>
            <p:grpSpPr>
              <a:xfrm rot="-3298310">
                <a:off x="8268470" y="-365522"/>
                <a:ext cx="781177" cy="840852"/>
                <a:chOff x="8604632" y="-457076"/>
                <a:chExt cx="781149" cy="840821"/>
              </a:xfrm>
            </p:grpSpPr>
            <p:sp>
              <p:nvSpPr>
                <p:cNvPr id="228" name="Google Shape;228;p7"/>
                <p:cNvSpPr/>
                <p:nvPr/>
              </p:nvSpPr>
              <p:spPr>
                <a:xfrm>
                  <a:off x="8617645" y="162156"/>
                  <a:ext cx="91775" cy="76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" h="1902" extrusionOk="0">
                      <a:moveTo>
                        <a:pt x="958" y="0"/>
                      </a:moveTo>
                      <a:cubicBezTo>
                        <a:pt x="479" y="0"/>
                        <a:pt x="1" y="856"/>
                        <a:pt x="362" y="1556"/>
                      </a:cubicBezTo>
                      <a:cubicBezTo>
                        <a:pt x="486" y="1794"/>
                        <a:pt x="716" y="1901"/>
                        <a:pt x="956" y="1901"/>
                      </a:cubicBezTo>
                      <a:cubicBezTo>
                        <a:pt x="1585" y="1901"/>
                        <a:pt x="2278" y="1169"/>
                        <a:pt x="1286" y="155"/>
                      </a:cubicBezTo>
                      <a:cubicBezTo>
                        <a:pt x="1184" y="47"/>
                        <a:pt x="1071" y="0"/>
                        <a:pt x="9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" name="Google Shape;229;p7"/>
                <p:cNvSpPr/>
                <p:nvPr/>
              </p:nvSpPr>
              <p:spPr>
                <a:xfrm>
                  <a:off x="8805309" y="295309"/>
                  <a:ext cx="134480" cy="88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8" h="2195" extrusionOk="0">
                      <a:moveTo>
                        <a:pt x="1367" y="1"/>
                      </a:moveTo>
                      <a:cubicBezTo>
                        <a:pt x="636" y="1"/>
                        <a:pt x="0" y="1354"/>
                        <a:pt x="1008" y="2035"/>
                      </a:cubicBezTo>
                      <a:cubicBezTo>
                        <a:pt x="1183" y="2145"/>
                        <a:pt x="1368" y="2194"/>
                        <a:pt x="1547" y="2194"/>
                      </a:cubicBezTo>
                      <a:cubicBezTo>
                        <a:pt x="2524" y="2194"/>
                        <a:pt x="3337" y="744"/>
                        <a:pt x="1574" y="38"/>
                      </a:cubicBezTo>
                      <a:cubicBezTo>
                        <a:pt x="1505" y="13"/>
                        <a:pt x="1436" y="1"/>
                        <a:pt x="13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" name="Google Shape;230;p7"/>
                <p:cNvSpPr/>
                <p:nvPr/>
              </p:nvSpPr>
              <p:spPr>
                <a:xfrm>
                  <a:off x="8604632" y="-232871"/>
                  <a:ext cx="102935" cy="110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5" h="2747" extrusionOk="0">
                      <a:moveTo>
                        <a:pt x="1324" y="1"/>
                      </a:moveTo>
                      <a:cubicBezTo>
                        <a:pt x="1290" y="1"/>
                        <a:pt x="1255" y="3"/>
                        <a:pt x="1222" y="8"/>
                      </a:cubicBezTo>
                      <a:cubicBezTo>
                        <a:pt x="149" y="127"/>
                        <a:pt x="0" y="991"/>
                        <a:pt x="179" y="2154"/>
                      </a:cubicBezTo>
                      <a:cubicBezTo>
                        <a:pt x="255" y="2576"/>
                        <a:pt x="551" y="2746"/>
                        <a:pt x="905" y="2746"/>
                      </a:cubicBezTo>
                      <a:cubicBezTo>
                        <a:pt x="1524" y="2746"/>
                        <a:pt x="2319" y="2224"/>
                        <a:pt x="2414" y="1617"/>
                      </a:cubicBezTo>
                      <a:cubicBezTo>
                        <a:pt x="2554" y="690"/>
                        <a:pt x="1899" y="1"/>
                        <a:pt x="132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231;p7"/>
                <p:cNvSpPr/>
                <p:nvPr/>
              </p:nvSpPr>
              <p:spPr>
                <a:xfrm>
                  <a:off x="8790684" y="-457076"/>
                  <a:ext cx="142376" cy="145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4" h="3617" extrusionOk="0">
                      <a:moveTo>
                        <a:pt x="1139" y="0"/>
                      </a:moveTo>
                      <a:cubicBezTo>
                        <a:pt x="1127" y="0"/>
                        <a:pt x="1115" y="1"/>
                        <a:pt x="1103" y="1"/>
                      </a:cubicBezTo>
                      <a:cubicBezTo>
                        <a:pt x="60" y="61"/>
                        <a:pt x="1" y="1193"/>
                        <a:pt x="150" y="1849"/>
                      </a:cubicBezTo>
                      <a:cubicBezTo>
                        <a:pt x="292" y="2467"/>
                        <a:pt x="947" y="3616"/>
                        <a:pt x="1766" y="3616"/>
                      </a:cubicBezTo>
                      <a:cubicBezTo>
                        <a:pt x="1974" y="3616"/>
                        <a:pt x="2191" y="3543"/>
                        <a:pt x="2414" y="3368"/>
                      </a:cubicBezTo>
                      <a:cubicBezTo>
                        <a:pt x="3533" y="2514"/>
                        <a:pt x="2178" y="0"/>
                        <a:pt x="113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232;p7"/>
                <p:cNvSpPr/>
                <p:nvPr/>
              </p:nvSpPr>
              <p:spPr>
                <a:xfrm>
                  <a:off x="9263669" y="116510"/>
                  <a:ext cx="122111" cy="129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1" h="3206" extrusionOk="0">
                      <a:moveTo>
                        <a:pt x="1533" y="0"/>
                      </a:moveTo>
                      <a:cubicBezTo>
                        <a:pt x="1499" y="0"/>
                        <a:pt x="1464" y="3"/>
                        <a:pt x="1431" y="7"/>
                      </a:cubicBezTo>
                      <a:cubicBezTo>
                        <a:pt x="179" y="186"/>
                        <a:pt x="0" y="1169"/>
                        <a:pt x="239" y="2510"/>
                      </a:cubicBezTo>
                      <a:cubicBezTo>
                        <a:pt x="325" y="3006"/>
                        <a:pt x="666" y="3206"/>
                        <a:pt x="1075" y="3206"/>
                      </a:cubicBezTo>
                      <a:cubicBezTo>
                        <a:pt x="1795" y="3206"/>
                        <a:pt x="2728" y="2587"/>
                        <a:pt x="2861" y="1884"/>
                      </a:cubicBezTo>
                      <a:cubicBezTo>
                        <a:pt x="3031" y="808"/>
                        <a:pt x="2204" y="0"/>
                        <a:pt x="153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" name="Google Shape;233;p7"/>
                <p:cNvSpPr/>
                <p:nvPr/>
              </p:nvSpPr>
              <p:spPr>
                <a:xfrm>
                  <a:off x="8937495" y="-208053"/>
                  <a:ext cx="179763" cy="162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2" h="4035" extrusionOk="0">
                      <a:moveTo>
                        <a:pt x="2115" y="0"/>
                      </a:moveTo>
                      <a:cubicBezTo>
                        <a:pt x="1605" y="0"/>
                        <a:pt x="1084" y="161"/>
                        <a:pt x="737" y="495"/>
                      </a:cubicBezTo>
                      <a:cubicBezTo>
                        <a:pt x="1" y="1202"/>
                        <a:pt x="1201" y="4035"/>
                        <a:pt x="2498" y="4035"/>
                      </a:cubicBezTo>
                      <a:cubicBezTo>
                        <a:pt x="2566" y="4035"/>
                        <a:pt x="2635" y="4027"/>
                        <a:pt x="2703" y="4011"/>
                      </a:cubicBezTo>
                      <a:cubicBezTo>
                        <a:pt x="4074" y="3713"/>
                        <a:pt x="4461" y="2163"/>
                        <a:pt x="3597" y="703"/>
                      </a:cubicBezTo>
                      <a:cubicBezTo>
                        <a:pt x="3351" y="243"/>
                        <a:pt x="2741" y="0"/>
                        <a:pt x="211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" name="Google Shape;234;p7"/>
                <p:cNvSpPr/>
                <p:nvPr/>
              </p:nvSpPr>
              <p:spPr>
                <a:xfrm>
                  <a:off x="8990474" y="198053"/>
                  <a:ext cx="112040" cy="93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1" h="2328" extrusionOk="0">
                      <a:moveTo>
                        <a:pt x="1169" y="1"/>
                      </a:moveTo>
                      <a:cubicBezTo>
                        <a:pt x="583" y="1"/>
                        <a:pt x="0" y="1047"/>
                        <a:pt x="435" y="1916"/>
                      </a:cubicBezTo>
                      <a:cubicBezTo>
                        <a:pt x="589" y="2200"/>
                        <a:pt x="868" y="2328"/>
                        <a:pt x="1157" y="2328"/>
                      </a:cubicBezTo>
                      <a:cubicBezTo>
                        <a:pt x="1929" y="2328"/>
                        <a:pt x="2781" y="1423"/>
                        <a:pt x="1567" y="188"/>
                      </a:cubicBezTo>
                      <a:cubicBezTo>
                        <a:pt x="1443" y="58"/>
                        <a:pt x="1306" y="1"/>
                        <a:pt x="116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235;p7"/>
                <p:cNvSpPr/>
                <p:nvPr/>
              </p:nvSpPr>
              <p:spPr>
                <a:xfrm>
                  <a:off x="8799628" y="-25507"/>
                  <a:ext cx="134157" cy="87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0" h="2172" extrusionOk="0">
                      <a:moveTo>
                        <a:pt x="1341" y="1"/>
                      </a:moveTo>
                      <a:cubicBezTo>
                        <a:pt x="617" y="1"/>
                        <a:pt x="1" y="1337"/>
                        <a:pt x="1000" y="2012"/>
                      </a:cubicBezTo>
                      <a:cubicBezTo>
                        <a:pt x="1176" y="2123"/>
                        <a:pt x="1360" y="2172"/>
                        <a:pt x="1539" y="2172"/>
                      </a:cubicBezTo>
                      <a:cubicBezTo>
                        <a:pt x="2517" y="2172"/>
                        <a:pt x="3329" y="726"/>
                        <a:pt x="1566" y="46"/>
                      </a:cubicBezTo>
                      <a:cubicBezTo>
                        <a:pt x="1491" y="15"/>
                        <a:pt x="1415" y="1"/>
                        <a:pt x="134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6" name="Google Shape;236;p7"/>
            <p:cNvGrpSpPr/>
            <p:nvPr/>
          </p:nvGrpSpPr>
          <p:grpSpPr>
            <a:xfrm rot="2996445">
              <a:off x="3826046" y="-241241"/>
              <a:ext cx="740371" cy="757532"/>
              <a:chOff x="4391775" y="4244400"/>
              <a:chExt cx="715125" cy="731700"/>
            </a:xfrm>
          </p:grpSpPr>
          <p:sp>
            <p:nvSpPr>
              <p:cNvPr id="237" name="Google Shape;237;p7"/>
              <p:cNvSpPr/>
              <p:nvPr/>
            </p:nvSpPr>
            <p:spPr>
              <a:xfrm>
                <a:off x="4391775" y="4244400"/>
                <a:ext cx="715125" cy="731700"/>
              </a:xfrm>
              <a:custGeom>
                <a:avLst/>
                <a:gdLst/>
                <a:ahLst/>
                <a:cxnLst/>
                <a:rect l="l" t="t" r="r" b="b"/>
                <a:pathLst>
                  <a:path w="28605" h="29268" extrusionOk="0">
                    <a:moveTo>
                      <a:pt x="15770" y="550"/>
                    </a:moveTo>
                    <a:cubicBezTo>
                      <a:pt x="16901" y="550"/>
                      <a:pt x="18030" y="688"/>
                      <a:pt x="19130" y="988"/>
                    </a:cubicBezTo>
                    <a:cubicBezTo>
                      <a:pt x="27056" y="3134"/>
                      <a:pt x="28605" y="12907"/>
                      <a:pt x="26758" y="19820"/>
                    </a:cubicBezTo>
                    <a:cubicBezTo>
                      <a:pt x="26311" y="21548"/>
                      <a:pt x="25625" y="23217"/>
                      <a:pt x="24731" y="24766"/>
                    </a:cubicBezTo>
                    <a:cubicBezTo>
                      <a:pt x="24106" y="25809"/>
                      <a:pt x="23331" y="26912"/>
                      <a:pt x="22288" y="27597"/>
                    </a:cubicBezTo>
                    <a:cubicBezTo>
                      <a:pt x="21692" y="27954"/>
                      <a:pt x="21007" y="28163"/>
                      <a:pt x="20292" y="28252"/>
                    </a:cubicBezTo>
                    <a:cubicBezTo>
                      <a:pt x="19308" y="28431"/>
                      <a:pt x="18355" y="28550"/>
                      <a:pt x="17372" y="28640"/>
                    </a:cubicBezTo>
                    <a:cubicBezTo>
                      <a:pt x="16627" y="28703"/>
                      <a:pt x="15862" y="28738"/>
                      <a:pt x="15089" y="28738"/>
                    </a:cubicBezTo>
                    <a:cubicBezTo>
                      <a:pt x="10415" y="28738"/>
                      <a:pt x="5434" y="27452"/>
                      <a:pt x="2801" y="23336"/>
                    </a:cubicBezTo>
                    <a:cubicBezTo>
                      <a:pt x="2364" y="22665"/>
                      <a:pt x="2012" y="21966"/>
                      <a:pt x="1746" y="21239"/>
                    </a:cubicBezTo>
                    <a:lnTo>
                      <a:pt x="1746" y="21239"/>
                    </a:lnTo>
                    <a:cubicBezTo>
                      <a:pt x="1307" y="19763"/>
                      <a:pt x="1072" y="18286"/>
                      <a:pt x="983" y="16751"/>
                    </a:cubicBezTo>
                    <a:cubicBezTo>
                      <a:pt x="745" y="13682"/>
                      <a:pt x="1103" y="10464"/>
                      <a:pt x="2622" y="7752"/>
                    </a:cubicBezTo>
                    <a:cubicBezTo>
                      <a:pt x="4231" y="4832"/>
                      <a:pt x="7151" y="2806"/>
                      <a:pt x="10191" y="1614"/>
                    </a:cubicBezTo>
                    <a:cubicBezTo>
                      <a:pt x="11966" y="942"/>
                      <a:pt x="13870" y="550"/>
                      <a:pt x="15770" y="550"/>
                    </a:cubicBezTo>
                    <a:close/>
                    <a:moveTo>
                      <a:pt x="15687" y="0"/>
                    </a:moveTo>
                    <a:cubicBezTo>
                      <a:pt x="14592" y="0"/>
                      <a:pt x="13493" y="128"/>
                      <a:pt x="12425" y="363"/>
                    </a:cubicBezTo>
                    <a:cubicBezTo>
                      <a:pt x="9267" y="1078"/>
                      <a:pt x="6049" y="2746"/>
                      <a:pt x="3874" y="5190"/>
                    </a:cubicBezTo>
                    <a:cubicBezTo>
                      <a:pt x="119" y="9391"/>
                      <a:pt x="0" y="15827"/>
                      <a:pt x="1401" y="20982"/>
                    </a:cubicBezTo>
                    <a:cubicBezTo>
                      <a:pt x="1430" y="21101"/>
                      <a:pt x="1460" y="21220"/>
                      <a:pt x="1490" y="21340"/>
                    </a:cubicBezTo>
                    <a:cubicBezTo>
                      <a:pt x="1505" y="21394"/>
                      <a:pt x="1525" y="21439"/>
                      <a:pt x="1548" y="21472"/>
                    </a:cubicBezTo>
                    <a:lnTo>
                      <a:pt x="1548" y="21472"/>
                    </a:lnTo>
                    <a:cubicBezTo>
                      <a:pt x="2629" y="24299"/>
                      <a:pt x="4762" y="26594"/>
                      <a:pt x="7509" y="27805"/>
                    </a:cubicBezTo>
                    <a:cubicBezTo>
                      <a:pt x="9968" y="28920"/>
                      <a:pt x="12700" y="29267"/>
                      <a:pt x="15365" y="29267"/>
                    </a:cubicBezTo>
                    <a:cubicBezTo>
                      <a:pt x="15478" y="29267"/>
                      <a:pt x="15591" y="29267"/>
                      <a:pt x="15703" y="29265"/>
                    </a:cubicBezTo>
                    <a:cubicBezTo>
                      <a:pt x="17699" y="29265"/>
                      <a:pt x="19696" y="28997"/>
                      <a:pt x="21603" y="28521"/>
                    </a:cubicBezTo>
                    <a:cubicBezTo>
                      <a:pt x="22586" y="28252"/>
                      <a:pt x="23361" y="27478"/>
                      <a:pt x="23957" y="26703"/>
                    </a:cubicBezTo>
                    <a:cubicBezTo>
                      <a:pt x="24970" y="25392"/>
                      <a:pt x="25774" y="23932"/>
                      <a:pt x="26340" y="22353"/>
                    </a:cubicBezTo>
                    <a:cubicBezTo>
                      <a:pt x="27920" y="18270"/>
                      <a:pt x="28218" y="13771"/>
                      <a:pt x="27145" y="9510"/>
                    </a:cubicBezTo>
                    <a:cubicBezTo>
                      <a:pt x="26281" y="6143"/>
                      <a:pt x="24463" y="3015"/>
                      <a:pt x="21335" y="1346"/>
                    </a:cubicBezTo>
                    <a:cubicBezTo>
                      <a:pt x="19595" y="409"/>
                      <a:pt x="17647" y="0"/>
                      <a:pt x="15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>
                <a:off x="4434225" y="4314550"/>
                <a:ext cx="592225" cy="558725"/>
              </a:xfrm>
              <a:custGeom>
                <a:avLst/>
                <a:gdLst/>
                <a:ahLst/>
                <a:cxnLst/>
                <a:rect l="l" t="t" r="r" b="b"/>
                <a:pathLst>
                  <a:path w="23689" h="22349" extrusionOk="0">
                    <a:moveTo>
                      <a:pt x="12524" y="547"/>
                    </a:moveTo>
                    <a:cubicBezTo>
                      <a:pt x="12794" y="547"/>
                      <a:pt x="13064" y="585"/>
                      <a:pt x="13320" y="656"/>
                    </a:cubicBezTo>
                    <a:cubicBezTo>
                      <a:pt x="13916" y="864"/>
                      <a:pt x="14512" y="1073"/>
                      <a:pt x="15108" y="1341"/>
                    </a:cubicBezTo>
                    <a:cubicBezTo>
                      <a:pt x="18773" y="2980"/>
                      <a:pt x="22914" y="6019"/>
                      <a:pt x="23093" y="10429"/>
                    </a:cubicBezTo>
                    <a:cubicBezTo>
                      <a:pt x="23122" y="11027"/>
                      <a:pt x="23068" y="11653"/>
                      <a:pt x="22959" y="12253"/>
                    </a:cubicBezTo>
                    <a:lnTo>
                      <a:pt x="22959" y="12253"/>
                    </a:lnTo>
                    <a:cubicBezTo>
                      <a:pt x="22942" y="12268"/>
                      <a:pt x="22927" y="12294"/>
                      <a:pt x="22914" y="12336"/>
                    </a:cubicBezTo>
                    <a:cubicBezTo>
                      <a:pt x="22646" y="13349"/>
                      <a:pt x="22259" y="14302"/>
                      <a:pt x="21782" y="15226"/>
                    </a:cubicBezTo>
                    <a:cubicBezTo>
                      <a:pt x="20888" y="17193"/>
                      <a:pt x="19517" y="18861"/>
                      <a:pt x="17789" y="20172"/>
                    </a:cubicBezTo>
                    <a:cubicBezTo>
                      <a:pt x="16182" y="21320"/>
                      <a:pt x="14240" y="21778"/>
                      <a:pt x="12274" y="21778"/>
                    </a:cubicBezTo>
                    <a:cubicBezTo>
                      <a:pt x="11688" y="21778"/>
                      <a:pt x="11100" y="21737"/>
                      <a:pt x="10519" y="21662"/>
                    </a:cubicBezTo>
                    <a:cubicBezTo>
                      <a:pt x="8016" y="21305"/>
                      <a:pt x="5602" y="20262"/>
                      <a:pt x="3934" y="18385"/>
                    </a:cubicBezTo>
                    <a:cubicBezTo>
                      <a:pt x="1" y="14004"/>
                      <a:pt x="2861" y="7449"/>
                      <a:pt x="6526" y="3874"/>
                    </a:cubicBezTo>
                    <a:cubicBezTo>
                      <a:pt x="7956" y="2503"/>
                      <a:pt x="9714" y="1192"/>
                      <a:pt x="11651" y="685"/>
                    </a:cubicBezTo>
                    <a:cubicBezTo>
                      <a:pt x="11931" y="592"/>
                      <a:pt x="12228" y="547"/>
                      <a:pt x="12524" y="547"/>
                    </a:cubicBezTo>
                    <a:close/>
                    <a:moveTo>
                      <a:pt x="12634" y="0"/>
                    </a:moveTo>
                    <a:cubicBezTo>
                      <a:pt x="11889" y="0"/>
                      <a:pt x="11145" y="179"/>
                      <a:pt x="10459" y="536"/>
                    </a:cubicBezTo>
                    <a:cubicBezTo>
                      <a:pt x="9506" y="954"/>
                      <a:pt x="8612" y="1490"/>
                      <a:pt x="7778" y="2145"/>
                    </a:cubicBezTo>
                    <a:cubicBezTo>
                      <a:pt x="5573" y="3814"/>
                      <a:pt x="3844" y="6019"/>
                      <a:pt x="2772" y="8552"/>
                    </a:cubicBezTo>
                    <a:cubicBezTo>
                      <a:pt x="1699" y="11144"/>
                      <a:pt x="1282" y="14124"/>
                      <a:pt x="2474" y="16776"/>
                    </a:cubicBezTo>
                    <a:cubicBezTo>
                      <a:pt x="3546" y="19070"/>
                      <a:pt x="5662" y="20709"/>
                      <a:pt x="8016" y="21543"/>
                    </a:cubicBezTo>
                    <a:cubicBezTo>
                      <a:pt x="9374" y="22056"/>
                      <a:pt x="10907" y="22349"/>
                      <a:pt x="12430" y="22349"/>
                    </a:cubicBezTo>
                    <a:cubicBezTo>
                      <a:pt x="13648" y="22349"/>
                      <a:pt x="14860" y="22162"/>
                      <a:pt x="15972" y="21752"/>
                    </a:cubicBezTo>
                    <a:cubicBezTo>
                      <a:pt x="19696" y="20381"/>
                      <a:pt x="22080" y="16567"/>
                      <a:pt x="23153" y="12932"/>
                    </a:cubicBezTo>
                    <a:cubicBezTo>
                      <a:pt x="23182" y="12842"/>
                      <a:pt x="23212" y="12753"/>
                      <a:pt x="23212" y="12664"/>
                    </a:cubicBezTo>
                    <a:cubicBezTo>
                      <a:pt x="23689" y="10280"/>
                      <a:pt x="23123" y="7807"/>
                      <a:pt x="21693" y="5840"/>
                    </a:cubicBezTo>
                    <a:cubicBezTo>
                      <a:pt x="20352" y="4082"/>
                      <a:pt x="18624" y="2622"/>
                      <a:pt x="16627" y="1609"/>
                    </a:cubicBezTo>
                    <a:cubicBezTo>
                      <a:pt x="15852" y="1162"/>
                      <a:pt x="15048" y="805"/>
                      <a:pt x="14214" y="477"/>
                    </a:cubicBezTo>
                    <a:cubicBezTo>
                      <a:pt x="13737" y="238"/>
                      <a:pt x="13201" y="89"/>
                      <a:pt x="12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7"/>
              <p:cNvSpPr/>
              <p:nvPr/>
            </p:nvSpPr>
            <p:spPr>
              <a:xfrm>
                <a:off x="4566075" y="4418825"/>
                <a:ext cx="377700" cy="387475"/>
              </a:xfrm>
              <a:custGeom>
                <a:avLst/>
                <a:gdLst/>
                <a:ahLst/>
                <a:cxnLst/>
                <a:rect l="l" t="t" r="r" b="b"/>
                <a:pathLst>
                  <a:path w="15108" h="15499" extrusionOk="0">
                    <a:moveTo>
                      <a:pt x="7661" y="581"/>
                    </a:moveTo>
                    <a:cubicBezTo>
                      <a:pt x="9320" y="581"/>
                      <a:pt x="10910" y="1118"/>
                      <a:pt x="12128" y="2533"/>
                    </a:cubicBezTo>
                    <a:cubicBezTo>
                      <a:pt x="12575" y="3219"/>
                      <a:pt x="12992" y="3934"/>
                      <a:pt x="13290" y="4708"/>
                    </a:cubicBezTo>
                    <a:cubicBezTo>
                      <a:pt x="13945" y="6258"/>
                      <a:pt x="14273" y="8016"/>
                      <a:pt x="13767" y="9655"/>
                    </a:cubicBezTo>
                    <a:cubicBezTo>
                      <a:pt x="12900" y="12505"/>
                      <a:pt x="9807" y="14962"/>
                      <a:pt x="6796" y="14962"/>
                    </a:cubicBezTo>
                    <a:cubicBezTo>
                      <a:pt x="6596" y="14962"/>
                      <a:pt x="6397" y="14951"/>
                      <a:pt x="6198" y="14929"/>
                    </a:cubicBezTo>
                    <a:cubicBezTo>
                      <a:pt x="2414" y="14512"/>
                      <a:pt x="448" y="10251"/>
                      <a:pt x="328" y="6884"/>
                    </a:cubicBezTo>
                    <a:cubicBezTo>
                      <a:pt x="269" y="5662"/>
                      <a:pt x="388" y="4262"/>
                      <a:pt x="984" y="3189"/>
                    </a:cubicBezTo>
                    <a:cubicBezTo>
                      <a:pt x="1371" y="2474"/>
                      <a:pt x="2265" y="2116"/>
                      <a:pt x="2980" y="1759"/>
                    </a:cubicBezTo>
                    <a:cubicBezTo>
                      <a:pt x="4423" y="1073"/>
                      <a:pt x="6073" y="581"/>
                      <a:pt x="7661" y="581"/>
                    </a:cubicBezTo>
                    <a:close/>
                    <a:moveTo>
                      <a:pt x="7748" y="1"/>
                    </a:moveTo>
                    <a:cubicBezTo>
                      <a:pt x="6198" y="30"/>
                      <a:pt x="4708" y="358"/>
                      <a:pt x="3338" y="1014"/>
                    </a:cubicBezTo>
                    <a:cubicBezTo>
                      <a:pt x="2802" y="1222"/>
                      <a:pt x="2295" y="1490"/>
                      <a:pt x="1788" y="1788"/>
                    </a:cubicBezTo>
                    <a:cubicBezTo>
                      <a:pt x="1461" y="1937"/>
                      <a:pt x="1163" y="2176"/>
                      <a:pt x="924" y="2474"/>
                    </a:cubicBezTo>
                    <a:cubicBezTo>
                      <a:pt x="179" y="3457"/>
                      <a:pt x="60" y="4917"/>
                      <a:pt x="30" y="6079"/>
                    </a:cubicBezTo>
                    <a:cubicBezTo>
                      <a:pt x="1" y="7956"/>
                      <a:pt x="418" y="9774"/>
                      <a:pt x="1252" y="11442"/>
                    </a:cubicBezTo>
                    <a:cubicBezTo>
                      <a:pt x="2116" y="13111"/>
                      <a:pt x="3397" y="14631"/>
                      <a:pt x="5215" y="15227"/>
                    </a:cubicBezTo>
                    <a:cubicBezTo>
                      <a:pt x="5779" y="15413"/>
                      <a:pt x="6351" y="15499"/>
                      <a:pt x="6921" y="15499"/>
                    </a:cubicBezTo>
                    <a:cubicBezTo>
                      <a:pt x="9727" y="15499"/>
                      <a:pt x="12464" y="13417"/>
                      <a:pt x="13677" y="10966"/>
                    </a:cubicBezTo>
                    <a:cubicBezTo>
                      <a:pt x="15107" y="8135"/>
                      <a:pt x="14005" y="4531"/>
                      <a:pt x="12218" y="2117"/>
                    </a:cubicBezTo>
                    <a:lnTo>
                      <a:pt x="12218" y="2117"/>
                    </a:lnTo>
                    <a:cubicBezTo>
                      <a:pt x="12218" y="2117"/>
                      <a:pt x="12218" y="2117"/>
                      <a:pt x="12217" y="2116"/>
                    </a:cubicBezTo>
                    <a:lnTo>
                      <a:pt x="12217" y="2116"/>
                    </a:lnTo>
                    <a:cubicBezTo>
                      <a:pt x="12217" y="2116"/>
                      <a:pt x="12217" y="2116"/>
                      <a:pt x="12217" y="2116"/>
                    </a:cubicBezTo>
                    <a:cubicBezTo>
                      <a:pt x="12208" y="2104"/>
                      <a:pt x="12199" y="2094"/>
                      <a:pt x="12191" y="2085"/>
                    </a:cubicBezTo>
                    <a:lnTo>
                      <a:pt x="12191" y="2085"/>
                    </a:lnTo>
                    <a:cubicBezTo>
                      <a:pt x="11060" y="764"/>
                      <a:pt x="9433" y="30"/>
                      <a:pt x="77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0" name="Google Shape;240;p7"/>
            <p:cNvGrpSpPr/>
            <p:nvPr/>
          </p:nvGrpSpPr>
          <p:grpSpPr>
            <a:xfrm>
              <a:off x="4724372" y="4708366"/>
              <a:ext cx="763146" cy="697824"/>
              <a:chOff x="3681125" y="1846650"/>
              <a:chExt cx="515500" cy="471375"/>
            </a:xfrm>
          </p:grpSpPr>
          <p:sp>
            <p:nvSpPr>
              <p:cNvPr id="241" name="Google Shape;241;p7"/>
              <p:cNvSpPr/>
              <p:nvPr/>
            </p:nvSpPr>
            <p:spPr>
              <a:xfrm>
                <a:off x="3681125" y="1846650"/>
                <a:ext cx="515500" cy="471375"/>
              </a:xfrm>
              <a:custGeom>
                <a:avLst/>
                <a:gdLst/>
                <a:ahLst/>
                <a:cxnLst/>
                <a:rect l="l" t="t" r="r" b="b"/>
                <a:pathLst>
                  <a:path w="20620" h="18855" extrusionOk="0">
                    <a:moveTo>
                      <a:pt x="9854" y="228"/>
                    </a:moveTo>
                    <a:cubicBezTo>
                      <a:pt x="11621" y="228"/>
                      <a:pt x="13416" y="541"/>
                      <a:pt x="14988" y="1401"/>
                    </a:cubicBezTo>
                    <a:cubicBezTo>
                      <a:pt x="16984" y="2533"/>
                      <a:pt x="18415" y="4559"/>
                      <a:pt x="19219" y="6674"/>
                    </a:cubicBezTo>
                    <a:cubicBezTo>
                      <a:pt x="20024" y="8611"/>
                      <a:pt x="20173" y="10786"/>
                      <a:pt x="19666" y="12842"/>
                    </a:cubicBezTo>
                    <a:cubicBezTo>
                      <a:pt x="18542" y="17002"/>
                      <a:pt x="14415" y="18633"/>
                      <a:pt x="10396" y="18633"/>
                    </a:cubicBezTo>
                    <a:cubicBezTo>
                      <a:pt x="9089" y="18633"/>
                      <a:pt x="7793" y="18461"/>
                      <a:pt x="6615" y="18146"/>
                    </a:cubicBezTo>
                    <a:cubicBezTo>
                      <a:pt x="5423" y="17818"/>
                      <a:pt x="4261" y="17371"/>
                      <a:pt x="3188" y="16746"/>
                    </a:cubicBezTo>
                    <a:cubicBezTo>
                      <a:pt x="2414" y="16329"/>
                      <a:pt x="1728" y="15733"/>
                      <a:pt x="1222" y="15047"/>
                    </a:cubicBezTo>
                    <a:cubicBezTo>
                      <a:pt x="983" y="14630"/>
                      <a:pt x="834" y="14153"/>
                      <a:pt x="775" y="13647"/>
                    </a:cubicBezTo>
                    <a:cubicBezTo>
                      <a:pt x="656" y="12991"/>
                      <a:pt x="566" y="12306"/>
                      <a:pt x="507" y="11621"/>
                    </a:cubicBezTo>
                    <a:cubicBezTo>
                      <a:pt x="209" y="7986"/>
                      <a:pt x="864" y="3665"/>
                      <a:pt x="4172" y="1520"/>
                    </a:cubicBezTo>
                    <a:cubicBezTo>
                      <a:pt x="4621" y="1239"/>
                      <a:pt x="5096" y="1011"/>
                      <a:pt x="5573" y="812"/>
                    </a:cubicBezTo>
                    <a:lnTo>
                      <a:pt x="5573" y="812"/>
                    </a:lnTo>
                    <a:cubicBezTo>
                      <a:pt x="5582" y="810"/>
                      <a:pt x="5592" y="807"/>
                      <a:pt x="5602" y="805"/>
                    </a:cubicBezTo>
                    <a:cubicBezTo>
                      <a:pt x="6615" y="507"/>
                      <a:pt x="7688" y="328"/>
                      <a:pt x="8731" y="268"/>
                    </a:cubicBezTo>
                    <a:cubicBezTo>
                      <a:pt x="9102" y="242"/>
                      <a:pt x="9478" y="228"/>
                      <a:pt x="9854" y="228"/>
                    </a:cubicBezTo>
                    <a:close/>
                    <a:moveTo>
                      <a:pt x="10006" y="1"/>
                    </a:moveTo>
                    <a:cubicBezTo>
                      <a:pt x="8568" y="1"/>
                      <a:pt x="7129" y="215"/>
                      <a:pt x="5811" y="566"/>
                    </a:cubicBezTo>
                    <a:lnTo>
                      <a:pt x="5615" y="610"/>
                    </a:lnTo>
                    <a:lnTo>
                      <a:pt x="5615" y="610"/>
                    </a:lnTo>
                    <a:cubicBezTo>
                      <a:pt x="5614" y="610"/>
                      <a:pt x="5613" y="610"/>
                      <a:pt x="5613" y="610"/>
                    </a:cubicBezTo>
                    <a:cubicBezTo>
                      <a:pt x="5581" y="610"/>
                      <a:pt x="5546" y="615"/>
                      <a:pt x="5513" y="626"/>
                    </a:cubicBezTo>
                    <a:cubicBezTo>
                      <a:pt x="3546" y="1371"/>
                      <a:pt x="1937" y="2861"/>
                      <a:pt x="1073" y="4797"/>
                    </a:cubicBezTo>
                    <a:cubicBezTo>
                      <a:pt x="328" y="6585"/>
                      <a:pt x="0" y="8522"/>
                      <a:pt x="90" y="10488"/>
                    </a:cubicBezTo>
                    <a:cubicBezTo>
                      <a:pt x="90" y="11859"/>
                      <a:pt x="268" y="13230"/>
                      <a:pt x="596" y="14571"/>
                    </a:cubicBezTo>
                    <a:cubicBezTo>
                      <a:pt x="834" y="15226"/>
                      <a:pt x="1281" y="15822"/>
                      <a:pt x="1848" y="16209"/>
                    </a:cubicBezTo>
                    <a:cubicBezTo>
                      <a:pt x="2771" y="16895"/>
                      <a:pt x="3784" y="17461"/>
                      <a:pt x="4857" y="17848"/>
                    </a:cubicBezTo>
                    <a:cubicBezTo>
                      <a:pt x="6586" y="18515"/>
                      <a:pt x="8402" y="18854"/>
                      <a:pt x="10220" y="18854"/>
                    </a:cubicBezTo>
                    <a:cubicBezTo>
                      <a:pt x="11410" y="18854"/>
                      <a:pt x="12600" y="18709"/>
                      <a:pt x="13766" y="18414"/>
                    </a:cubicBezTo>
                    <a:cubicBezTo>
                      <a:pt x="16120" y="17818"/>
                      <a:pt x="18266" y="16537"/>
                      <a:pt x="19428" y="14392"/>
                    </a:cubicBezTo>
                    <a:cubicBezTo>
                      <a:pt x="20381" y="12455"/>
                      <a:pt x="20619" y="10280"/>
                      <a:pt x="20113" y="8194"/>
                    </a:cubicBezTo>
                    <a:cubicBezTo>
                      <a:pt x="19636" y="5930"/>
                      <a:pt x="18444" y="3874"/>
                      <a:pt x="16746" y="2265"/>
                    </a:cubicBezTo>
                    <a:cubicBezTo>
                      <a:pt x="14921" y="628"/>
                      <a:pt x="12467" y="1"/>
                      <a:pt x="100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7"/>
              <p:cNvSpPr/>
              <p:nvPr/>
            </p:nvSpPr>
            <p:spPr>
              <a:xfrm>
                <a:off x="3748900" y="1895900"/>
                <a:ext cx="391850" cy="374500"/>
              </a:xfrm>
              <a:custGeom>
                <a:avLst/>
                <a:gdLst/>
                <a:ahLst/>
                <a:cxnLst/>
                <a:rect l="l" t="t" r="r" b="b"/>
                <a:pathLst>
                  <a:path w="15674" h="14980" extrusionOk="0">
                    <a:moveTo>
                      <a:pt x="6437" y="198"/>
                    </a:moveTo>
                    <a:cubicBezTo>
                      <a:pt x="8838" y="198"/>
                      <a:pt x="11362" y="1635"/>
                      <a:pt x="12992" y="3304"/>
                    </a:cubicBezTo>
                    <a:cubicBezTo>
                      <a:pt x="13946" y="4287"/>
                      <a:pt x="14869" y="5509"/>
                      <a:pt x="15227" y="6880"/>
                    </a:cubicBezTo>
                    <a:cubicBezTo>
                      <a:pt x="15316" y="7237"/>
                      <a:pt x="15316" y="7625"/>
                      <a:pt x="15227" y="8012"/>
                    </a:cubicBezTo>
                    <a:cubicBezTo>
                      <a:pt x="15078" y="8429"/>
                      <a:pt x="14929" y="8846"/>
                      <a:pt x="14750" y="9234"/>
                    </a:cubicBezTo>
                    <a:cubicBezTo>
                      <a:pt x="13618" y="11796"/>
                      <a:pt x="11502" y="14657"/>
                      <a:pt x="8463" y="14776"/>
                    </a:cubicBezTo>
                    <a:cubicBezTo>
                      <a:pt x="8351" y="14783"/>
                      <a:pt x="8239" y="14787"/>
                      <a:pt x="8128" y="14787"/>
                    </a:cubicBezTo>
                    <a:cubicBezTo>
                      <a:pt x="7813" y="14787"/>
                      <a:pt x="7499" y="14757"/>
                      <a:pt x="7185" y="14699"/>
                    </a:cubicBezTo>
                    <a:lnTo>
                      <a:pt x="7185" y="14699"/>
                    </a:lnTo>
                    <a:cubicBezTo>
                      <a:pt x="7176" y="14694"/>
                      <a:pt x="7165" y="14690"/>
                      <a:pt x="7152" y="14686"/>
                    </a:cubicBezTo>
                    <a:cubicBezTo>
                      <a:pt x="6437" y="14478"/>
                      <a:pt x="5781" y="14210"/>
                      <a:pt x="5156" y="13882"/>
                    </a:cubicBezTo>
                    <a:cubicBezTo>
                      <a:pt x="3785" y="13256"/>
                      <a:pt x="2623" y="12332"/>
                      <a:pt x="1729" y="11141"/>
                    </a:cubicBezTo>
                    <a:cubicBezTo>
                      <a:pt x="686" y="9681"/>
                      <a:pt x="448" y="7833"/>
                      <a:pt x="686" y="6105"/>
                    </a:cubicBezTo>
                    <a:cubicBezTo>
                      <a:pt x="865" y="4347"/>
                      <a:pt x="1669" y="2708"/>
                      <a:pt x="2951" y="1516"/>
                    </a:cubicBezTo>
                    <a:cubicBezTo>
                      <a:pt x="3986" y="582"/>
                      <a:pt x="5195" y="198"/>
                      <a:pt x="6437" y="198"/>
                    </a:cubicBezTo>
                    <a:close/>
                    <a:moveTo>
                      <a:pt x="6457" y="0"/>
                    </a:moveTo>
                    <a:cubicBezTo>
                      <a:pt x="5636" y="0"/>
                      <a:pt x="4821" y="151"/>
                      <a:pt x="4053" y="503"/>
                    </a:cubicBezTo>
                    <a:cubicBezTo>
                      <a:pt x="2474" y="1278"/>
                      <a:pt x="1282" y="2678"/>
                      <a:pt x="716" y="4317"/>
                    </a:cubicBezTo>
                    <a:cubicBezTo>
                      <a:pt x="60" y="6105"/>
                      <a:pt x="1" y="8042"/>
                      <a:pt x="597" y="9859"/>
                    </a:cubicBezTo>
                    <a:cubicBezTo>
                      <a:pt x="1550" y="12422"/>
                      <a:pt x="4172" y="14090"/>
                      <a:pt x="6705" y="14835"/>
                    </a:cubicBezTo>
                    <a:lnTo>
                      <a:pt x="6871" y="14863"/>
                    </a:lnTo>
                    <a:lnTo>
                      <a:pt x="6871" y="14863"/>
                    </a:lnTo>
                    <a:cubicBezTo>
                      <a:pt x="6875" y="14864"/>
                      <a:pt x="6879" y="14864"/>
                      <a:pt x="6884" y="14865"/>
                    </a:cubicBezTo>
                    <a:cubicBezTo>
                      <a:pt x="6884" y="14865"/>
                      <a:pt x="6884" y="14865"/>
                      <a:pt x="6884" y="14865"/>
                    </a:cubicBezTo>
                    <a:lnTo>
                      <a:pt x="6884" y="14865"/>
                    </a:lnTo>
                    <a:cubicBezTo>
                      <a:pt x="6884" y="14865"/>
                      <a:pt x="6884" y="14865"/>
                      <a:pt x="6885" y="14865"/>
                    </a:cubicBezTo>
                    <a:lnTo>
                      <a:pt x="6885" y="14865"/>
                    </a:lnTo>
                    <a:cubicBezTo>
                      <a:pt x="7274" y="14942"/>
                      <a:pt x="7666" y="14979"/>
                      <a:pt x="8054" y="14979"/>
                    </a:cubicBezTo>
                    <a:cubicBezTo>
                      <a:pt x="9328" y="14979"/>
                      <a:pt x="10571" y="14576"/>
                      <a:pt x="11621" y="13822"/>
                    </a:cubicBezTo>
                    <a:cubicBezTo>
                      <a:pt x="12843" y="12869"/>
                      <a:pt x="13856" y="11677"/>
                      <a:pt x="14571" y="10306"/>
                    </a:cubicBezTo>
                    <a:cubicBezTo>
                      <a:pt x="14869" y="9770"/>
                      <a:pt x="15137" y="9204"/>
                      <a:pt x="15346" y="8638"/>
                    </a:cubicBezTo>
                    <a:cubicBezTo>
                      <a:pt x="15525" y="8310"/>
                      <a:pt x="15614" y="7923"/>
                      <a:pt x="15674" y="7535"/>
                    </a:cubicBezTo>
                    <a:cubicBezTo>
                      <a:pt x="15674" y="7029"/>
                      <a:pt x="15555" y="6492"/>
                      <a:pt x="15316" y="6045"/>
                    </a:cubicBezTo>
                    <a:cubicBezTo>
                      <a:pt x="15018" y="5360"/>
                      <a:pt x="14631" y="4734"/>
                      <a:pt x="14184" y="4168"/>
                    </a:cubicBezTo>
                    <a:cubicBezTo>
                      <a:pt x="13022" y="2649"/>
                      <a:pt x="11502" y="1457"/>
                      <a:pt x="9744" y="712"/>
                    </a:cubicBezTo>
                    <a:cubicBezTo>
                      <a:pt x="8712" y="282"/>
                      <a:pt x="7580" y="0"/>
                      <a:pt x="6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3786900" y="1956875"/>
                <a:ext cx="286075" cy="248100"/>
              </a:xfrm>
              <a:custGeom>
                <a:avLst/>
                <a:gdLst/>
                <a:ahLst/>
                <a:cxnLst/>
                <a:rect l="l" t="t" r="r" b="b"/>
                <a:pathLst>
                  <a:path w="11443" h="9924" extrusionOk="0">
                    <a:moveTo>
                      <a:pt x="6972" y="217"/>
                    </a:moveTo>
                    <a:cubicBezTo>
                      <a:pt x="7693" y="217"/>
                      <a:pt x="8417" y="390"/>
                      <a:pt x="9058" y="686"/>
                    </a:cubicBezTo>
                    <a:cubicBezTo>
                      <a:pt x="9565" y="954"/>
                      <a:pt x="9803" y="1580"/>
                      <a:pt x="10072" y="2087"/>
                    </a:cubicBezTo>
                    <a:cubicBezTo>
                      <a:pt x="11055" y="4113"/>
                      <a:pt x="11442" y="6765"/>
                      <a:pt x="9535" y="8404"/>
                    </a:cubicBezTo>
                    <a:cubicBezTo>
                      <a:pt x="9058" y="8731"/>
                      <a:pt x="8552" y="9000"/>
                      <a:pt x="8016" y="9238"/>
                    </a:cubicBezTo>
                    <a:cubicBezTo>
                      <a:pt x="7333" y="9560"/>
                      <a:pt x="6591" y="9713"/>
                      <a:pt x="5849" y="9713"/>
                    </a:cubicBezTo>
                    <a:cubicBezTo>
                      <a:pt x="5425" y="9713"/>
                      <a:pt x="5001" y="9663"/>
                      <a:pt x="4589" y="9566"/>
                    </a:cubicBezTo>
                    <a:cubicBezTo>
                      <a:pt x="2503" y="8910"/>
                      <a:pt x="715" y="6526"/>
                      <a:pt x="954" y="4292"/>
                    </a:cubicBezTo>
                    <a:cubicBezTo>
                      <a:pt x="1252" y="1699"/>
                      <a:pt x="4172" y="329"/>
                      <a:pt x="6526" y="239"/>
                    </a:cubicBezTo>
                    <a:cubicBezTo>
                      <a:pt x="6674" y="224"/>
                      <a:pt x="6823" y="217"/>
                      <a:pt x="6972" y="217"/>
                    </a:cubicBezTo>
                    <a:close/>
                    <a:moveTo>
                      <a:pt x="7062" y="1"/>
                    </a:moveTo>
                    <a:cubicBezTo>
                      <a:pt x="5781" y="1"/>
                      <a:pt x="4500" y="269"/>
                      <a:pt x="3338" y="865"/>
                    </a:cubicBezTo>
                    <a:cubicBezTo>
                      <a:pt x="2205" y="1461"/>
                      <a:pt x="1133" y="2355"/>
                      <a:pt x="745" y="3606"/>
                    </a:cubicBezTo>
                    <a:cubicBezTo>
                      <a:pt x="0" y="5930"/>
                      <a:pt x="1639" y="8463"/>
                      <a:pt x="3695" y="9476"/>
                    </a:cubicBezTo>
                    <a:cubicBezTo>
                      <a:pt x="4309" y="9788"/>
                      <a:pt x="4984" y="9923"/>
                      <a:pt x="5671" y="9923"/>
                    </a:cubicBezTo>
                    <a:cubicBezTo>
                      <a:pt x="7139" y="9923"/>
                      <a:pt x="8669" y="9308"/>
                      <a:pt x="9805" y="8484"/>
                    </a:cubicBezTo>
                    <a:lnTo>
                      <a:pt x="9805" y="8484"/>
                    </a:lnTo>
                    <a:cubicBezTo>
                      <a:pt x="9816" y="8477"/>
                      <a:pt x="9826" y="8471"/>
                      <a:pt x="9833" y="8463"/>
                    </a:cubicBezTo>
                    <a:lnTo>
                      <a:pt x="9833" y="8463"/>
                    </a:lnTo>
                    <a:cubicBezTo>
                      <a:pt x="9833" y="8463"/>
                      <a:pt x="9833" y="8463"/>
                      <a:pt x="9833" y="8463"/>
                    </a:cubicBezTo>
                    <a:cubicBezTo>
                      <a:pt x="9865" y="8447"/>
                      <a:pt x="9879" y="8434"/>
                      <a:pt x="9880" y="8424"/>
                    </a:cubicBezTo>
                    <a:lnTo>
                      <a:pt x="9880" y="8424"/>
                    </a:lnTo>
                    <a:cubicBezTo>
                      <a:pt x="10774" y="7650"/>
                      <a:pt x="11264" y="6536"/>
                      <a:pt x="11293" y="5364"/>
                    </a:cubicBezTo>
                    <a:cubicBezTo>
                      <a:pt x="11263" y="4292"/>
                      <a:pt x="11025" y="3249"/>
                      <a:pt x="10578" y="2295"/>
                    </a:cubicBezTo>
                    <a:cubicBezTo>
                      <a:pt x="10429" y="1938"/>
                      <a:pt x="10250" y="1580"/>
                      <a:pt x="10042" y="1252"/>
                    </a:cubicBezTo>
                    <a:cubicBezTo>
                      <a:pt x="9923" y="1014"/>
                      <a:pt x="9774" y="805"/>
                      <a:pt x="9565" y="627"/>
                    </a:cubicBezTo>
                    <a:cubicBezTo>
                      <a:pt x="8880" y="120"/>
                      <a:pt x="7896" y="31"/>
                      <a:pt x="70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7"/>
            <p:cNvGrpSpPr/>
            <p:nvPr/>
          </p:nvGrpSpPr>
          <p:grpSpPr>
            <a:xfrm>
              <a:off x="-1410462" y="4083077"/>
              <a:ext cx="4341985" cy="2100795"/>
              <a:chOff x="-1318762" y="3750002"/>
              <a:chExt cx="4341985" cy="2100795"/>
            </a:xfrm>
          </p:grpSpPr>
          <p:grpSp>
            <p:nvGrpSpPr>
              <p:cNvPr id="245" name="Google Shape;245;p7"/>
              <p:cNvGrpSpPr/>
              <p:nvPr/>
            </p:nvGrpSpPr>
            <p:grpSpPr>
              <a:xfrm>
                <a:off x="-1318762" y="3750002"/>
                <a:ext cx="4341985" cy="2100795"/>
                <a:chOff x="-1134987" y="4100590"/>
                <a:chExt cx="4341985" cy="2100795"/>
              </a:xfrm>
            </p:grpSpPr>
            <p:sp>
              <p:nvSpPr>
                <p:cNvPr id="246" name="Google Shape;246;p7"/>
                <p:cNvSpPr/>
                <p:nvPr/>
              </p:nvSpPr>
              <p:spPr>
                <a:xfrm>
                  <a:off x="-1134987" y="4100590"/>
                  <a:ext cx="4341985" cy="2043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75" h="50732" extrusionOk="0">
                      <a:moveTo>
                        <a:pt x="19280" y="1"/>
                      </a:moveTo>
                      <a:cubicBezTo>
                        <a:pt x="14384" y="1"/>
                        <a:pt x="9338" y="2218"/>
                        <a:pt x="8075" y="7268"/>
                      </a:cubicBezTo>
                      <a:cubicBezTo>
                        <a:pt x="7241" y="10724"/>
                        <a:pt x="7598" y="14449"/>
                        <a:pt x="6615" y="17905"/>
                      </a:cubicBezTo>
                      <a:cubicBezTo>
                        <a:pt x="5721" y="21034"/>
                        <a:pt x="3755" y="23716"/>
                        <a:pt x="2414" y="26695"/>
                      </a:cubicBezTo>
                      <a:cubicBezTo>
                        <a:pt x="596" y="30777"/>
                        <a:pt x="0" y="35426"/>
                        <a:pt x="1162" y="39716"/>
                      </a:cubicBezTo>
                      <a:cubicBezTo>
                        <a:pt x="2324" y="44007"/>
                        <a:pt x="5364" y="47821"/>
                        <a:pt x="9476" y="49519"/>
                      </a:cubicBezTo>
                      <a:cubicBezTo>
                        <a:pt x="11357" y="50293"/>
                        <a:pt x="13318" y="50601"/>
                        <a:pt x="15314" y="50601"/>
                      </a:cubicBezTo>
                      <a:cubicBezTo>
                        <a:pt x="19547" y="50601"/>
                        <a:pt x="23938" y="49216"/>
                        <a:pt x="28069" y="47940"/>
                      </a:cubicBezTo>
                      <a:cubicBezTo>
                        <a:pt x="34622" y="45928"/>
                        <a:pt x="41399" y="44206"/>
                        <a:pt x="48226" y="44206"/>
                      </a:cubicBezTo>
                      <a:cubicBezTo>
                        <a:pt x="49283" y="44206"/>
                        <a:pt x="50341" y="44247"/>
                        <a:pt x="51399" y="44335"/>
                      </a:cubicBezTo>
                      <a:cubicBezTo>
                        <a:pt x="58282" y="44901"/>
                        <a:pt x="64868" y="47434"/>
                        <a:pt x="71602" y="49132"/>
                      </a:cubicBezTo>
                      <a:cubicBezTo>
                        <a:pt x="75244" y="50055"/>
                        <a:pt x="79063" y="50731"/>
                        <a:pt x="82819" y="50731"/>
                      </a:cubicBezTo>
                      <a:cubicBezTo>
                        <a:pt x="85975" y="50731"/>
                        <a:pt x="89087" y="50254"/>
                        <a:pt x="92012" y="49043"/>
                      </a:cubicBezTo>
                      <a:cubicBezTo>
                        <a:pt x="94426" y="48059"/>
                        <a:pt x="96661" y="46570"/>
                        <a:pt x="98150" y="44424"/>
                      </a:cubicBezTo>
                      <a:cubicBezTo>
                        <a:pt x="107775" y="30581"/>
                        <a:pt x="86591" y="19064"/>
                        <a:pt x="74895" y="19064"/>
                      </a:cubicBezTo>
                      <a:cubicBezTo>
                        <a:pt x="74533" y="19064"/>
                        <a:pt x="74179" y="19075"/>
                        <a:pt x="73836" y="19097"/>
                      </a:cubicBezTo>
                      <a:cubicBezTo>
                        <a:pt x="67567" y="19499"/>
                        <a:pt x="61181" y="22039"/>
                        <a:pt x="55078" y="22039"/>
                      </a:cubicBezTo>
                      <a:cubicBezTo>
                        <a:pt x="53030" y="22039"/>
                        <a:pt x="51014" y="21753"/>
                        <a:pt x="49046" y="21004"/>
                      </a:cubicBezTo>
                      <a:cubicBezTo>
                        <a:pt x="42043" y="18352"/>
                        <a:pt x="38319" y="10933"/>
                        <a:pt x="32836" y="5868"/>
                      </a:cubicBezTo>
                      <a:cubicBezTo>
                        <a:pt x="30959" y="4110"/>
                        <a:pt x="28843" y="2709"/>
                        <a:pt x="26549" y="1636"/>
                      </a:cubicBezTo>
                      <a:cubicBezTo>
                        <a:pt x="24851" y="862"/>
                        <a:pt x="23033" y="355"/>
                        <a:pt x="21215" y="117"/>
                      </a:cubicBezTo>
                      <a:cubicBezTo>
                        <a:pt x="20579" y="40"/>
                        <a:pt x="19931" y="1"/>
                        <a:pt x="1928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" name="Google Shape;247;p7"/>
                <p:cNvSpPr/>
                <p:nvPr/>
              </p:nvSpPr>
              <p:spPr>
                <a:xfrm>
                  <a:off x="-621190" y="4248125"/>
                  <a:ext cx="3797016" cy="1953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48" h="48480" fill="none" extrusionOk="0">
                      <a:moveTo>
                        <a:pt x="15196" y="1252"/>
                      </a:moveTo>
                      <a:cubicBezTo>
                        <a:pt x="20828" y="1"/>
                        <a:pt x="26698" y="1639"/>
                        <a:pt x="30899" y="5573"/>
                      </a:cubicBezTo>
                      <a:cubicBezTo>
                        <a:pt x="36173" y="10638"/>
                        <a:pt x="38051" y="18832"/>
                        <a:pt x="44129" y="22914"/>
                      </a:cubicBezTo>
                      <a:cubicBezTo>
                        <a:pt x="48450" y="25804"/>
                        <a:pt x="54081" y="25953"/>
                        <a:pt x="59206" y="25089"/>
                      </a:cubicBezTo>
                      <a:cubicBezTo>
                        <a:pt x="64331" y="24225"/>
                        <a:pt x="69307" y="22437"/>
                        <a:pt x="74492" y="21812"/>
                      </a:cubicBezTo>
                      <a:cubicBezTo>
                        <a:pt x="79647" y="21156"/>
                        <a:pt x="85308" y="21812"/>
                        <a:pt x="89241" y="25208"/>
                      </a:cubicBezTo>
                      <a:cubicBezTo>
                        <a:pt x="91625" y="27354"/>
                        <a:pt x="93234" y="30244"/>
                        <a:pt x="93830" y="33403"/>
                      </a:cubicBezTo>
                      <a:cubicBezTo>
                        <a:pt x="94187" y="35339"/>
                        <a:pt x="94247" y="37425"/>
                        <a:pt x="93472" y="39243"/>
                      </a:cubicBezTo>
                      <a:cubicBezTo>
                        <a:pt x="92549" y="41418"/>
                        <a:pt x="90642" y="42967"/>
                        <a:pt x="88586" y="44129"/>
                      </a:cubicBezTo>
                      <a:cubicBezTo>
                        <a:pt x="81017" y="48480"/>
                        <a:pt x="71333" y="48420"/>
                        <a:pt x="63318" y="44964"/>
                      </a:cubicBezTo>
                      <a:cubicBezTo>
                        <a:pt x="59623" y="43384"/>
                        <a:pt x="56226" y="41120"/>
                        <a:pt x="52383" y="40017"/>
                      </a:cubicBezTo>
                      <a:cubicBezTo>
                        <a:pt x="39868" y="36412"/>
                        <a:pt x="26668" y="45470"/>
                        <a:pt x="13826" y="43206"/>
                      </a:cubicBezTo>
                      <a:cubicBezTo>
                        <a:pt x="11085" y="42699"/>
                        <a:pt x="8373" y="41656"/>
                        <a:pt x="6377" y="39690"/>
                      </a:cubicBezTo>
                      <a:cubicBezTo>
                        <a:pt x="4202" y="37514"/>
                        <a:pt x="3129" y="34445"/>
                        <a:pt x="2473" y="31406"/>
                      </a:cubicBezTo>
                      <a:cubicBezTo>
                        <a:pt x="0" y="19964"/>
                        <a:pt x="1490" y="4381"/>
                        <a:pt x="15196" y="1252"/>
                      </a:cubicBezTo>
                      <a:close/>
                    </a:path>
                  </a:pathLst>
                </a:custGeom>
                <a:noFill/>
                <a:ln w="9675" cap="flat" cmpd="sng">
                  <a:solidFill>
                    <a:schemeClr val="accent1"/>
                  </a:solidFill>
                  <a:prstDash val="solid"/>
                  <a:miter lim="297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48" name="Google Shape;248;p7"/>
                <p:cNvGrpSpPr/>
                <p:nvPr/>
              </p:nvGrpSpPr>
              <p:grpSpPr>
                <a:xfrm>
                  <a:off x="-130236" y="4918846"/>
                  <a:ext cx="824338" cy="865398"/>
                  <a:chOff x="-177848" y="4713546"/>
                  <a:chExt cx="824338" cy="865398"/>
                </a:xfrm>
              </p:grpSpPr>
              <p:sp>
                <p:nvSpPr>
                  <p:cNvPr id="249" name="Google Shape;249;p7"/>
                  <p:cNvSpPr/>
                  <p:nvPr/>
                </p:nvSpPr>
                <p:spPr>
                  <a:xfrm>
                    <a:off x="482680" y="5374517"/>
                    <a:ext cx="94716" cy="65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1" h="1614" extrusionOk="0">
                        <a:moveTo>
                          <a:pt x="1259" y="0"/>
                        </a:moveTo>
                        <a:cubicBezTo>
                          <a:pt x="928" y="0"/>
                          <a:pt x="550" y="221"/>
                          <a:pt x="233" y="825"/>
                        </a:cubicBezTo>
                        <a:cubicBezTo>
                          <a:pt x="1" y="1270"/>
                          <a:pt x="471" y="1614"/>
                          <a:pt x="1025" y="1614"/>
                        </a:cubicBezTo>
                        <a:cubicBezTo>
                          <a:pt x="1325" y="1614"/>
                          <a:pt x="1650" y="1513"/>
                          <a:pt x="1901" y="1272"/>
                        </a:cubicBezTo>
                        <a:cubicBezTo>
                          <a:pt x="2351" y="803"/>
                          <a:pt x="1890" y="0"/>
                          <a:pt x="125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" name="Google Shape;250;p7"/>
                  <p:cNvSpPr/>
                  <p:nvPr/>
                </p:nvSpPr>
                <p:spPr>
                  <a:xfrm>
                    <a:off x="553184" y="5118404"/>
                    <a:ext cx="93306" cy="876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6" h="2176" extrusionOk="0">
                        <a:moveTo>
                          <a:pt x="1092" y="1"/>
                        </a:moveTo>
                        <a:cubicBezTo>
                          <a:pt x="596" y="1"/>
                          <a:pt x="99" y="387"/>
                          <a:pt x="32" y="1402"/>
                        </a:cubicBezTo>
                        <a:cubicBezTo>
                          <a:pt x="0" y="1860"/>
                          <a:pt x="488" y="2176"/>
                          <a:pt x="1007" y="2176"/>
                        </a:cubicBezTo>
                        <a:cubicBezTo>
                          <a:pt x="1466" y="2176"/>
                          <a:pt x="1950" y="1928"/>
                          <a:pt x="2118" y="1312"/>
                        </a:cubicBezTo>
                        <a:cubicBezTo>
                          <a:pt x="2315" y="588"/>
                          <a:pt x="1704" y="1"/>
                          <a:pt x="109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" name="Google Shape;251;p7"/>
                  <p:cNvSpPr/>
                  <p:nvPr/>
                </p:nvSpPr>
                <p:spPr>
                  <a:xfrm>
                    <a:off x="98288" y="5480556"/>
                    <a:ext cx="149346" cy="98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07" h="2442" extrusionOk="0">
                        <a:moveTo>
                          <a:pt x="1594" y="1"/>
                        </a:moveTo>
                        <a:cubicBezTo>
                          <a:pt x="1549" y="1"/>
                          <a:pt x="1504" y="4"/>
                          <a:pt x="1460" y="11"/>
                        </a:cubicBezTo>
                        <a:cubicBezTo>
                          <a:pt x="477" y="160"/>
                          <a:pt x="0" y="1143"/>
                          <a:pt x="268" y="1709"/>
                        </a:cubicBezTo>
                        <a:cubicBezTo>
                          <a:pt x="521" y="2230"/>
                          <a:pt x="890" y="2441"/>
                          <a:pt x="1336" y="2441"/>
                        </a:cubicBezTo>
                        <a:cubicBezTo>
                          <a:pt x="1733" y="2441"/>
                          <a:pt x="2191" y="2274"/>
                          <a:pt x="2682" y="2007"/>
                        </a:cubicBezTo>
                        <a:cubicBezTo>
                          <a:pt x="3707" y="1466"/>
                          <a:pt x="2556" y="1"/>
                          <a:pt x="159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" name="Google Shape;252;p7"/>
                  <p:cNvSpPr/>
                  <p:nvPr/>
                </p:nvSpPr>
                <p:spPr>
                  <a:xfrm>
                    <a:off x="-177848" y="5341802"/>
                    <a:ext cx="176540" cy="128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2" h="3198" extrusionOk="0">
                        <a:moveTo>
                          <a:pt x="2558" y="0"/>
                        </a:moveTo>
                        <a:cubicBezTo>
                          <a:pt x="1385" y="0"/>
                          <a:pt x="0" y="1673"/>
                          <a:pt x="329" y="2531"/>
                        </a:cubicBezTo>
                        <a:cubicBezTo>
                          <a:pt x="510" y="3028"/>
                          <a:pt x="888" y="3198"/>
                          <a:pt x="1296" y="3198"/>
                        </a:cubicBezTo>
                        <a:cubicBezTo>
                          <a:pt x="1694" y="3198"/>
                          <a:pt x="2120" y="3036"/>
                          <a:pt x="2415" y="2859"/>
                        </a:cubicBezTo>
                        <a:cubicBezTo>
                          <a:pt x="3130" y="2442"/>
                          <a:pt x="4381" y="1012"/>
                          <a:pt x="3159" y="177"/>
                        </a:cubicBezTo>
                        <a:cubicBezTo>
                          <a:pt x="2973" y="55"/>
                          <a:pt x="2769" y="0"/>
                          <a:pt x="255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" name="Google Shape;253;p7"/>
                  <p:cNvSpPr/>
                  <p:nvPr/>
                </p:nvSpPr>
                <p:spPr>
                  <a:xfrm>
                    <a:off x="225519" y="4713546"/>
                    <a:ext cx="173357" cy="114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3" h="2839" extrusionOk="0">
                        <a:moveTo>
                          <a:pt x="1802" y="0"/>
                        </a:moveTo>
                        <a:cubicBezTo>
                          <a:pt x="1757" y="0"/>
                          <a:pt x="1713" y="3"/>
                          <a:pt x="1669" y="9"/>
                        </a:cubicBezTo>
                        <a:cubicBezTo>
                          <a:pt x="537" y="188"/>
                          <a:pt x="1" y="1320"/>
                          <a:pt x="299" y="1975"/>
                        </a:cubicBezTo>
                        <a:cubicBezTo>
                          <a:pt x="598" y="2590"/>
                          <a:pt x="1023" y="2838"/>
                          <a:pt x="1537" y="2838"/>
                        </a:cubicBezTo>
                        <a:cubicBezTo>
                          <a:pt x="1995" y="2838"/>
                          <a:pt x="2524" y="2642"/>
                          <a:pt x="3100" y="2333"/>
                        </a:cubicBezTo>
                        <a:cubicBezTo>
                          <a:pt x="4303" y="1731"/>
                          <a:pt x="2917" y="0"/>
                          <a:pt x="180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" name="Google Shape;254;p7"/>
                  <p:cNvSpPr/>
                  <p:nvPr/>
                </p:nvSpPr>
                <p:spPr>
                  <a:xfrm>
                    <a:off x="-177" y="5076141"/>
                    <a:ext cx="192776" cy="157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5" h="3902" extrusionOk="0">
                        <a:moveTo>
                          <a:pt x="2645" y="1"/>
                        </a:moveTo>
                        <a:cubicBezTo>
                          <a:pt x="1976" y="1"/>
                          <a:pt x="1239" y="345"/>
                          <a:pt x="627" y="1020"/>
                        </a:cubicBezTo>
                        <a:cubicBezTo>
                          <a:pt x="1" y="1706"/>
                          <a:pt x="388" y="3315"/>
                          <a:pt x="1342" y="3821"/>
                        </a:cubicBezTo>
                        <a:cubicBezTo>
                          <a:pt x="1439" y="3876"/>
                          <a:pt x="1553" y="3901"/>
                          <a:pt x="1678" y="3901"/>
                        </a:cubicBezTo>
                        <a:cubicBezTo>
                          <a:pt x="2783" y="3901"/>
                          <a:pt x="4785" y="1939"/>
                          <a:pt x="4143" y="842"/>
                        </a:cubicBezTo>
                        <a:cubicBezTo>
                          <a:pt x="3790" y="278"/>
                          <a:pt x="3245" y="1"/>
                          <a:pt x="2645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" name="Google Shape;255;p7"/>
                  <p:cNvSpPr/>
                  <p:nvPr/>
                </p:nvSpPr>
                <p:spPr>
                  <a:xfrm>
                    <a:off x="396342" y="4984203"/>
                    <a:ext cx="114940" cy="796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3" h="1977" extrusionOk="0">
                        <a:moveTo>
                          <a:pt x="1541" y="1"/>
                        </a:moveTo>
                        <a:cubicBezTo>
                          <a:pt x="1140" y="1"/>
                          <a:pt x="679" y="270"/>
                          <a:pt x="290" y="1008"/>
                        </a:cubicBezTo>
                        <a:cubicBezTo>
                          <a:pt x="0" y="1548"/>
                          <a:pt x="573" y="1976"/>
                          <a:pt x="1239" y="1976"/>
                        </a:cubicBezTo>
                        <a:cubicBezTo>
                          <a:pt x="1602" y="1976"/>
                          <a:pt x="1992" y="1849"/>
                          <a:pt x="2286" y="1544"/>
                        </a:cubicBezTo>
                        <a:cubicBezTo>
                          <a:pt x="2853" y="978"/>
                          <a:pt x="2305" y="1"/>
                          <a:pt x="1541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" name="Google Shape;256;p7"/>
                  <p:cNvSpPr/>
                  <p:nvPr/>
                </p:nvSpPr>
                <p:spPr>
                  <a:xfrm>
                    <a:off x="244656" y="5224563"/>
                    <a:ext cx="93346" cy="877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7" h="2178" extrusionOk="0">
                        <a:moveTo>
                          <a:pt x="1068" y="0"/>
                        </a:moveTo>
                        <a:cubicBezTo>
                          <a:pt x="573" y="0"/>
                          <a:pt x="85" y="383"/>
                          <a:pt x="32" y="1389"/>
                        </a:cubicBezTo>
                        <a:cubicBezTo>
                          <a:pt x="1" y="1863"/>
                          <a:pt x="489" y="2178"/>
                          <a:pt x="1007" y="2178"/>
                        </a:cubicBezTo>
                        <a:cubicBezTo>
                          <a:pt x="1467" y="2178"/>
                          <a:pt x="1950" y="1931"/>
                          <a:pt x="2118" y="1329"/>
                        </a:cubicBezTo>
                        <a:cubicBezTo>
                          <a:pt x="2317" y="600"/>
                          <a:pt x="1687" y="0"/>
                          <a:pt x="106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257" name="Google Shape;257;p7"/>
              <p:cNvGrpSpPr/>
              <p:nvPr/>
            </p:nvGrpSpPr>
            <p:grpSpPr>
              <a:xfrm rot="-5189473">
                <a:off x="1779119" y="4488060"/>
                <a:ext cx="70211" cy="266572"/>
                <a:chOff x="5640409" y="3563458"/>
                <a:chExt cx="70213" cy="266579"/>
              </a:xfrm>
            </p:grpSpPr>
            <p:sp>
              <p:nvSpPr>
                <p:cNvPr id="258" name="Google Shape;258;p7"/>
                <p:cNvSpPr/>
                <p:nvPr/>
              </p:nvSpPr>
              <p:spPr>
                <a:xfrm>
                  <a:off x="5649987" y="3563458"/>
                  <a:ext cx="60635" cy="166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5" h="6480" extrusionOk="0">
                      <a:moveTo>
                        <a:pt x="880" y="0"/>
                      </a:moveTo>
                      <a:cubicBezTo>
                        <a:pt x="827" y="0"/>
                        <a:pt x="773" y="6"/>
                        <a:pt x="716" y="19"/>
                      </a:cubicBezTo>
                      <a:cubicBezTo>
                        <a:pt x="298" y="93"/>
                        <a:pt x="135" y="436"/>
                        <a:pt x="90" y="823"/>
                      </a:cubicBezTo>
                      <a:cubicBezTo>
                        <a:pt x="60" y="1077"/>
                        <a:pt x="60" y="1330"/>
                        <a:pt x="75" y="1583"/>
                      </a:cubicBezTo>
                      <a:cubicBezTo>
                        <a:pt x="135" y="2581"/>
                        <a:pt x="120" y="3564"/>
                        <a:pt x="30" y="4548"/>
                      </a:cubicBezTo>
                      <a:cubicBezTo>
                        <a:pt x="1" y="4905"/>
                        <a:pt x="15" y="5278"/>
                        <a:pt x="60" y="5635"/>
                      </a:cubicBezTo>
                      <a:cubicBezTo>
                        <a:pt x="120" y="6067"/>
                        <a:pt x="343" y="6410"/>
                        <a:pt x="805" y="6470"/>
                      </a:cubicBezTo>
                      <a:cubicBezTo>
                        <a:pt x="850" y="6476"/>
                        <a:pt x="895" y="6479"/>
                        <a:pt x="939" y="6479"/>
                      </a:cubicBezTo>
                      <a:cubicBezTo>
                        <a:pt x="1309" y="6479"/>
                        <a:pt x="1655" y="6262"/>
                        <a:pt x="1788" y="5903"/>
                      </a:cubicBezTo>
                      <a:cubicBezTo>
                        <a:pt x="1937" y="5620"/>
                        <a:pt x="2056" y="5308"/>
                        <a:pt x="2131" y="4995"/>
                      </a:cubicBezTo>
                      <a:cubicBezTo>
                        <a:pt x="2354" y="3654"/>
                        <a:pt x="2265" y="2268"/>
                        <a:pt x="1848" y="972"/>
                      </a:cubicBezTo>
                      <a:cubicBezTo>
                        <a:pt x="1788" y="838"/>
                        <a:pt x="1729" y="689"/>
                        <a:pt x="1669" y="555"/>
                      </a:cubicBezTo>
                      <a:cubicBezTo>
                        <a:pt x="1439" y="223"/>
                        <a:pt x="1198" y="0"/>
                        <a:pt x="88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259;p7"/>
                <p:cNvSpPr/>
                <p:nvPr/>
              </p:nvSpPr>
              <p:spPr>
                <a:xfrm>
                  <a:off x="5640409" y="3770149"/>
                  <a:ext cx="48354" cy="59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8" h="2326" extrusionOk="0">
                      <a:moveTo>
                        <a:pt x="1026" y="0"/>
                      </a:moveTo>
                      <a:cubicBezTo>
                        <a:pt x="855" y="0"/>
                        <a:pt x="683" y="69"/>
                        <a:pt x="551" y="214"/>
                      </a:cubicBezTo>
                      <a:cubicBezTo>
                        <a:pt x="164" y="617"/>
                        <a:pt x="0" y="1168"/>
                        <a:pt x="89" y="1719"/>
                      </a:cubicBezTo>
                      <a:cubicBezTo>
                        <a:pt x="132" y="2084"/>
                        <a:pt x="447" y="2326"/>
                        <a:pt x="781" y="2326"/>
                      </a:cubicBezTo>
                      <a:cubicBezTo>
                        <a:pt x="910" y="2326"/>
                        <a:pt x="1042" y="2290"/>
                        <a:pt x="1162" y="2211"/>
                      </a:cubicBezTo>
                      <a:cubicBezTo>
                        <a:pt x="1639" y="1913"/>
                        <a:pt x="1877" y="795"/>
                        <a:pt x="1579" y="319"/>
                      </a:cubicBezTo>
                      <a:cubicBezTo>
                        <a:pt x="1454" y="111"/>
                        <a:pt x="1242" y="0"/>
                        <a:pt x="1026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60" name="Google Shape;260;p7"/>
            <p:cNvSpPr/>
            <p:nvPr/>
          </p:nvSpPr>
          <p:spPr>
            <a:xfrm rot="10800000" flipH="1">
              <a:off x="187830" y="3746166"/>
              <a:ext cx="113943" cy="94536"/>
            </a:xfrm>
            <a:custGeom>
              <a:avLst/>
              <a:gdLst/>
              <a:ahLst/>
              <a:cxnLst/>
              <a:rect l="l" t="t" r="r" b="b"/>
              <a:pathLst>
                <a:path w="3423" h="2840" extrusionOk="0">
                  <a:moveTo>
                    <a:pt x="1669" y="0"/>
                  </a:moveTo>
                  <a:cubicBezTo>
                    <a:pt x="1587" y="0"/>
                    <a:pt x="1505" y="8"/>
                    <a:pt x="1430" y="22"/>
                  </a:cubicBezTo>
                  <a:cubicBezTo>
                    <a:pt x="954" y="112"/>
                    <a:pt x="566" y="380"/>
                    <a:pt x="328" y="797"/>
                  </a:cubicBezTo>
                  <a:cubicBezTo>
                    <a:pt x="0" y="1482"/>
                    <a:pt x="268" y="2525"/>
                    <a:pt x="1043" y="2764"/>
                  </a:cubicBezTo>
                  <a:cubicBezTo>
                    <a:pt x="1201" y="2815"/>
                    <a:pt x="1386" y="2840"/>
                    <a:pt x="1581" y="2840"/>
                  </a:cubicBezTo>
                  <a:cubicBezTo>
                    <a:pt x="2413" y="2840"/>
                    <a:pt x="3423" y="2381"/>
                    <a:pt x="3278" y="1512"/>
                  </a:cubicBezTo>
                  <a:cubicBezTo>
                    <a:pt x="3218" y="1095"/>
                    <a:pt x="3069" y="738"/>
                    <a:pt x="2801" y="440"/>
                  </a:cubicBezTo>
                  <a:cubicBezTo>
                    <a:pt x="2563" y="201"/>
                    <a:pt x="2235" y="52"/>
                    <a:pt x="1907" y="22"/>
                  </a:cubicBezTo>
                  <a:cubicBezTo>
                    <a:pt x="1833" y="8"/>
                    <a:pt x="1751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7"/>
            <p:cNvSpPr/>
            <p:nvPr/>
          </p:nvSpPr>
          <p:spPr>
            <a:xfrm rot="10800000" flipH="1">
              <a:off x="239728" y="2283015"/>
              <a:ext cx="252885" cy="205750"/>
            </a:xfrm>
            <a:custGeom>
              <a:avLst/>
              <a:gdLst/>
              <a:ahLst/>
              <a:cxnLst/>
              <a:rect l="l" t="t" r="r" b="b"/>
              <a:pathLst>
                <a:path w="7597" h="6181" extrusionOk="0">
                  <a:moveTo>
                    <a:pt x="3559" y="0"/>
                  </a:moveTo>
                  <a:cubicBezTo>
                    <a:pt x="3292" y="0"/>
                    <a:pt x="3026" y="34"/>
                    <a:pt x="2769" y="101"/>
                  </a:cubicBezTo>
                  <a:cubicBezTo>
                    <a:pt x="2442" y="160"/>
                    <a:pt x="2144" y="279"/>
                    <a:pt x="1846" y="428"/>
                  </a:cubicBezTo>
                  <a:cubicBezTo>
                    <a:pt x="952" y="905"/>
                    <a:pt x="326" y="1769"/>
                    <a:pt x="147" y="2782"/>
                  </a:cubicBezTo>
                  <a:cubicBezTo>
                    <a:pt x="1" y="4337"/>
                    <a:pt x="1182" y="6181"/>
                    <a:pt x="2868" y="6181"/>
                  </a:cubicBezTo>
                  <a:cubicBezTo>
                    <a:pt x="2895" y="6181"/>
                    <a:pt x="2921" y="6180"/>
                    <a:pt x="2948" y="6179"/>
                  </a:cubicBezTo>
                  <a:cubicBezTo>
                    <a:pt x="4796" y="6090"/>
                    <a:pt x="7597" y="4153"/>
                    <a:pt x="6524" y="2067"/>
                  </a:cubicBezTo>
                  <a:cubicBezTo>
                    <a:pt x="6166" y="1322"/>
                    <a:pt x="5600" y="697"/>
                    <a:pt x="4885" y="279"/>
                  </a:cubicBezTo>
                  <a:cubicBezTo>
                    <a:pt x="4457" y="93"/>
                    <a:pt x="4005" y="0"/>
                    <a:pt x="35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7"/>
            <p:cNvSpPr/>
            <p:nvPr/>
          </p:nvSpPr>
          <p:spPr>
            <a:xfrm rot="10800000" flipH="1">
              <a:off x="7145028" y="4870685"/>
              <a:ext cx="217168" cy="176324"/>
            </a:xfrm>
            <a:custGeom>
              <a:avLst/>
              <a:gdLst/>
              <a:ahLst/>
              <a:cxnLst/>
              <a:rect l="l" t="t" r="r" b="b"/>
              <a:pathLst>
                <a:path w="6524" h="5297" extrusionOk="0">
                  <a:moveTo>
                    <a:pt x="3019" y="1"/>
                  </a:moveTo>
                  <a:cubicBezTo>
                    <a:pt x="2799" y="1"/>
                    <a:pt x="2575" y="28"/>
                    <a:pt x="2352" y="81"/>
                  </a:cubicBezTo>
                  <a:cubicBezTo>
                    <a:pt x="2084" y="140"/>
                    <a:pt x="1815" y="230"/>
                    <a:pt x="1577" y="349"/>
                  </a:cubicBezTo>
                  <a:cubicBezTo>
                    <a:pt x="802" y="766"/>
                    <a:pt x="296" y="1511"/>
                    <a:pt x="147" y="2375"/>
                  </a:cubicBezTo>
                  <a:cubicBezTo>
                    <a:pt x="0" y="3692"/>
                    <a:pt x="1033" y="5297"/>
                    <a:pt x="2453" y="5297"/>
                  </a:cubicBezTo>
                  <a:cubicBezTo>
                    <a:pt x="2479" y="5297"/>
                    <a:pt x="2505" y="5296"/>
                    <a:pt x="2531" y="5295"/>
                  </a:cubicBezTo>
                  <a:cubicBezTo>
                    <a:pt x="4110" y="5236"/>
                    <a:pt x="6523" y="3567"/>
                    <a:pt x="5600" y="1779"/>
                  </a:cubicBezTo>
                  <a:cubicBezTo>
                    <a:pt x="5302" y="1124"/>
                    <a:pt x="4795" y="617"/>
                    <a:pt x="4169" y="260"/>
                  </a:cubicBezTo>
                  <a:cubicBezTo>
                    <a:pt x="3805" y="87"/>
                    <a:pt x="3417" y="1"/>
                    <a:pt x="30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7"/>
            <p:cNvSpPr/>
            <p:nvPr/>
          </p:nvSpPr>
          <p:spPr>
            <a:xfrm rot="10800000" flipH="1">
              <a:off x="8627667" y="2686516"/>
              <a:ext cx="81355" cy="69471"/>
            </a:xfrm>
            <a:custGeom>
              <a:avLst/>
              <a:gdLst/>
              <a:ahLst/>
              <a:cxnLst/>
              <a:rect l="l" t="t" r="r" b="b"/>
              <a:pathLst>
                <a:path w="2444" h="2087" extrusionOk="0">
                  <a:moveTo>
                    <a:pt x="936" y="0"/>
                  </a:moveTo>
                  <a:cubicBezTo>
                    <a:pt x="562" y="0"/>
                    <a:pt x="220" y="138"/>
                    <a:pt x="120" y="496"/>
                  </a:cubicBezTo>
                  <a:cubicBezTo>
                    <a:pt x="1" y="764"/>
                    <a:pt x="1" y="1062"/>
                    <a:pt x="90" y="1331"/>
                  </a:cubicBezTo>
                  <a:cubicBezTo>
                    <a:pt x="150" y="1569"/>
                    <a:pt x="328" y="1778"/>
                    <a:pt x="537" y="1897"/>
                  </a:cubicBezTo>
                  <a:cubicBezTo>
                    <a:pt x="656" y="1956"/>
                    <a:pt x="746" y="2016"/>
                    <a:pt x="865" y="2046"/>
                  </a:cubicBezTo>
                  <a:cubicBezTo>
                    <a:pt x="966" y="2073"/>
                    <a:pt x="1071" y="2087"/>
                    <a:pt x="1175" y="2087"/>
                  </a:cubicBezTo>
                  <a:cubicBezTo>
                    <a:pt x="1408" y="2087"/>
                    <a:pt x="1642" y="2020"/>
                    <a:pt x="1848" y="1897"/>
                  </a:cubicBezTo>
                  <a:cubicBezTo>
                    <a:pt x="2265" y="1539"/>
                    <a:pt x="2444" y="764"/>
                    <a:pt x="1997" y="377"/>
                  </a:cubicBezTo>
                  <a:cubicBezTo>
                    <a:pt x="1781" y="161"/>
                    <a:pt x="1339" y="0"/>
                    <a:pt x="9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7"/>
          <p:cNvSpPr txBox="1">
            <a:spLocks noGrp="1"/>
          </p:cNvSpPr>
          <p:nvPr>
            <p:ph type="title"/>
          </p:nvPr>
        </p:nvSpPr>
        <p:spPr>
          <a:xfrm>
            <a:off x="714614" y="898925"/>
            <a:ext cx="3400200" cy="22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7"/>
          <p:cNvSpPr txBox="1">
            <a:spLocks noGrp="1"/>
          </p:cNvSpPr>
          <p:nvPr>
            <p:ph type="subTitle" idx="1"/>
          </p:nvPr>
        </p:nvSpPr>
        <p:spPr>
          <a:xfrm>
            <a:off x="714614" y="3264600"/>
            <a:ext cx="3400200" cy="11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7"/>
          <p:cNvSpPr>
            <a:spLocks noGrp="1"/>
          </p:cNvSpPr>
          <p:nvPr>
            <p:ph type="pic" idx="2"/>
          </p:nvPr>
        </p:nvSpPr>
        <p:spPr>
          <a:xfrm>
            <a:off x="4572000" y="741173"/>
            <a:ext cx="3781200" cy="3777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8"/>
          <p:cNvGrpSpPr/>
          <p:nvPr/>
        </p:nvGrpSpPr>
        <p:grpSpPr>
          <a:xfrm>
            <a:off x="-962610" y="-595805"/>
            <a:ext cx="10527862" cy="6542949"/>
            <a:chOff x="-962610" y="-595805"/>
            <a:chExt cx="10527862" cy="6542949"/>
          </a:xfrm>
        </p:grpSpPr>
        <p:grpSp>
          <p:nvGrpSpPr>
            <p:cNvPr id="269" name="Google Shape;269;p8"/>
            <p:cNvGrpSpPr/>
            <p:nvPr/>
          </p:nvGrpSpPr>
          <p:grpSpPr>
            <a:xfrm rot="421830" flipH="1">
              <a:off x="-802104" y="-434622"/>
              <a:ext cx="2805458" cy="2795036"/>
              <a:chOff x="7545828" y="-718153"/>
              <a:chExt cx="2805405" cy="2794983"/>
            </a:xfrm>
          </p:grpSpPr>
          <p:grpSp>
            <p:nvGrpSpPr>
              <p:cNvPr id="270" name="Google Shape;270;p8"/>
              <p:cNvGrpSpPr/>
              <p:nvPr/>
            </p:nvGrpSpPr>
            <p:grpSpPr>
              <a:xfrm>
                <a:off x="7568552" y="-718153"/>
                <a:ext cx="2554222" cy="2762605"/>
                <a:chOff x="7568552" y="-718153"/>
                <a:chExt cx="2554222" cy="2762605"/>
              </a:xfrm>
            </p:grpSpPr>
            <p:sp>
              <p:nvSpPr>
                <p:cNvPr id="271" name="Google Shape;271;p8"/>
                <p:cNvSpPr/>
                <p:nvPr/>
              </p:nvSpPr>
              <p:spPr>
                <a:xfrm rot="-49921">
                  <a:off x="7588213" y="-700037"/>
                  <a:ext cx="2514900" cy="2726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25" h="67670" extrusionOk="0">
                      <a:moveTo>
                        <a:pt x="42599" y="1"/>
                      </a:moveTo>
                      <a:cubicBezTo>
                        <a:pt x="33273" y="1"/>
                        <a:pt x="24436" y="5343"/>
                        <a:pt x="14889" y="5343"/>
                      </a:cubicBezTo>
                      <a:cubicBezTo>
                        <a:pt x="14388" y="5343"/>
                        <a:pt x="13885" y="5329"/>
                        <a:pt x="13379" y="5298"/>
                      </a:cubicBezTo>
                      <a:cubicBezTo>
                        <a:pt x="12134" y="5228"/>
                        <a:pt x="10849" y="5098"/>
                        <a:pt x="9587" y="5098"/>
                      </a:cubicBezTo>
                      <a:cubicBezTo>
                        <a:pt x="8161" y="5098"/>
                        <a:pt x="6763" y="5263"/>
                        <a:pt x="5483" y="5864"/>
                      </a:cubicBezTo>
                      <a:cubicBezTo>
                        <a:pt x="2831" y="7085"/>
                        <a:pt x="1252" y="9946"/>
                        <a:pt x="567" y="12806"/>
                      </a:cubicBezTo>
                      <a:cubicBezTo>
                        <a:pt x="1" y="15279"/>
                        <a:pt x="1" y="17812"/>
                        <a:pt x="537" y="20285"/>
                      </a:cubicBezTo>
                      <a:cubicBezTo>
                        <a:pt x="1461" y="24695"/>
                        <a:pt x="3993" y="28598"/>
                        <a:pt x="7658" y="31221"/>
                      </a:cubicBezTo>
                      <a:cubicBezTo>
                        <a:pt x="13350" y="35184"/>
                        <a:pt x="21603" y="35958"/>
                        <a:pt x="25209" y="41918"/>
                      </a:cubicBezTo>
                      <a:cubicBezTo>
                        <a:pt x="27801" y="46208"/>
                        <a:pt x="26937" y="51721"/>
                        <a:pt x="28337" y="56518"/>
                      </a:cubicBezTo>
                      <a:cubicBezTo>
                        <a:pt x="30524" y="64017"/>
                        <a:pt x="36902" y="67669"/>
                        <a:pt x="43484" y="67669"/>
                      </a:cubicBezTo>
                      <a:cubicBezTo>
                        <a:pt x="49010" y="67669"/>
                        <a:pt x="54680" y="65095"/>
                        <a:pt x="58134" y="60064"/>
                      </a:cubicBezTo>
                      <a:cubicBezTo>
                        <a:pt x="61531" y="55117"/>
                        <a:pt x="62425" y="48622"/>
                        <a:pt x="60875" y="42841"/>
                      </a:cubicBezTo>
                      <a:cubicBezTo>
                        <a:pt x="59713" y="38521"/>
                        <a:pt x="57300" y="34647"/>
                        <a:pt x="56108" y="30356"/>
                      </a:cubicBezTo>
                      <a:cubicBezTo>
                        <a:pt x="55274" y="27436"/>
                        <a:pt x="55005" y="24367"/>
                        <a:pt x="55363" y="21358"/>
                      </a:cubicBezTo>
                      <a:cubicBezTo>
                        <a:pt x="55840" y="16888"/>
                        <a:pt x="57598" y="12270"/>
                        <a:pt x="56197" y="7979"/>
                      </a:cubicBezTo>
                      <a:cubicBezTo>
                        <a:pt x="54767" y="3599"/>
                        <a:pt x="50208" y="828"/>
                        <a:pt x="45649" y="202"/>
                      </a:cubicBezTo>
                      <a:cubicBezTo>
                        <a:pt x="44626" y="63"/>
                        <a:pt x="43609" y="1"/>
                        <a:pt x="4259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72" name="Google Shape;272;p8"/>
                <p:cNvGrpSpPr/>
                <p:nvPr/>
              </p:nvGrpSpPr>
              <p:grpSpPr>
                <a:xfrm rot="8100000">
                  <a:off x="8889962" y="1557871"/>
                  <a:ext cx="70212" cy="266577"/>
                  <a:chOff x="6051275" y="3616391"/>
                  <a:chExt cx="70213" cy="266579"/>
                </a:xfrm>
              </p:grpSpPr>
              <p:sp>
                <p:nvSpPr>
                  <p:cNvPr id="273" name="Google Shape;273;p8"/>
                  <p:cNvSpPr/>
                  <p:nvPr/>
                </p:nvSpPr>
                <p:spPr>
                  <a:xfrm>
                    <a:off x="6060853" y="3616391"/>
                    <a:ext cx="60635" cy="1668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6480" extrusionOk="0">
                        <a:moveTo>
                          <a:pt x="880" y="0"/>
                        </a:moveTo>
                        <a:cubicBezTo>
                          <a:pt x="827" y="0"/>
                          <a:pt x="773" y="6"/>
                          <a:pt x="716" y="19"/>
                        </a:cubicBezTo>
                        <a:cubicBezTo>
                          <a:pt x="298" y="93"/>
                          <a:pt x="135" y="436"/>
                          <a:pt x="90" y="823"/>
                        </a:cubicBezTo>
                        <a:cubicBezTo>
                          <a:pt x="60" y="1077"/>
                          <a:pt x="60" y="1330"/>
                          <a:pt x="75" y="1583"/>
                        </a:cubicBezTo>
                        <a:cubicBezTo>
                          <a:pt x="135" y="2581"/>
                          <a:pt x="120" y="3564"/>
                          <a:pt x="30" y="4548"/>
                        </a:cubicBezTo>
                        <a:cubicBezTo>
                          <a:pt x="1" y="4905"/>
                          <a:pt x="15" y="5278"/>
                          <a:pt x="60" y="5635"/>
                        </a:cubicBezTo>
                        <a:cubicBezTo>
                          <a:pt x="120" y="6067"/>
                          <a:pt x="343" y="6410"/>
                          <a:pt x="805" y="6470"/>
                        </a:cubicBezTo>
                        <a:cubicBezTo>
                          <a:pt x="850" y="6476"/>
                          <a:pt x="895" y="6479"/>
                          <a:pt x="939" y="6479"/>
                        </a:cubicBezTo>
                        <a:cubicBezTo>
                          <a:pt x="1309" y="6479"/>
                          <a:pt x="1655" y="6262"/>
                          <a:pt x="1788" y="5903"/>
                        </a:cubicBezTo>
                        <a:cubicBezTo>
                          <a:pt x="1937" y="5620"/>
                          <a:pt x="2056" y="5308"/>
                          <a:pt x="2131" y="4995"/>
                        </a:cubicBezTo>
                        <a:cubicBezTo>
                          <a:pt x="2354" y="3654"/>
                          <a:pt x="2265" y="2268"/>
                          <a:pt x="1848" y="972"/>
                        </a:cubicBezTo>
                        <a:cubicBezTo>
                          <a:pt x="1788" y="838"/>
                          <a:pt x="1729" y="689"/>
                          <a:pt x="1669" y="555"/>
                        </a:cubicBezTo>
                        <a:cubicBezTo>
                          <a:pt x="1439" y="223"/>
                          <a:pt x="1198" y="0"/>
                          <a:pt x="880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" name="Google Shape;274;p8"/>
                  <p:cNvSpPr/>
                  <p:nvPr/>
                </p:nvSpPr>
                <p:spPr>
                  <a:xfrm>
                    <a:off x="6051275" y="3823082"/>
                    <a:ext cx="48354" cy="598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78" h="2326" extrusionOk="0">
                        <a:moveTo>
                          <a:pt x="1026" y="0"/>
                        </a:moveTo>
                        <a:cubicBezTo>
                          <a:pt x="855" y="0"/>
                          <a:pt x="683" y="69"/>
                          <a:pt x="551" y="214"/>
                        </a:cubicBezTo>
                        <a:cubicBezTo>
                          <a:pt x="164" y="617"/>
                          <a:pt x="0" y="1168"/>
                          <a:pt x="89" y="1719"/>
                        </a:cubicBezTo>
                        <a:cubicBezTo>
                          <a:pt x="132" y="2084"/>
                          <a:pt x="447" y="2326"/>
                          <a:pt x="781" y="2326"/>
                        </a:cubicBezTo>
                        <a:cubicBezTo>
                          <a:pt x="910" y="2326"/>
                          <a:pt x="1042" y="2290"/>
                          <a:pt x="1162" y="2211"/>
                        </a:cubicBezTo>
                        <a:cubicBezTo>
                          <a:pt x="1639" y="1913"/>
                          <a:pt x="1877" y="795"/>
                          <a:pt x="1579" y="319"/>
                        </a:cubicBezTo>
                        <a:cubicBezTo>
                          <a:pt x="1454" y="111"/>
                          <a:pt x="1242" y="0"/>
                          <a:pt x="1026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75" name="Google Shape;275;p8"/>
              <p:cNvSpPr/>
              <p:nvPr/>
            </p:nvSpPr>
            <p:spPr>
              <a:xfrm rot="-549082">
                <a:off x="7717456" y="-459425"/>
                <a:ext cx="2462148" cy="2355450"/>
              </a:xfrm>
              <a:custGeom>
                <a:avLst/>
                <a:gdLst/>
                <a:ahLst/>
                <a:cxnLst/>
                <a:rect l="l" t="t" r="r" b="b"/>
                <a:pathLst>
                  <a:path w="61114" h="58462" fill="none" extrusionOk="0">
                    <a:moveTo>
                      <a:pt x="2920" y="14929"/>
                    </a:moveTo>
                    <a:cubicBezTo>
                      <a:pt x="4231" y="18594"/>
                      <a:pt x="7479" y="21216"/>
                      <a:pt x="10995" y="22825"/>
                    </a:cubicBezTo>
                    <a:cubicBezTo>
                      <a:pt x="13617" y="24047"/>
                      <a:pt x="16478" y="24821"/>
                      <a:pt x="18951" y="26341"/>
                    </a:cubicBezTo>
                    <a:cubicBezTo>
                      <a:pt x="22735" y="28695"/>
                      <a:pt x="25298" y="32598"/>
                      <a:pt x="25953" y="37008"/>
                    </a:cubicBezTo>
                    <a:cubicBezTo>
                      <a:pt x="26340" y="39600"/>
                      <a:pt x="26013" y="42223"/>
                      <a:pt x="26251" y="44815"/>
                    </a:cubicBezTo>
                    <a:cubicBezTo>
                      <a:pt x="26579" y="48778"/>
                      <a:pt x="28277" y="52741"/>
                      <a:pt x="31495" y="55065"/>
                    </a:cubicBezTo>
                    <a:cubicBezTo>
                      <a:pt x="33641" y="56614"/>
                      <a:pt x="36263" y="57359"/>
                      <a:pt x="38885" y="57627"/>
                    </a:cubicBezTo>
                    <a:cubicBezTo>
                      <a:pt x="46185" y="58462"/>
                      <a:pt x="54320" y="55601"/>
                      <a:pt x="57925" y="49195"/>
                    </a:cubicBezTo>
                    <a:cubicBezTo>
                      <a:pt x="61113" y="43474"/>
                      <a:pt x="60160" y="36412"/>
                      <a:pt x="58580" y="30066"/>
                    </a:cubicBezTo>
                    <a:cubicBezTo>
                      <a:pt x="57001" y="23749"/>
                      <a:pt x="54856" y="17253"/>
                      <a:pt x="55899" y="10817"/>
                    </a:cubicBezTo>
                    <a:cubicBezTo>
                      <a:pt x="56286" y="8612"/>
                      <a:pt x="56971" y="6348"/>
                      <a:pt x="56227" y="4232"/>
                    </a:cubicBezTo>
                    <a:cubicBezTo>
                      <a:pt x="55213" y="1342"/>
                      <a:pt x="51757" y="1"/>
                      <a:pt x="48688" y="239"/>
                    </a:cubicBezTo>
                    <a:cubicBezTo>
                      <a:pt x="45619" y="448"/>
                      <a:pt x="42788" y="1818"/>
                      <a:pt x="39838" y="2712"/>
                    </a:cubicBezTo>
                    <a:cubicBezTo>
                      <a:pt x="35488" y="4023"/>
                      <a:pt x="30870" y="4292"/>
                      <a:pt x="26370" y="3517"/>
                    </a:cubicBezTo>
                    <a:cubicBezTo>
                      <a:pt x="22556" y="2861"/>
                      <a:pt x="18862" y="1431"/>
                      <a:pt x="14958" y="1103"/>
                    </a:cubicBezTo>
                    <a:cubicBezTo>
                      <a:pt x="7420" y="537"/>
                      <a:pt x="0" y="6765"/>
                      <a:pt x="2920" y="14929"/>
                    </a:cubicBezTo>
                    <a:close/>
                  </a:path>
                </a:pathLst>
              </a:custGeom>
              <a:noFill/>
              <a:ln w="9675" cap="flat" cmpd="sng">
                <a:solidFill>
                  <a:schemeClr val="accent1"/>
                </a:solidFill>
                <a:prstDash val="solid"/>
                <a:miter lim="297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76" name="Google Shape;276;p8"/>
              <p:cNvGrpSpPr/>
              <p:nvPr/>
            </p:nvGrpSpPr>
            <p:grpSpPr>
              <a:xfrm rot="-3298310">
                <a:off x="8300529" y="-296371"/>
                <a:ext cx="697299" cy="899737"/>
                <a:chOff x="8560167" y="-438018"/>
                <a:chExt cx="697274" cy="899704"/>
              </a:xfrm>
            </p:grpSpPr>
            <p:sp>
              <p:nvSpPr>
                <p:cNvPr id="277" name="Google Shape;277;p8"/>
                <p:cNvSpPr/>
                <p:nvPr/>
              </p:nvSpPr>
              <p:spPr>
                <a:xfrm>
                  <a:off x="8560167" y="365608"/>
                  <a:ext cx="91775" cy="76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" h="1902" extrusionOk="0">
                      <a:moveTo>
                        <a:pt x="958" y="0"/>
                      </a:moveTo>
                      <a:cubicBezTo>
                        <a:pt x="479" y="0"/>
                        <a:pt x="1" y="856"/>
                        <a:pt x="362" y="1556"/>
                      </a:cubicBezTo>
                      <a:cubicBezTo>
                        <a:pt x="486" y="1794"/>
                        <a:pt x="716" y="1901"/>
                        <a:pt x="956" y="1901"/>
                      </a:cubicBezTo>
                      <a:cubicBezTo>
                        <a:pt x="1585" y="1901"/>
                        <a:pt x="2278" y="1169"/>
                        <a:pt x="1286" y="155"/>
                      </a:cubicBezTo>
                      <a:cubicBezTo>
                        <a:pt x="1184" y="47"/>
                        <a:pt x="1071" y="0"/>
                        <a:pt x="9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" name="Google Shape;278;p8"/>
                <p:cNvSpPr/>
                <p:nvPr/>
              </p:nvSpPr>
              <p:spPr>
                <a:xfrm>
                  <a:off x="8797599" y="373249"/>
                  <a:ext cx="134480" cy="88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8" h="2195" extrusionOk="0">
                      <a:moveTo>
                        <a:pt x="1367" y="1"/>
                      </a:moveTo>
                      <a:cubicBezTo>
                        <a:pt x="636" y="1"/>
                        <a:pt x="0" y="1354"/>
                        <a:pt x="1008" y="2035"/>
                      </a:cubicBezTo>
                      <a:cubicBezTo>
                        <a:pt x="1183" y="2145"/>
                        <a:pt x="1368" y="2194"/>
                        <a:pt x="1547" y="2194"/>
                      </a:cubicBezTo>
                      <a:cubicBezTo>
                        <a:pt x="2524" y="2194"/>
                        <a:pt x="3337" y="744"/>
                        <a:pt x="1574" y="38"/>
                      </a:cubicBezTo>
                      <a:cubicBezTo>
                        <a:pt x="1505" y="13"/>
                        <a:pt x="1436" y="1"/>
                        <a:pt x="13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" name="Google Shape;279;p8"/>
                <p:cNvSpPr/>
                <p:nvPr/>
              </p:nvSpPr>
              <p:spPr>
                <a:xfrm>
                  <a:off x="8579844" y="-247445"/>
                  <a:ext cx="102935" cy="110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5" h="2747" extrusionOk="0">
                      <a:moveTo>
                        <a:pt x="1324" y="1"/>
                      </a:moveTo>
                      <a:cubicBezTo>
                        <a:pt x="1290" y="1"/>
                        <a:pt x="1255" y="3"/>
                        <a:pt x="1222" y="8"/>
                      </a:cubicBezTo>
                      <a:cubicBezTo>
                        <a:pt x="149" y="127"/>
                        <a:pt x="0" y="991"/>
                        <a:pt x="179" y="2154"/>
                      </a:cubicBezTo>
                      <a:cubicBezTo>
                        <a:pt x="255" y="2576"/>
                        <a:pt x="551" y="2746"/>
                        <a:pt x="905" y="2746"/>
                      </a:cubicBezTo>
                      <a:cubicBezTo>
                        <a:pt x="1524" y="2746"/>
                        <a:pt x="2319" y="2224"/>
                        <a:pt x="2414" y="1617"/>
                      </a:cubicBezTo>
                      <a:cubicBezTo>
                        <a:pt x="2554" y="690"/>
                        <a:pt x="1899" y="1"/>
                        <a:pt x="132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8"/>
                <p:cNvSpPr/>
                <p:nvPr/>
              </p:nvSpPr>
              <p:spPr>
                <a:xfrm>
                  <a:off x="8748341" y="-438018"/>
                  <a:ext cx="142376" cy="145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4" h="3617" extrusionOk="0">
                      <a:moveTo>
                        <a:pt x="1139" y="0"/>
                      </a:moveTo>
                      <a:cubicBezTo>
                        <a:pt x="1127" y="0"/>
                        <a:pt x="1115" y="1"/>
                        <a:pt x="1103" y="1"/>
                      </a:cubicBezTo>
                      <a:cubicBezTo>
                        <a:pt x="60" y="61"/>
                        <a:pt x="1" y="1193"/>
                        <a:pt x="150" y="1849"/>
                      </a:cubicBezTo>
                      <a:cubicBezTo>
                        <a:pt x="292" y="2467"/>
                        <a:pt x="947" y="3616"/>
                        <a:pt x="1766" y="3616"/>
                      </a:cubicBezTo>
                      <a:cubicBezTo>
                        <a:pt x="1974" y="3616"/>
                        <a:pt x="2191" y="3543"/>
                        <a:pt x="2414" y="3368"/>
                      </a:cubicBezTo>
                      <a:cubicBezTo>
                        <a:pt x="3533" y="2514"/>
                        <a:pt x="2178" y="0"/>
                        <a:pt x="113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8"/>
                <p:cNvSpPr/>
                <p:nvPr/>
              </p:nvSpPr>
              <p:spPr>
                <a:xfrm>
                  <a:off x="9135329" y="42351"/>
                  <a:ext cx="122111" cy="129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1" h="3206" extrusionOk="0">
                      <a:moveTo>
                        <a:pt x="1533" y="0"/>
                      </a:moveTo>
                      <a:cubicBezTo>
                        <a:pt x="1499" y="0"/>
                        <a:pt x="1464" y="3"/>
                        <a:pt x="1431" y="7"/>
                      </a:cubicBezTo>
                      <a:cubicBezTo>
                        <a:pt x="179" y="186"/>
                        <a:pt x="0" y="1169"/>
                        <a:pt x="239" y="2510"/>
                      </a:cubicBezTo>
                      <a:cubicBezTo>
                        <a:pt x="325" y="3006"/>
                        <a:pt x="666" y="3206"/>
                        <a:pt x="1075" y="3206"/>
                      </a:cubicBezTo>
                      <a:cubicBezTo>
                        <a:pt x="1795" y="3206"/>
                        <a:pt x="2728" y="2587"/>
                        <a:pt x="2861" y="1884"/>
                      </a:cubicBezTo>
                      <a:cubicBezTo>
                        <a:pt x="3031" y="808"/>
                        <a:pt x="2204" y="0"/>
                        <a:pt x="153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8"/>
                <p:cNvSpPr/>
                <p:nvPr/>
              </p:nvSpPr>
              <p:spPr>
                <a:xfrm>
                  <a:off x="8884093" y="-147652"/>
                  <a:ext cx="179763" cy="162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2" h="4035" extrusionOk="0">
                      <a:moveTo>
                        <a:pt x="2115" y="0"/>
                      </a:moveTo>
                      <a:cubicBezTo>
                        <a:pt x="1605" y="0"/>
                        <a:pt x="1084" y="161"/>
                        <a:pt x="737" y="495"/>
                      </a:cubicBezTo>
                      <a:cubicBezTo>
                        <a:pt x="1" y="1202"/>
                        <a:pt x="1201" y="4035"/>
                        <a:pt x="2498" y="4035"/>
                      </a:cubicBezTo>
                      <a:cubicBezTo>
                        <a:pt x="2566" y="4035"/>
                        <a:pt x="2635" y="4027"/>
                        <a:pt x="2703" y="4011"/>
                      </a:cubicBezTo>
                      <a:cubicBezTo>
                        <a:pt x="4074" y="3713"/>
                        <a:pt x="4461" y="2163"/>
                        <a:pt x="3597" y="703"/>
                      </a:cubicBezTo>
                      <a:cubicBezTo>
                        <a:pt x="3351" y="243"/>
                        <a:pt x="2741" y="0"/>
                        <a:pt x="211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8"/>
                <p:cNvSpPr/>
                <p:nvPr/>
              </p:nvSpPr>
              <p:spPr>
                <a:xfrm>
                  <a:off x="9015890" y="270493"/>
                  <a:ext cx="112040" cy="93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1" h="2328" extrusionOk="0">
                      <a:moveTo>
                        <a:pt x="1169" y="1"/>
                      </a:moveTo>
                      <a:cubicBezTo>
                        <a:pt x="583" y="1"/>
                        <a:pt x="0" y="1047"/>
                        <a:pt x="435" y="1916"/>
                      </a:cubicBezTo>
                      <a:cubicBezTo>
                        <a:pt x="589" y="2200"/>
                        <a:pt x="868" y="2328"/>
                        <a:pt x="1157" y="2328"/>
                      </a:cubicBezTo>
                      <a:cubicBezTo>
                        <a:pt x="1929" y="2328"/>
                        <a:pt x="2781" y="1423"/>
                        <a:pt x="1567" y="188"/>
                      </a:cubicBezTo>
                      <a:cubicBezTo>
                        <a:pt x="1443" y="58"/>
                        <a:pt x="1306" y="1"/>
                        <a:pt x="116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" name="Google Shape;284;p8"/>
                <p:cNvSpPr/>
                <p:nvPr/>
              </p:nvSpPr>
              <p:spPr>
                <a:xfrm>
                  <a:off x="8668220" y="96499"/>
                  <a:ext cx="134157" cy="87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0" h="2172" extrusionOk="0">
                      <a:moveTo>
                        <a:pt x="1341" y="1"/>
                      </a:moveTo>
                      <a:cubicBezTo>
                        <a:pt x="617" y="1"/>
                        <a:pt x="1" y="1337"/>
                        <a:pt x="1000" y="2012"/>
                      </a:cubicBezTo>
                      <a:cubicBezTo>
                        <a:pt x="1176" y="2123"/>
                        <a:pt x="1360" y="2172"/>
                        <a:pt x="1539" y="2172"/>
                      </a:cubicBezTo>
                      <a:cubicBezTo>
                        <a:pt x="2517" y="2172"/>
                        <a:pt x="3329" y="726"/>
                        <a:pt x="1566" y="46"/>
                      </a:cubicBezTo>
                      <a:cubicBezTo>
                        <a:pt x="1491" y="15"/>
                        <a:pt x="1415" y="1"/>
                        <a:pt x="134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85" name="Google Shape;285;p8"/>
            <p:cNvGrpSpPr/>
            <p:nvPr/>
          </p:nvGrpSpPr>
          <p:grpSpPr>
            <a:xfrm rot="-5400000">
              <a:off x="6343862" y="2725754"/>
              <a:ext cx="4341985" cy="2100795"/>
              <a:chOff x="-1013962" y="3673802"/>
              <a:chExt cx="4341985" cy="2100795"/>
            </a:xfrm>
          </p:grpSpPr>
          <p:grpSp>
            <p:nvGrpSpPr>
              <p:cNvPr id="286" name="Google Shape;286;p8"/>
              <p:cNvGrpSpPr/>
              <p:nvPr/>
            </p:nvGrpSpPr>
            <p:grpSpPr>
              <a:xfrm>
                <a:off x="-1013962" y="3673802"/>
                <a:ext cx="4341985" cy="2100795"/>
                <a:chOff x="-830187" y="4024390"/>
                <a:chExt cx="4341985" cy="2100795"/>
              </a:xfrm>
            </p:grpSpPr>
            <p:sp>
              <p:nvSpPr>
                <p:cNvPr id="287" name="Google Shape;287;p8"/>
                <p:cNvSpPr/>
                <p:nvPr/>
              </p:nvSpPr>
              <p:spPr>
                <a:xfrm>
                  <a:off x="-830187" y="4024390"/>
                  <a:ext cx="4341985" cy="2043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75" h="50732" extrusionOk="0">
                      <a:moveTo>
                        <a:pt x="19280" y="1"/>
                      </a:moveTo>
                      <a:cubicBezTo>
                        <a:pt x="14384" y="1"/>
                        <a:pt x="9338" y="2218"/>
                        <a:pt x="8075" y="7268"/>
                      </a:cubicBezTo>
                      <a:cubicBezTo>
                        <a:pt x="7241" y="10724"/>
                        <a:pt x="7598" y="14449"/>
                        <a:pt x="6615" y="17905"/>
                      </a:cubicBezTo>
                      <a:cubicBezTo>
                        <a:pt x="5721" y="21034"/>
                        <a:pt x="3755" y="23716"/>
                        <a:pt x="2414" y="26695"/>
                      </a:cubicBezTo>
                      <a:cubicBezTo>
                        <a:pt x="596" y="30777"/>
                        <a:pt x="0" y="35426"/>
                        <a:pt x="1162" y="39716"/>
                      </a:cubicBezTo>
                      <a:cubicBezTo>
                        <a:pt x="2324" y="44007"/>
                        <a:pt x="5364" y="47821"/>
                        <a:pt x="9476" y="49519"/>
                      </a:cubicBezTo>
                      <a:cubicBezTo>
                        <a:pt x="11357" y="50293"/>
                        <a:pt x="13318" y="50601"/>
                        <a:pt x="15314" y="50601"/>
                      </a:cubicBezTo>
                      <a:cubicBezTo>
                        <a:pt x="19547" y="50601"/>
                        <a:pt x="23938" y="49216"/>
                        <a:pt x="28069" y="47940"/>
                      </a:cubicBezTo>
                      <a:cubicBezTo>
                        <a:pt x="34622" y="45928"/>
                        <a:pt x="41399" y="44206"/>
                        <a:pt x="48226" y="44206"/>
                      </a:cubicBezTo>
                      <a:cubicBezTo>
                        <a:pt x="49283" y="44206"/>
                        <a:pt x="50341" y="44247"/>
                        <a:pt x="51399" y="44335"/>
                      </a:cubicBezTo>
                      <a:cubicBezTo>
                        <a:pt x="58282" y="44901"/>
                        <a:pt x="64868" y="47434"/>
                        <a:pt x="71602" y="49132"/>
                      </a:cubicBezTo>
                      <a:cubicBezTo>
                        <a:pt x="75244" y="50055"/>
                        <a:pt x="79063" y="50731"/>
                        <a:pt x="82819" y="50731"/>
                      </a:cubicBezTo>
                      <a:cubicBezTo>
                        <a:pt x="85975" y="50731"/>
                        <a:pt x="89087" y="50254"/>
                        <a:pt x="92012" y="49043"/>
                      </a:cubicBezTo>
                      <a:cubicBezTo>
                        <a:pt x="94426" y="48059"/>
                        <a:pt x="96661" y="46570"/>
                        <a:pt x="98150" y="44424"/>
                      </a:cubicBezTo>
                      <a:cubicBezTo>
                        <a:pt x="107775" y="30581"/>
                        <a:pt x="86591" y="19064"/>
                        <a:pt x="74895" y="19064"/>
                      </a:cubicBezTo>
                      <a:cubicBezTo>
                        <a:pt x="74533" y="19064"/>
                        <a:pt x="74179" y="19075"/>
                        <a:pt x="73836" y="19097"/>
                      </a:cubicBezTo>
                      <a:cubicBezTo>
                        <a:pt x="67567" y="19499"/>
                        <a:pt x="61181" y="22039"/>
                        <a:pt x="55078" y="22039"/>
                      </a:cubicBezTo>
                      <a:cubicBezTo>
                        <a:pt x="53030" y="22039"/>
                        <a:pt x="51014" y="21753"/>
                        <a:pt x="49046" y="21004"/>
                      </a:cubicBezTo>
                      <a:cubicBezTo>
                        <a:pt x="42043" y="18352"/>
                        <a:pt x="38319" y="10933"/>
                        <a:pt x="32836" y="5868"/>
                      </a:cubicBezTo>
                      <a:cubicBezTo>
                        <a:pt x="30959" y="4110"/>
                        <a:pt x="28843" y="2709"/>
                        <a:pt x="26549" y="1636"/>
                      </a:cubicBezTo>
                      <a:cubicBezTo>
                        <a:pt x="24851" y="862"/>
                        <a:pt x="23033" y="355"/>
                        <a:pt x="21215" y="117"/>
                      </a:cubicBezTo>
                      <a:cubicBezTo>
                        <a:pt x="20579" y="40"/>
                        <a:pt x="19931" y="1"/>
                        <a:pt x="1928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" name="Google Shape;288;p8"/>
                <p:cNvSpPr/>
                <p:nvPr/>
              </p:nvSpPr>
              <p:spPr>
                <a:xfrm>
                  <a:off x="-316390" y="4171925"/>
                  <a:ext cx="3797016" cy="1953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48" h="48480" fill="none" extrusionOk="0">
                      <a:moveTo>
                        <a:pt x="15196" y="1252"/>
                      </a:moveTo>
                      <a:cubicBezTo>
                        <a:pt x="20828" y="1"/>
                        <a:pt x="26698" y="1639"/>
                        <a:pt x="30899" y="5573"/>
                      </a:cubicBezTo>
                      <a:cubicBezTo>
                        <a:pt x="36173" y="10638"/>
                        <a:pt x="38051" y="18832"/>
                        <a:pt x="44129" y="22914"/>
                      </a:cubicBezTo>
                      <a:cubicBezTo>
                        <a:pt x="48450" y="25804"/>
                        <a:pt x="54081" y="25953"/>
                        <a:pt x="59206" y="25089"/>
                      </a:cubicBezTo>
                      <a:cubicBezTo>
                        <a:pt x="64331" y="24225"/>
                        <a:pt x="69307" y="22437"/>
                        <a:pt x="74492" y="21812"/>
                      </a:cubicBezTo>
                      <a:cubicBezTo>
                        <a:pt x="79647" y="21156"/>
                        <a:pt x="85308" y="21812"/>
                        <a:pt x="89241" y="25208"/>
                      </a:cubicBezTo>
                      <a:cubicBezTo>
                        <a:pt x="91625" y="27354"/>
                        <a:pt x="93234" y="30244"/>
                        <a:pt x="93830" y="33403"/>
                      </a:cubicBezTo>
                      <a:cubicBezTo>
                        <a:pt x="94187" y="35339"/>
                        <a:pt x="94247" y="37425"/>
                        <a:pt x="93472" y="39243"/>
                      </a:cubicBezTo>
                      <a:cubicBezTo>
                        <a:pt x="92549" y="41418"/>
                        <a:pt x="90642" y="42967"/>
                        <a:pt x="88586" y="44129"/>
                      </a:cubicBezTo>
                      <a:cubicBezTo>
                        <a:pt x="81017" y="48480"/>
                        <a:pt x="71333" y="48420"/>
                        <a:pt x="63318" y="44964"/>
                      </a:cubicBezTo>
                      <a:cubicBezTo>
                        <a:pt x="59623" y="43384"/>
                        <a:pt x="56226" y="41120"/>
                        <a:pt x="52383" y="40017"/>
                      </a:cubicBezTo>
                      <a:cubicBezTo>
                        <a:pt x="39868" y="36412"/>
                        <a:pt x="26668" y="45470"/>
                        <a:pt x="13826" y="43206"/>
                      </a:cubicBezTo>
                      <a:cubicBezTo>
                        <a:pt x="11085" y="42699"/>
                        <a:pt x="8373" y="41656"/>
                        <a:pt x="6377" y="39690"/>
                      </a:cubicBezTo>
                      <a:cubicBezTo>
                        <a:pt x="4202" y="37514"/>
                        <a:pt x="3129" y="34445"/>
                        <a:pt x="2473" y="31406"/>
                      </a:cubicBezTo>
                      <a:cubicBezTo>
                        <a:pt x="0" y="19964"/>
                        <a:pt x="1490" y="4381"/>
                        <a:pt x="15196" y="1252"/>
                      </a:cubicBezTo>
                      <a:close/>
                    </a:path>
                  </a:pathLst>
                </a:custGeom>
                <a:noFill/>
                <a:ln w="9675" cap="flat" cmpd="sng">
                  <a:solidFill>
                    <a:schemeClr val="accent1"/>
                  </a:solidFill>
                  <a:prstDash val="solid"/>
                  <a:miter lim="297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89" name="Google Shape;289;p8"/>
                <p:cNvGrpSpPr/>
                <p:nvPr/>
              </p:nvGrpSpPr>
              <p:grpSpPr>
                <a:xfrm>
                  <a:off x="174564" y="4842646"/>
                  <a:ext cx="824338" cy="865398"/>
                  <a:chOff x="126952" y="4637346"/>
                  <a:chExt cx="824338" cy="865398"/>
                </a:xfrm>
              </p:grpSpPr>
              <p:sp>
                <p:nvSpPr>
                  <p:cNvPr id="290" name="Google Shape;290;p8"/>
                  <p:cNvSpPr/>
                  <p:nvPr/>
                </p:nvSpPr>
                <p:spPr>
                  <a:xfrm>
                    <a:off x="787480" y="5298317"/>
                    <a:ext cx="94716" cy="65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1" h="1614" extrusionOk="0">
                        <a:moveTo>
                          <a:pt x="1259" y="0"/>
                        </a:moveTo>
                        <a:cubicBezTo>
                          <a:pt x="928" y="0"/>
                          <a:pt x="550" y="221"/>
                          <a:pt x="233" y="825"/>
                        </a:cubicBezTo>
                        <a:cubicBezTo>
                          <a:pt x="1" y="1270"/>
                          <a:pt x="471" y="1614"/>
                          <a:pt x="1025" y="1614"/>
                        </a:cubicBezTo>
                        <a:cubicBezTo>
                          <a:pt x="1325" y="1614"/>
                          <a:pt x="1650" y="1513"/>
                          <a:pt x="1901" y="1272"/>
                        </a:cubicBezTo>
                        <a:cubicBezTo>
                          <a:pt x="2351" y="803"/>
                          <a:pt x="1890" y="0"/>
                          <a:pt x="125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1" name="Google Shape;291;p8"/>
                  <p:cNvSpPr/>
                  <p:nvPr/>
                </p:nvSpPr>
                <p:spPr>
                  <a:xfrm>
                    <a:off x="857984" y="5042204"/>
                    <a:ext cx="93306" cy="876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6" h="2176" extrusionOk="0">
                        <a:moveTo>
                          <a:pt x="1092" y="1"/>
                        </a:moveTo>
                        <a:cubicBezTo>
                          <a:pt x="596" y="1"/>
                          <a:pt x="99" y="387"/>
                          <a:pt x="32" y="1402"/>
                        </a:cubicBezTo>
                        <a:cubicBezTo>
                          <a:pt x="0" y="1860"/>
                          <a:pt x="488" y="2176"/>
                          <a:pt x="1007" y="2176"/>
                        </a:cubicBezTo>
                        <a:cubicBezTo>
                          <a:pt x="1466" y="2176"/>
                          <a:pt x="1950" y="1928"/>
                          <a:pt x="2118" y="1312"/>
                        </a:cubicBezTo>
                        <a:cubicBezTo>
                          <a:pt x="2315" y="588"/>
                          <a:pt x="1704" y="1"/>
                          <a:pt x="109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2" name="Google Shape;292;p8"/>
                  <p:cNvSpPr/>
                  <p:nvPr/>
                </p:nvSpPr>
                <p:spPr>
                  <a:xfrm>
                    <a:off x="403088" y="5404356"/>
                    <a:ext cx="149346" cy="98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07" h="2442" extrusionOk="0">
                        <a:moveTo>
                          <a:pt x="1594" y="1"/>
                        </a:moveTo>
                        <a:cubicBezTo>
                          <a:pt x="1549" y="1"/>
                          <a:pt x="1504" y="4"/>
                          <a:pt x="1460" y="11"/>
                        </a:cubicBezTo>
                        <a:cubicBezTo>
                          <a:pt x="477" y="160"/>
                          <a:pt x="0" y="1143"/>
                          <a:pt x="268" y="1709"/>
                        </a:cubicBezTo>
                        <a:cubicBezTo>
                          <a:pt x="521" y="2230"/>
                          <a:pt x="890" y="2441"/>
                          <a:pt x="1336" y="2441"/>
                        </a:cubicBezTo>
                        <a:cubicBezTo>
                          <a:pt x="1733" y="2441"/>
                          <a:pt x="2191" y="2274"/>
                          <a:pt x="2682" y="2007"/>
                        </a:cubicBezTo>
                        <a:cubicBezTo>
                          <a:pt x="3707" y="1466"/>
                          <a:pt x="2556" y="1"/>
                          <a:pt x="159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3" name="Google Shape;293;p8"/>
                  <p:cNvSpPr/>
                  <p:nvPr/>
                </p:nvSpPr>
                <p:spPr>
                  <a:xfrm>
                    <a:off x="126952" y="5265602"/>
                    <a:ext cx="176540" cy="128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2" h="3198" extrusionOk="0">
                        <a:moveTo>
                          <a:pt x="2558" y="0"/>
                        </a:moveTo>
                        <a:cubicBezTo>
                          <a:pt x="1385" y="0"/>
                          <a:pt x="0" y="1673"/>
                          <a:pt x="329" y="2531"/>
                        </a:cubicBezTo>
                        <a:cubicBezTo>
                          <a:pt x="510" y="3028"/>
                          <a:pt x="888" y="3198"/>
                          <a:pt x="1296" y="3198"/>
                        </a:cubicBezTo>
                        <a:cubicBezTo>
                          <a:pt x="1694" y="3198"/>
                          <a:pt x="2120" y="3036"/>
                          <a:pt x="2415" y="2859"/>
                        </a:cubicBezTo>
                        <a:cubicBezTo>
                          <a:pt x="3130" y="2442"/>
                          <a:pt x="4381" y="1012"/>
                          <a:pt x="3159" y="177"/>
                        </a:cubicBezTo>
                        <a:cubicBezTo>
                          <a:pt x="2973" y="55"/>
                          <a:pt x="2769" y="0"/>
                          <a:pt x="255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4" name="Google Shape;294;p8"/>
                  <p:cNvSpPr/>
                  <p:nvPr/>
                </p:nvSpPr>
                <p:spPr>
                  <a:xfrm>
                    <a:off x="530319" y="4637346"/>
                    <a:ext cx="173357" cy="114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3" h="2839" extrusionOk="0">
                        <a:moveTo>
                          <a:pt x="1802" y="0"/>
                        </a:moveTo>
                        <a:cubicBezTo>
                          <a:pt x="1757" y="0"/>
                          <a:pt x="1713" y="3"/>
                          <a:pt x="1669" y="9"/>
                        </a:cubicBezTo>
                        <a:cubicBezTo>
                          <a:pt x="537" y="188"/>
                          <a:pt x="1" y="1320"/>
                          <a:pt x="299" y="1975"/>
                        </a:cubicBezTo>
                        <a:cubicBezTo>
                          <a:pt x="598" y="2590"/>
                          <a:pt x="1023" y="2838"/>
                          <a:pt x="1537" y="2838"/>
                        </a:cubicBezTo>
                        <a:cubicBezTo>
                          <a:pt x="1995" y="2838"/>
                          <a:pt x="2524" y="2642"/>
                          <a:pt x="3100" y="2333"/>
                        </a:cubicBezTo>
                        <a:cubicBezTo>
                          <a:pt x="4303" y="1731"/>
                          <a:pt x="2917" y="0"/>
                          <a:pt x="180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5" name="Google Shape;295;p8"/>
                  <p:cNvSpPr/>
                  <p:nvPr/>
                </p:nvSpPr>
                <p:spPr>
                  <a:xfrm>
                    <a:off x="304623" y="4999941"/>
                    <a:ext cx="192776" cy="157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5" h="3902" extrusionOk="0">
                        <a:moveTo>
                          <a:pt x="2645" y="1"/>
                        </a:moveTo>
                        <a:cubicBezTo>
                          <a:pt x="1976" y="1"/>
                          <a:pt x="1239" y="345"/>
                          <a:pt x="627" y="1020"/>
                        </a:cubicBezTo>
                        <a:cubicBezTo>
                          <a:pt x="1" y="1706"/>
                          <a:pt x="388" y="3315"/>
                          <a:pt x="1342" y="3821"/>
                        </a:cubicBezTo>
                        <a:cubicBezTo>
                          <a:pt x="1439" y="3876"/>
                          <a:pt x="1553" y="3901"/>
                          <a:pt x="1678" y="3901"/>
                        </a:cubicBezTo>
                        <a:cubicBezTo>
                          <a:pt x="2783" y="3901"/>
                          <a:pt x="4785" y="1939"/>
                          <a:pt x="4143" y="842"/>
                        </a:cubicBezTo>
                        <a:cubicBezTo>
                          <a:pt x="3790" y="278"/>
                          <a:pt x="3245" y="1"/>
                          <a:pt x="2645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6" name="Google Shape;296;p8"/>
                  <p:cNvSpPr/>
                  <p:nvPr/>
                </p:nvSpPr>
                <p:spPr>
                  <a:xfrm>
                    <a:off x="701142" y="4908003"/>
                    <a:ext cx="114940" cy="796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3" h="1977" extrusionOk="0">
                        <a:moveTo>
                          <a:pt x="1541" y="1"/>
                        </a:moveTo>
                        <a:cubicBezTo>
                          <a:pt x="1140" y="1"/>
                          <a:pt x="679" y="270"/>
                          <a:pt x="290" y="1008"/>
                        </a:cubicBezTo>
                        <a:cubicBezTo>
                          <a:pt x="0" y="1548"/>
                          <a:pt x="573" y="1976"/>
                          <a:pt x="1239" y="1976"/>
                        </a:cubicBezTo>
                        <a:cubicBezTo>
                          <a:pt x="1602" y="1976"/>
                          <a:pt x="1992" y="1849"/>
                          <a:pt x="2286" y="1544"/>
                        </a:cubicBezTo>
                        <a:cubicBezTo>
                          <a:pt x="2853" y="978"/>
                          <a:pt x="2305" y="1"/>
                          <a:pt x="1541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7" name="Google Shape;297;p8"/>
                  <p:cNvSpPr/>
                  <p:nvPr/>
                </p:nvSpPr>
                <p:spPr>
                  <a:xfrm>
                    <a:off x="549456" y="5148363"/>
                    <a:ext cx="93346" cy="877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7" h="2178" extrusionOk="0">
                        <a:moveTo>
                          <a:pt x="1068" y="0"/>
                        </a:moveTo>
                        <a:cubicBezTo>
                          <a:pt x="573" y="0"/>
                          <a:pt x="85" y="383"/>
                          <a:pt x="32" y="1389"/>
                        </a:cubicBezTo>
                        <a:cubicBezTo>
                          <a:pt x="1" y="1863"/>
                          <a:pt x="489" y="2178"/>
                          <a:pt x="1007" y="2178"/>
                        </a:cubicBezTo>
                        <a:cubicBezTo>
                          <a:pt x="1467" y="2178"/>
                          <a:pt x="1950" y="1931"/>
                          <a:pt x="2118" y="1329"/>
                        </a:cubicBezTo>
                        <a:cubicBezTo>
                          <a:pt x="2317" y="600"/>
                          <a:pt x="1687" y="0"/>
                          <a:pt x="106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298" name="Google Shape;298;p8"/>
              <p:cNvGrpSpPr/>
              <p:nvPr/>
            </p:nvGrpSpPr>
            <p:grpSpPr>
              <a:xfrm rot="-5189473">
                <a:off x="2083919" y="4411860"/>
                <a:ext cx="70211" cy="266572"/>
                <a:chOff x="5735123" y="3863031"/>
                <a:chExt cx="70213" cy="266579"/>
              </a:xfrm>
            </p:grpSpPr>
            <p:sp>
              <p:nvSpPr>
                <p:cNvPr id="299" name="Google Shape;299;p8"/>
                <p:cNvSpPr/>
                <p:nvPr/>
              </p:nvSpPr>
              <p:spPr>
                <a:xfrm>
                  <a:off x="5744701" y="3863031"/>
                  <a:ext cx="60635" cy="166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5" h="6480" extrusionOk="0">
                      <a:moveTo>
                        <a:pt x="880" y="0"/>
                      </a:moveTo>
                      <a:cubicBezTo>
                        <a:pt x="827" y="0"/>
                        <a:pt x="773" y="6"/>
                        <a:pt x="716" y="19"/>
                      </a:cubicBezTo>
                      <a:cubicBezTo>
                        <a:pt x="298" y="93"/>
                        <a:pt x="135" y="436"/>
                        <a:pt x="90" y="823"/>
                      </a:cubicBezTo>
                      <a:cubicBezTo>
                        <a:pt x="60" y="1077"/>
                        <a:pt x="60" y="1330"/>
                        <a:pt x="75" y="1583"/>
                      </a:cubicBezTo>
                      <a:cubicBezTo>
                        <a:pt x="135" y="2581"/>
                        <a:pt x="120" y="3564"/>
                        <a:pt x="30" y="4548"/>
                      </a:cubicBezTo>
                      <a:cubicBezTo>
                        <a:pt x="1" y="4905"/>
                        <a:pt x="15" y="5278"/>
                        <a:pt x="60" y="5635"/>
                      </a:cubicBezTo>
                      <a:cubicBezTo>
                        <a:pt x="120" y="6067"/>
                        <a:pt x="343" y="6410"/>
                        <a:pt x="805" y="6470"/>
                      </a:cubicBezTo>
                      <a:cubicBezTo>
                        <a:pt x="850" y="6476"/>
                        <a:pt x="895" y="6479"/>
                        <a:pt x="939" y="6479"/>
                      </a:cubicBezTo>
                      <a:cubicBezTo>
                        <a:pt x="1309" y="6479"/>
                        <a:pt x="1655" y="6262"/>
                        <a:pt x="1788" y="5903"/>
                      </a:cubicBezTo>
                      <a:cubicBezTo>
                        <a:pt x="1937" y="5620"/>
                        <a:pt x="2056" y="5308"/>
                        <a:pt x="2131" y="4995"/>
                      </a:cubicBezTo>
                      <a:cubicBezTo>
                        <a:pt x="2354" y="3654"/>
                        <a:pt x="2265" y="2268"/>
                        <a:pt x="1848" y="972"/>
                      </a:cubicBezTo>
                      <a:cubicBezTo>
                        <a:pt x="1788" y="838"/>
                        <a:pt x="1729" y="689"/>
                        <a:pt x="1669" y="555"/>
                      </a:cubicBezTo>
                      <a:cubicBezTo>
                        <a:pt x="1439" y="223"/>
                        <a:pt x="1198" y="0"/>
                        <a:pt x="88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" name="Google Shape;300;p8"/>
                <p:cNvSpPr/>
                <p:nvPr/>
              </p:nvSpPr>
              <p:spPr>
                <a:xfrm>
                  <a:off x="5735123" y="4069722"/>
                  <a:ext cx="48354" cy="59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8" h="2326" extrusionOk="0">
                      <a:moveTo>
                        <a:pt x="1026" y="0"/>
                      </a:moveTo>
                      <a:cubicBezTo>
                        <a:pt x="855" y="0"/>
                        <a:pt x="683" y="69"/>
                        <a:pt x="551" y="214"/>
                      </a:cubicBezTo>
                      <a:cubicBezTo>
                        <a:pt x="164" y="617"/>
                        <a:pt x="0" y="1168"/>
                        <a:pt x="89" y="1719"/>
                      </a:cubicBezTo>
                      <a:cubicBezTo>
                        <a:pt x="132" y="2084"/>
                        <a:pt x="447" y="2326"/>
                        <a:pt x="781" y="2326"/>
                      </a:cubicBezTo>
                      <a:cubicBezTo>
                        <a:pt x="910" y="2326"/>
                        <a:pt x="1042" y="2290"/>
                        <a:pt x="1162" y="2211"/>
                      </a:cubicBezTo>
                      <a:cubicBezTo>
                        <a:pt x="1639" y="1913"/>
                        <a:pt x="1877" y="795"/>
                        <a:pt x="1579" y="319"/>
                      </a:cubicBezTo>
                      <a:cubicBezTo>
                        <a:pt x="1454" y="111"/>
                        <a:pt x="1242" y="0"/>
                        <a:pt x="1026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01" name="Google Shape;301;p8"/>
            <p:cNvSpPr/>
            <p:nvPr/>
          </p:nvSpPr>
          <p:spPr>
            <a:xfrm rot="9884829" flipH="1">
              <a:off x="30618" y="3652538"/>
              <a:ext cx="1508230" cy="1268252"/>
            </a:xfrm>
            <a:custGeom>
              <a:avLst/>
              <a:gdLst/>
              <a:ahLst/>
              <a:cxnLst/>
              <a:rect l="l" t="t" r="r" b="b"/>
              <a:pathLst>
                <a:path w="45295" h="38088" extrusionOk="0">
                  <a:moveTo>
                    <a:pt x="30867" y="1"/>
                  </a:moveTo>
                  <a:cubicBezTo>
                    <a:pt x="29369" y="1"/>
                    <a:pt x="23435" y="9789"/>
                    <a:pt x="20895" y="14514"/>
                  </a:cubicBezTo>
                  <a:cubicBezTo>
                    <a:pt x="20627" y="14693"/>
                    <a:pt x="20359" y="14901"/>
                    <a:pt x="20090" y="15110"/>
                  </a:cubicBezTo>
                  <a:lnTo>
                    <a:pt x="20031" y="15110"/>
                  </a:lnTo>
                  <a:cubicBezTo>
                    <a:pt x="18362" y="16361"/>
                    <a:pt x="16723" y="17702"/>
                    <a:pt x="15204" y="19133"/>
                  </a:cubicBezTo>
                  <a:cubicBezTo>
                    <a:pt x="14280" y="19967"/>
                    <a:pt x="13416" y="20831"/>
                    <a:pt x="12552" y="21695"/>
                  </a:cubicBezTo>
                  <a:cubicBezTo>
                    <a:pt x="14280" y="19430"/>
                    <a:pt x="16217" y="16361"/>
                    <a:pt x="17051" y="13292"/>
                  </a:cubicBezTo>
                  <a:cubicBezTo>
                    <a:pt x="18574" y="7539"/>
                    <a:pt x="17828" y="5256"/>
                    <a:pt x="16329" y="5256"/>
                  </a:cubicBezTo>
                  <a:cubicBezTo>
                    <a:pt x="16244" y="5256"/>
                    <a:pt x="16157" y="5263"/>
                    <a:pt x="16068" y="5277"/>
                  </a:cubicBezTo>
                  <a:cubicBezTo>
                    <a:pt x="14399" y="5515"/>
                    <a:pt x="10883" y="18566"/>
                    <a:pt x="9542" y="24913"/>
                  </a:cubicBezTo>
                  <a:cubicBezTo>
                    <a:pt x="7486" y="27237"/>
                    <a:pt x="5550" y="29651"/>
                    <a:pt x="3762" y="32154"/>
                  </a:cubicBezTo>
                  <a:cubicBezTo>
                    <a:pt x="5281" y="29263"/>
                    <a:pt x="6980" y="25330"/>
                    <a:pt x="7308" y="21576"/>
                  </a:cubicBezTo>
                  <a:cubicBezTo>
                    <a:pt x="7898" y="15138"/>
                    <a:pt x="6773" y="12636"/>
                    <a:pt x="5239" y="12636"/>
                  </a:cubicBezTo>
                  <a:cubicBezTo>
                    <a:pt x="5069" y="12636"/>
                    <a:pt x="4894" y="12667"/>
                    <a:pt x="4715" y="12726"/>
                  </a:cubicBezTo>
                  <a:cubicBezTo>
                    <a:pt x="2898" y="13322"/>
                    <a:pt x="1467" y="28518"/>
                    <a:pt x="1169" y="35997"/>
                  </a:cubicBezTo>
                  <a:cubicBezTo>
                    <a:pt x="782" y="36534"/>
                    <a:pt x="454" y="37100"/>
                    <a:pt x="127" y="37666"/>
                  </a:cubicBezTo>
                  <a:cubicBezTo>
                    <a:pt x="0" y="37877"/>
                    <a:pt x="187" y="38087"/>
                    <a:pt x="359" y="38087"/>
                  </a:cubicBezTo>
                  <a:cubicBezTo>
                    <a:pt x="431" y="38087"/>
                    <a:pt x="500" y="38051"/>
                    <a:pt x="544" y="37964"/>
                  </a:cubicBezTo>
                  <a:cubicBezTo>
                    <a:pt x="633" y="37815"/>
                    <a:pt x="723" y="37666"/>
                    <a:pt x="812" y="37517"/>
                  </a:cubicBezTo>
                  <a:cubicBezTo>
                    <a:pt x="8112" y="36176"/>
                    <a:pt x="23279" y="32452"/>
                    <a:pt x="23606" y="30604"/>
                  </a:cubicBezTo>
                  <a:cubicBezTo>
                    <a:pt x="23821" y="29393"/>
                    <a:pt x="22819" y="28489"/>
                    <a:pt x="20130" y="28489"/>
                  </a:cubicBezTo>
                  <a:cubicBezTo>
                    <a:pt x="18717" y="28489"/>
                    <a:pt x="16840" y="28738"/>
                    <a:pt x="14429" y="29323"/>
                  </a:cubicBezTo>
                  <a:cubicBezTo>
                    <a:pt x="8768" y="30664"/>
                    <a:pt x="3136" y="35193"/>
                    <a:pt x="1169" y="36921"/>
                  </a:cubicBezTo>
                  <a:cubicBezTo>
                    <a:pt x="2927" y="34090"/>
                    <a:pt x="4894" y="31379"/>
                    <a:pt x="6980" y="28787"/>
                  </a:cubicBezTo>
                  <a:cubicBezTo>
                    <a:pt x="7725" y="27863"/>
                    <a:pt x="8470" y="26969"/>
                    <a:pt x="9215" y="26105"/>
                  </a:cubicBezTo>
                  <a:cubicBezTo>
                    <a:pt x="15859" y="25986"/>
                    <a:pt x="29327" y="25002"/>
                    <a:pt x="29864" y="23453"/>
                  </a:cubicBezTo>
                  <a:cubicBezTo>
                    <a:pt x="30333" y="22124"/>
                    <a:pt x="28888" y="20933"/>
                    <a:pt x="24277" y="20933"/>
                  </a:cubicBezTo>
                  <a:cubicBezTo>
                    <a:pt x="23614" y="20933"/>
                    <a:pt x="22885" y="20957"/>
                    <a:pt x="22087" y="21010"/>
                  </a:cubicBezTo>
                  <a:cubicBezTo>
                    <a:pt x="17260" y="21337"/>
                    <a:pt x="12045" y="24109"/>
                    <a:pt x="9811" y="25420"/>
                  </a:cubicBezTo>
                  <a:cubicBezTo>
                    <a:pt x="13029" y="21665"/>
                    <a:pt x="16664" y="18268"/>
                    <a:pt x="20686" y="15319"/>
                  </a:cubicBezTo>
                  <a:cubicBezTo>
                    <a:pt x="25204" y="16460"/>
                    <a:pt x="33304" y="18136"/>
                    <a:pt x="36565" y="18136"/>
                  </a:cubicBezTo>
                  <a:cubicBezTo>
                    <a:pt x="37305" y="18136"/>
                    <a:pt x="37795" y="18050"/>
                    <a:pt x="37939" y="17851"/>
                  </a:cubicBezTo>
                  <a:cubicBezTo>
                    <a:pt x="38773" y="16689"/>
                    <a:pt x="37432" y="15199"/>
                    <a:pt x="32158" y="14067"/>
                  </a:cubicBezTo>
                  <a:cubicBezTo>
                    <a:pt x="31092" y="13847"/>
                    <a:pt x="29960" y="13759"/>
                    <a:pt x="28834" y="13759"/>
                  </a:cubicBezTo>
                  <a:cubicBezTo>
                    <a:pt x="25994" y="13759"/>
                    <a:pt x="23185" y="14317"/>
                    <a:pt x="21521" y="14723"/>
                  </a:cubicBezTo>
                  <a:cubicBezTo>
                    <a:pt x="22266" y="14216"/>
                    <a:pt x="23010" y="13710"/>
                    <a:pt x="23755" y="13263"/>
                  </a:cubicBezTo>
                  <a:cubicBezTo>
                    <a:pt x="25811" y="11981"/>
                    <a:pt x="27986" y="10938"/>
                    <a:pt x="30251" y="10104"/>
                  </a:cubicBezTo>
                  <a:cubicBezTo>
                    <a:pt x="35823" y="9508"/>
                    <a:pt x="44702" y="8138"/>
                    <a:pt x="45000" y="7005"/>
                  </a:cubicBezTo>
                  <a:cubicBezTo>
                    <a:pt x="45295" y="6009"/>
                    <a:pt x="44385" y="5237"/>
                    <a:pt x="41735" y="5237"/>
                  </a:cubicBezTo>
                  <a:cubicBezTo>
                    <a:pt x="40898" y="5237"/>
                    <a:pt x="39886" y="5314"/>
                    <a:pt x="38683" y="5486"/>
                  </a:cubicBezTo>
                  <a:cubicBezTo>
                    <a:pt x="33648" y="6171"/>
                    <a:pt x="28314" y="10283"/>
                    <a:pt x="28314" y="10283"/>
                  </a:cubicBezTo>
                  <a:lnTo>
                    <a:pt x="28344" y="10283"/>
                  </a:lnTo>
                  <a:cubicBezTo>
                    <a:pt x="27063" y="10849"/>
                    <a:pt x="25811" y="11445"/>
                    <a:pt x="24619" y="12130"/>
                  </a:cubicBezTo>
                  <a:cubicBezTo>
                    <a:pt x="26437" y="10730"/>
                    <a:pt x="28523" y="8823"/>
                    <a:pt x="29834" y="6707"/>
                  </a:cubicBezTo>
                  <a:cubicBezTo>
                    <a:pt x="32545" y="2178"/>
                    <a:pt x="32337" y="182"/>
                    <a:pt x="30907" y="3"/>
                  </a:cubicBezTo>
                  <a:cubicBezTo>
                    <a:pt x="30894" y="2"/>
                    <a:pt x="30881" y="1"/>
                    <a:pt x="30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8"/>
            <p:cNvSpPr/>
            <p:nvPr/>
          </p:nvSpPr>
          <p:spPr>
            <a:xfrm rot="10800000">
              <a:off x="7058263" y="-96623"/>
              <a:ext cx="1508210" cy="1268235"/>
            </a:xfrm>
            <a:custGeom>
              <a:avLst/>
              <a:gdLst/>
              <a:ahLst/>
              <a:cxnLst/>
              <a:rect l="l" t="t" r="r" b="b"/>
              <a:pathLst>
                <a:path w="45295" h="38088" extrusionOk="0">
                  <a:moveTo>
                    <a:pt x="30867" y="1"/>
                  </a:moveTo>
                  <a:cubicBezTo>
                    <a:pt x="29369" y="1"/>
                    <a:pt x="23435" y="9789"/>
                    <a:pt x="20895" y="14514"/>
                  </a:cubicBezTo>
                  <a:cubicBezTo>
                    <a:pt x="20627" y="14693"/>
                    <a:pt x="20359" y="14901"/>
                    <a:pt x="20090" y="15110"/>
                  </a:cubicBezTo>
                  <a:lnTo>
                    <a:pt x="20031" y="15110"/>
                  </a:lnTo>
                  <a:cubicBezTo>
                    <a:pt x="18362" y="16361"/>
                    <a:pt x="16723" y="17702"/>
                    <a:pt x="15204" y="19133"/>
                  </a:cubicBezTo>
                  <a:cubicBezTo>
                    <a:pt x="14280" y="19967"/>
                    <a:pt x="13416" y="20831"/>
                    <a:pt x="12552" y="21695"/>
                  </a:cubicBezTo>
                  <a:cubicBezTo>
                    <a:pt x="14280" y="19430"/>
                    <a:pt x="16217" y="16361"/>
                    <a:pt x="17051" y="13292"/>
                  </a:cubicBezTo>
                  <a:cubicBezTo>
                    <a:pt x="18574" y="7539"/>
                    <a:pt x="17828" y="5256"/>
                    <a:pt x="16329" y="5256"/>
                  </a:cubicBezTo>
                  <a:cubicBezTo>
                    <a:pt x="16244" y="5256"/>
                    <a:pt x="16157" y="5263"/>
                    <a:pt x="16068" y="5277"/>
                  </a:cubicBezTo>
                  <a:cubicBezTo>
                    <a:pt x="14399" y="5515"/>
                    <a:pt x="10883" y="18566"/>
                    <a:pt x="9542" y="24913"/>
                  </a:cubicBezTo>
                  <a:cubicBezTo>
                    <a:pt x="7486" y="27237"/>
                    <a:pt x="5550" y="29651"/>
                    <a:pt x="3762" y="32154"/>
                  </a:cubicBezTo>
                  <a:cubicBezTo>
                    <a:pt x="5281" y="29263"/>
                    <a:pt x="6980" y="25330"/>
                    <a:pt x="7308" y="21576"/>
                  </a:cubicBezTo>
                  <a:cubicBezTo>
                    <a:pt x="7898" y="15138"/>
                    <a:pt x="6773" y="12636"/>
                    <a:pt x="5239" y="12636"/>
                  </a:cubicBezTo>
                  <a:cubicBezTo>
                    <a:pt x="5069" y="12636"/>
                    <a:pt x="4894" y="12667"/>
                    <a:pt x="4715" y="12726"/>
                  </a:cubicBezTo>
                  <a:cubicBezTo>
                    <a:pt x="2898" y="13322"/>
                    <a:pt x="1467" y="28518"/>
                    <a:pt x="1169" y="35997"/>
                  </a:cubicBezTo>
                  <a:cubicBezTo>
                    <a:pt x="782" y="36534"/>
                    <a:pt x="454" y="37100"/>
                    <a:pt x="127" y="37666"/>
                  </a:cubicBezTo>
                  <a:cubicBezTo>
                    <a:pt x="0" y="37877"/>
                    <a:pt x="187" y="38087"/>
                    <a:pt x="359" y="38087"/>
                  </a:cubicBezTo>
                  <a:cubicBezTo>
                    <a:pt x="431" y="38087"/>
                    <a:pt x="500" y="38051"/>
                    <a:pt x="544" y="37964"/>
                  </a:cubicBezTo>
                  <a:cubicBezTo>
                    <a:pt x="633" y="37815"/>
                    <a:pt x="723" y="37666"/>
                    <a:pt x="812" y="37517"/>
                  </a:cubicBezTo>
                  <a:cubicBezTo>
                    <a:pt x="8112" y="36176"/>
                    <a:pt x="23279" y="32452"/>
                    <a:pt x="23606" y="30604"/>
                  </a:cubicBezTo>
                  <a:cubicBezTo>
                    <a:pt x="23821" y="29393"/>
                    <a:pt x="22819" y="28489"/>
                    <a:pt x="20130" y="28489"/>
                  </a:cubicBezTo>
                  <a:cubicBezTo>
                    <a:pt x="18717" y="28489"/>
                    <a:pt x="16840" y="28738"/>
                    <a:pt x="14429" y="29323"/>
                  </a:cubicBezTo>
                  <a:cubicBezTo>
                    <a:pt x="8768" y="30664"/>
                    <a:pt x="3136" y="35193"/>
                    <a:pt x="1169" y="36921"/>
                  </a:cubicBezTo>
                  <a:cubicBezTo>
                    <a:pt x="2927" y="34090"/>
                    <a:pt x="4894" y="31379"/>
                    <a:pt x="6980" y="28787"/>
                  </a:cubicBezTo>
                  <a:cubicBezTo>
                    <a:pt x="7725" y="27863"/>
                    <a:pt x="8470" y="26969"/>
                    <a:pt x="9215" y="26105"/>
                  </a:cubicBezTo>
                  <a:cubicBezTo>
                    <a:pt x="15859" y="25986"/>
                    <a:pt x="29327" y="25002"/>
                    <a:pt x="29864" y="23453"/>
                  </a:cubicBezTo>
                  <a:cubicBezTo>
                    <a:pt x="30333" y="22124"/>
                    <a:pt x="28888" y="20933"/>
                    <a:pt x="24277" y="20933"/>
                  </a:cubicBezTo>
                  <a:cubicBezTo>
                    <a:pt x="23614" y="20933"/>
                    <a:pt x="22885" y="20957"/>
                    <a:pt x="22087" y="21010"/>
                  </a:cubicBezTo>
                  <a:cubicBezTo>
                    <a:pt x="17260" y="21337"/>
                    <a:pt x="12045" y="24109"/>
                    <a:pt x="9811" y="25420"/>
                  </a:cubicBezTo>
                  <a:cubicBezTo>
                    <a:pt x="13029" y="21665"/>
                    <a:pt x="16664" y="18268"/>
                    <a:pt x="20686" y="15319"/>
                  </a:cubicBezTo>
                  <a:cubicBezTo>
                    <a:pt x="25204" y="16460"/>
                    <a:pt x="33304" y="18136"/>
                    <a:pt x="36565" y="18136"/>
                  </a:cubicBezTo>
                  <a:cubicBezTo>
                    <a:pt x="37305" y="18136"/>
                    <a:pt x="37795" y="18050"/>
                    <a:pt x="37939" y="17851"/>
                  </a:cubicBezTo>
                  <a:cubicBezTo>
                    <a:pt x="38773" y="16689"/>
                    <a:pt x="37432" y="15199"/>
                    <a:pt x="32158" y="14067"/>
                  </a:cubicBezTo>
                  <a:cubicBezTo>
                    <a:pt x="31092" y="13847"/>
                    <a:pt x="29960" y="13759"/>
                    <a:pt x="28834" y="13759"/>
                  </a:cubicBezTo>
                  <a:cubicBezTo>
                    <a:pt x="25994" y="13759"/>
                    <a:pt x="23185" y="14317"/>
                    <a:pt x="21521" y="14723"/>
                  </a:cubicBezTo>
                  <a:cubicBezTo>
                    <a:pt x="22266" y="14216"/>
                    <a:pt x="23010" y="13710"/>
                    <a:pt x="23755" y="13263"/>
                  </a:cubicBezTo>
                  <a:cubicBezTo>
                    <a:pt x="25811" y="11981"/>
                    <a:pt x="27986" y="10938"/>
                    <a:pt x="30251" y="10104"/>
                  </a:cubicBezTo>
                  <a:cubicBezTo>
                    <a:pt x="35823" y="9508"/>
                    <a:pt x="44702" y="8138"/>
                    <a:pt x="45000" y="7005"/>
                  </a:cubicBezTo>
                  <a:cubicBezTo>
                    <a:pt x="45295" y="6009"/>
                    <a:pt x="44385" y="5237"/>
                    <a:pt x="41735" y="5237"/>
                  </a:cubicBezTo>
                  <a:cubicBezTo>
                    <a:pt x="40898" y="5237"/>
                    <a:pt x="39886" y="5314"/>
                    <a:pt x="38683" y="5486"/>
                  </a:cubicBezTo>
                  <a:cubicBezTo>
                    <a:pt x="33648" y="6171"/>
                    <a:pt x="28314" y="10283"/>
                    <a:pt x="28314" y="10283"/>
                  </a:cubicBezTo>
                  <a:lnTo>
                    <a:pt x="28344" y="10283"/>
                  </a:lnTo>
                  <a:cubicBezTo>
                    <a:pt x="27063" y="10849"/>
                    <a:pt x="25811" y="11445"/>
                    <a:pt x="24619" y="12130"/>
                  </a:cubicBezTo>
                  <a:cubicBezTo>
                    <a:pt x="26437" y="10730"/>
                    <a:pt x="28523" y="8823"/>
                    <a:pt x="29834" y="6707"/>
                  </a:cubicBezTo>
                  <a:cubicBezTo>
                    <a:pt x="32545" y="2178"/>
                    <a:pt x="32337" y="182"/>
                    <a:pt x="30907" y="3"/>
                  </a:cubicBezTo>
                  <a:cubicBezTo>
                    <a:pt x="30894" y="2"/>
                    <a:pt x="30881" y="1"/>
                    <a:pt x="30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3" name="Google Shape;303;p8"/>
            <p:cNvGrpSpPr/>
            <p:nvPr/>
          </p:nvGrpSpPr>
          <p:grpSpPr>
            <a:xfrm rot="2996445">
              <a:off x="6566121" y="3991709"/>
              <a:ext cx="740371" cy="757532"/>
              <a:chOff x="4391775" y="4244400"/>
              <a:chExt cx="715125" cy="731700"/>
            </a:xfrm>
          </p:grpSpPr>
          <p:sp>
            <p:nvSpPr>
              <p:cNvPr id="304" name="Google Shape;304;p8"/>
              <p:cNvSpPr/>
              <p:nvPr/>
            </p:nvSpPr>
            <p:spPr>
              <a:xfrm>
                <a:off x="4391775" y="4244400"/>
                <a:ext cx="715125" cy="731700"/>
              </a:xfrm>
              <a:custGeom>
                <a:avLst/>
                <a:gdLst/>
                <a:ahLst/>
                <a:cxnLst/>
                <a:rect l="l" t="t" r="r" b="b"/>
                <a:pathLst>
                  <a:path w="28605" h="29268" extrusionOk="0">
                    <a:moveTo>
                      <a:pt x="15770" y="550"/>
                    </a:moveTo>
                    <a:cubicBezTo>
                      <a:pt x="16901" y="550"/>
                      <a:pt x="18030" y="688"/>
                      <a:pt x="19130" y="988"/>
                    </a:cubicBezTo>
                    <a:cubicBezTo>
                      <a:pt x="27056" y="3134"/>
                      <a:pt x="28605" y="12907"/>
                      <a:pt x="26758" y="19820"/>
                    </a:cubicBezTo>
                    <a:cubicBezTo>
                      <a:pt x="26311" y="21548"/>
                      <a:pt x="25625" y="23217"/>
                      <a:pt x="24731" y="24766"/>
                    </a:cubicBezTo>
                    <a:cubicBezTo>
                      <a:pt x="24106" y="25809"/>
                      <a:pt x="23331" y="26912"/>
                      <a:pt x="22288" y="27597"/>
                    </a:cubicBezTo>
                    <a:cubicBezTo>
                      <a:pt x="21692" y="27954"/>
                      <a:pt x="21007" y="28163"/>
                      <a:pt x="20292" y="28252"/>
                    </a:cubicBezTo>
                    <a:cubicBezTo>
                      <a:pt x="19308" y="28431"/>
                      <a:pt x="18355" y="28550"/>
                      <a:pt x="17372" y="28640"/>
                    </a:cubicBezTo>
                    <a:cubicBezTo>
                      <a:pt x="16627" y="28703"/>
                      <a:pt x="15862" y="28738"/>
                      <a:pt x="15089" y="28738"/>
                    </a:cubicBezTo>
                    <a:cubicBezTo>
                      <a:pt x="10415" y="28738"/>
                      <a:pt x="5434" y="27452"/>
                      <a:pt x="2801" y="23336"/>
                    </a:cubicBezTo>
                    <a:cubicBezTo>
                      <a:pt x="2364" y="22665"/>
                      <a:pt x="2012" y="21966"/>
                      <a:pt x="1746" y="21239"/>
                    </a:cubicBezTo>
                    <a:lnTo>
                      <a:pt x="1746" y="21239"/>
                    </a:lnTo>
                    <a:cubicBezTo>
                      <a:pt x="1307" y="19763"/>
                      <a:pt x="1072" y="18286"/>
                      <a:pt x="983" y="16751"/>
                    </a:cubicBezTo>
                    <a:cubicBezTo>
                      <a:pt x="745" y="13682"/>
                      <a:pt x="1103" y="10464"/>
                      <a:pt x="2622" y="7752"/>
                    </a:cubicBezTo>
                    <a:cubicBezTo>
                      <a:pt x="4231" y="4832"/>
                      <a:pt x="7151" y="2806"/>
                      <a:pt x="10191" y="1614"/>
                    </a:cubicBezTo>
                    <a:cubicBezTo>
                      <a:pt x="11966" y="942"/>
                      <a:pt x="13870" y="550"/>
                      <a:pt x="15770" y="550"/>
                    </a:cubicBezTo>
                    <a:close/>
                    <a:moveTo>
                      <a:pt x="15687" y="0"/>
                    </a:moveTo>
                    <a:cubicBezTo>
                      <a:pt x="14592" y="0"/>
                      <a:pt x="13493" y="128"/>
                      <a:pt x="12425" y="363"/>
                    </a:cubicBezTo>
                    <a:cubicBezTo>
                      <a:pt x="9267" y="1078"/>
                      <a:pt x="6049" y="2746"/>
                      <a:pt x="3874" y="5190"/>
                    </a:cubicBezTo>
                    <a:cubicBezTo>
                      <a:pt x="119" y="9391"/>
                      <a:pt x="0" y="15827"/>
                      <a:pt x="1401" y="20982"/>
                    </a:cubicBezTo>
                    <a:cubicBezTo>
                      <a:pt x="1430" y="21101"/>
                      <a:pt x="1460" y="21220"/>
                      <a:pt x="1490" y="21340"/>
                    </a:cubicBezTo>
                    <a:cubicBezTo>
                      <a:pt x="1505" y="21394"/>
                      <a:pt x="1525" y="21439"/>
                      <a:pt x="1548" y="21472"/>
                    </a:cubicBezTo>
                    <a:lnTo>
                      <a:pt x="1548" y="21472"/>
                    </a:lnTo>
                    <a:cubicBezTo>
                      <a:pt x="2629" y="24299"/>
                      <a:pt x="4762" y="26594"/>
                      <a:pt x="7509" y="27805"/>
                    </a:cubicBezTo>
                    <a:cubicBezTo>
                      <a:pt x="9968" y="28920"/>
                      <a:pt x="12700" y="29267"/>
                      <a:pt x="15365" y="29267"/>
                    </a:cubicBezTo>
                    <a:cubicBezTo>
                      <a:pt x="15478" y="29267"/>
                      <a:pt x="15591" y="29267"/>
                      <a:pt x="15703" y="29265"/>
                    </a:cubicBezTo>
                    <a:cubicBezTo>
                      <a:pt x="17699" y="29265"/>
                      <a:pt x="19696" y="28997"/>
                      <a:pt x="21603" y="28521"/>
                    </a:cubicBezTo>
                    <a:cubicBezTo>
                      <a:pt x="22586" y="28252"/>
                      <a:pt x="23361" y="27478"/>
                      <a:pt x="23957" y="26703"/>
                    </a:cubicBezTo>
                    <a:cubicBezTo>
                      <a:pt x="24970" y="25392"/>
                      <a:pt x="25774" y="23932"/>
                      <a:pt x="26340" y="22353"/>
                    </a:cubicBezTo>
                    <a:cubicBezTo>
                      <a:pt x="27920" y="18270"/>
                      <a:pt x="28218" y="13771"/>
                      <a:pt x="27145" y="9510"/>
                    </a:cubicBezTo>
                    <a:cubicBezTo>
                      <a:pt x="26281" y="6143"/>
                      <a:pt x="24463" y="3015"/>
                      <a:pt x="21335" y="1346"/>
                    </a:cubicBezTo>
                    <a:cubicBezTo>
                      <a:pt x="19595" y="409"/>
                      <a:pt x="17647" y="0"/>
                      <a:pt x="15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8"/>
              <p:cNvSpPr/>
              <p:nvPr/>
            </p:nvSpPr>
            <p:spPr>
              <a:xfrm>
                <a:off x="4434225" y="4314550"/>
                <a:ext cx="592225" cy="558725"/>
              </a:xfrm>
              <a:custGeom>
                <a:avLst/>
                <a:gdLst/>
                <a:ahLst/>
                <a:cxnLst/>
                <a:rect l="l" t="t" r="r" b="b"/>
                <a:pathLst>
                  <a:path w="23689" h="22349" extrusionOk="0">
                    <a:moveTo>
                      <a:pt x="12524" y="547"/>
                    </a:moveTo>
                    <a:cubicBezTo>
                      <a:pt x="12794" y="547"/>
                      <a:pt x="13064" y="585"/>
                      <a:pt x="13320" y="656"/>
                    </a:cubicBezTo>
                    <a:cubicBezTo>
                      <a:pt x="13916" y="864"/>
                      <a:pt x="14512" y="1073"/>
                      <a:pt x="15108" y="1341"/>
                    </a:cubicBezTo>
                    <a:cubicBezTo>
                      <a:pt x="18773" y="2980"/>
                      <a:pt x="22914" y="6019"/>
                      <a:pt x="23093" y="10429"/>
                    </a:cubicBezTo>
                    <a:cubicBezTo>
                      <a:pt x="23122" y="11027"/>
                      <a:pt x="23068" y="11653"/>
                      <a:pt x="22959" y="12253"/>
                    </a:cubicBezTo>
                    <a:lnTo>
                      <a:pt x="22959" y="12253"/>
                    </a:lnTo>
                    <a:cubicBezTo>
                      <a:pt x="22942" y="12268"/>
                      <a:pt x="22927" y="12294"/>
                      <a:pt x="22914" y="12336"/>
                    </a:cubicBezTo>
                    <a:cubicBezTo>
                      <a:pt x="22646" y="13349"/>
                      <a:pt x="22259" y="14302"/>
                      <a:pt x="21782" y="15226"/>
                    </a:cubicBezTo>
                    <a:cubicBezTo>
                      <a:pt x="20888" y="17193"/>
                      <a:pt x="19517" y="18861"/>
                      <a:pt x="17789" y="20172"/>
                    </a:cubicBezTo>
                    <a:cubicBezTo>
                      <a:pt x="16182" y="21320"/>
                      <a:pt x="14240" y="21778"/>
                      <a:pt x="12274" y="21778"/>
                    </a:cubicBezTo>
                    <a:cubicBezTo>
                      <a:pt x="11688" y="21778"/>
                      <a:pt x="11100" y="21737"/>
                      <a:pt x="10519" y="21662"/>
                    </a:cubicBezTo>
                    <a:cubicBezTo>
                      <a:pt x="8016" y="21305"/>
                      <a:pt x="5602" y="20262"/>
                      <a:pt x="3934" y="18385"/>
                    </a:cubicBezTo>
                    <a:cubicBezTo>
                      <a:pt x="1" y="14004"/>
                      <a:pt x="2861" y="7449"/>
                      <a:pt x="6526" y="3874"/>
                    </a:cubicBezTo>
                    <a:cubicBezTo>
                      <a:pt x="7956" y="2503"/>
                      <a:pt x="9714" y="1192"/>
                      <a:pt x="11651" y="685"/>
                    </a:cubicBezTo>
                    <a:cubicBezTo>
                      <a:pt x="11931" y="592"/>
                      <a:pt x="12228" y="547"/>
                      <a:pt x="12524" y="547"/>
                    </a:cubicBezTo>
                    <a:close/>
                    <a:moveTo>
                      <a:pt x="12634" y="0"/>
                    </a:moveTo>
                    <a:cubicBezTo>
                      <a:pt x="11889" y="0"/>
                      <a:pt x="11145" y="179"/>
                      <a:pt x="10459" y="536"/>
                    </a:cubicBezTo>
                    <a:cubicBezTo>
                      <a:pt x="9506" y="954"/>
                      <a:pt x="8612" y="1490"/>
                      <a:pt x="7778" y="2145"/>
                    </a:cubicBezTo>
                    <a:cubicBezTo>
                      <a:pt x="5573" y="3814"/>
                      <a:pt x="3844" y="6019"/>
                      <a:pt x="2772" y="8552"/>
                    </a:cubicBezTo>
                    <a:cubicBezTo>
                      <a:pt x="1699" y="11144"/>
                      <a:pt x="1282" y="14124"/>
                      <a:pt x="2474" y="16776"/>
                    </a:cubicBezTo>
                    <a:cubicBezTo>
                      <a:pt x="3546" y="19070"/>
                      <a:pt x="5662" y="20709"/>
                      <a:pt x="8016" y="21543"/>
                    </a:cubicBezTo>
                    <a:cubicBezTo>
                      <a:pt x="9374" y="22056"/>
                      <a:pt x="10907" y="22349"/>
                      <a:pt x="12430" y="22349"/>
                    </a:cubicBezTo>
                    <a:cubicBezTo>
                      <a:pt x="13648" y="22349"/>
                      <a:pt x="14860" y="22162"/>
                      <a:pt x="15972" y="21752"/>
                    </a:cubicBezTo>
                    <a:cubicBezTo>
                      <a:pt x="19696" y="20381"/>
                      <a:pt x="22080" y="16567"/>
                      <a:pt x="23153" y="12932"/>
                    </a:cubicBezTo>
                    <a:cubicBezTo>
                      <a:pt x="23182" y="12842"/>
                      <a:pt x="23212" y="12753"/>
                      <a:pt x="23212" y="12664"/>
                    </a:cubicBezTo>
                    <a:cubicBezTo>
                      <a:pt x="23689" y="10280"/>
                      <a:pt x="23123" y="7807"/>
                      <a:pt x="21693" y="5840"/>
                    </a:cubicBezTo>
                    <a:cubicBezTo>
                      <a:pt x="20352" y="4082"/>
                      <a:pt x="18624" y="2622"/>
                      <a:pt x="16627" y="1609"/>
                    </a:cubicBezTo>
                    <a:cubicBezTo>
                      <a:pt x="15852" y="1162"/>
                      <a:pt x="15048" y="805"/>
                      <a:pt x="14214" y="477"/>
                    </a:cubicBezTo>
                    <a:cubicBezTo>
                      <a:pt x="13737" y="238"/>
                      <a:pt x="13201" y="89"/>
                      <a:pt x="12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8"/>
              <p:cNvSpPr/>
              <p:nvPr/>
            </p:nvSpPr>
            <p:spPr>
              <a:xfrm>
                <a:off x="4566075" y="4418825"/>
                <a:ext cx="377700" cy="387475"/>
              </a:xfrm>
              <a:custGeom>
                <a:avLst/>
                <a:gdLst/>
                <a:ahLst/>
                <a:cxnLst/>
                <a:rect l="l" t="t" r="r" b="b"/>
                <a:pathLst>
                  <a:path w="15108" h="15499" extrusionOk="0">
                    <a:moveTo>
                      <a:pt x="7661" y="581"/>
                    </a:moveTo>
                    <a:cubicBezTo>
                      <a:pt x="9320" y="581"/>
                      <a:pt x="10910" y="1118"/>
                      <a:pt x="12128" y="2533"/>
                    </a:cubicBezTo>
                    <a:cubicBezTo>
                      <a:pt x="12575" y="3219"/>
                      <a:pt x="12992" y="3934"/>
                      <a:pt x="13290" y="4708"/>
                    </a:cubicBezTo>
                    <a:cubicBezTo>
                      <a:pt x="13945" y="6258"/>
                      <a:pt x="14273" y="8016"/>
                      <a:pt x="13767" y="9655"/>
                    </a:cubicBezTo>
                    <a:cubicBezTo>
                      <a:pt x="12900" y="12505"/>
                      <a:pt x="9807" y="14962"/>
                      <a:pt x="6796" y="14962"/>
                    </a:cubicBezTo>
                    <a:cubicBezTo>
                      <a:pt x="6596" y="14962"/>
                      <a:pt x="6397" y="14951"/>
                      <a:pt x="6198" y="14929"/>
                    </a:cubicBezTo>
                    <a:cubicBezTo>
                      <a:pt x="2414" y="14512"/>
                      <a:pt x="448" y="10251"/>
                      <a:pt x="328" y="6884"/>
                    </a:cubicBezTo>
                    <a:cubicBezTo>
                      <a:pt x="269" y="5662"/>
                      <a:pt x="388" y="4262"/>
                      <a:pt x="984" y="3189"/>
                    </a:cubicBezTo>
                    <a:cubicBezTo>
                      <a:pt x="1371" y="2474"/>
                      <a:pt x="2265" y="2116"/>
                      <a:pt x="2980" y="1759"/>
                    </a:cubicBezTo>
                    <a:cubicBezTo>
                      <a:pt x="4423" y="1073"/>
                      <a:pt x="6073" y="581"/>
                      <a:pt x="7661" y="581"/>
                    </a:cubicBezTo>
                    <a:close/>
                    <a:moveTo>
                      <a:pt x="7748" y="1"/>
                    </a:moveTo>
                    <a:cubicBezTo>
                      <a:pt x="6198" y="30"/>
                      <a:pt x="4708" y="358"/>
                      <a:pt x="3338" y="1014"/>
                    </a:cubicBezTo>
                    <a:cubicBezTo>
                      <a:pt x="2802" y="1222"/>
                      <a:pt x="2295" y="1490"/>
                      <a:pt x="1788" y="1788"/>
                    </a:cubicBezTo>
                    <a:cubicBezTo>
                      <a:pt x="1461" y="1937"/>
                      <a:pt x="1163" y="2176"/>
                      <a:pt x="924" y="2474"/>
                    </a:cubicBezTo>
                    <a:cubicBezTo>
                      <a:pt x="179" y="3457"/>
                      <a:pt x="60" y="4917"/>
                      <a:pt x="30" y="6079"/>
                    </a:cubicBezTo>
                    <a:cubicBezTo>
                      <a:pt x="1" y="7956"/>
                      <a:pt x="418" y="9774"/>
                      <a:pt x="1252" y="11442"/>
                    </a:cubicBezTo>
                    <a:cubicBezTo>
                      <a:pt x="2116" y="13111"/>
                      <a:pt x="3397" y="14631"/>
                      <a:pt x="5215" y="15227"/>
                    </a:cubicBezTo>
                    <a:cubicBezTo>
                      <a:pt x="5779" y="15413"/>
                      <a:pt x="6351" y="15499"/>
                      <a:pt x="6921" y="15499"/>
                    </a:cubicBezTo>
                    <a:cubicBezTo>
                      <a:pt x="9727" y="15499"/>
                      <a:pt x="12464" y="13417"/>
                      <a:pt x="13677" y="10966"/>
                    </a:cubicBezTo>
                    <a:cubicBezTo>
                      <a:pt x="15107" y="8135"/>
                      <a:pt x="14005" y="4531"/>
                      <a:pt x="12218" y="2117"/>
                    </a:cubicBezTo>
                    <a:lnTo>
                      <a:pt x="12218" y="2117"/>
                    </a:lnTo>
                    <a:cubicBezTo>
                      <a:pt x="12218" y="2117"/>
                      <a:pt x="12218" y="2117"/>
                      <a:pt x="12217" y="2116"/>
                    </a:cubicBezTo>
                    <a:lnTo>
                      <a:pt x="12217" y="2116"/>
                    </a:lnTo>
                    <a:cubicBezTo>
                      <a:pt x="12217" y="2116"/>
                      <a:pt x="12217" y="2116"/>
                      <a:pt x="12217" y="2116"/>
                    </a:cubicBezTo>
                    <a:cubicBezTo>
                      <a:pt x="12208" y="2104"/>
                      <a:pt x="12199" y="2094"/>
                      <a:pt x="12191" y="2085"/>
                    </a:cubicBezTo>
                    <a:lnTo>
                      <a:pt x="12191" y="2085"/>
                    </a:lnTo>
                    <a:cubicBezTo>
                      <a:pt x="11060" y="764"/>
                      <a:pt x="9433" y="30"/>
                      <a:pt x="77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7" name="Google Shape;307;p8"/>
            <p:cNvSpPr/>
            <p:nvPr/>
          </p:nvSpPr>
          <p:spPr>
            <a:xfrm>
              <a:off x="8129873" y="1504347"/>
              <a:ext cx="103225" cy="85382"/>
            </a:xfrm>
            <a:custGeom>
              <a:avLst/>
              <a:gdLst/>
              <a:ahLst/>
              <a:cxnLst/>
              <a:rect l="l" t="t" r="r" b="b"/>
              <a:pathLst>
                <a:path w="3101" h="2565" extrusionOk="0">
                  <a:moveTo>
                    <a:pt x="1531" y="1"/>
                  </a:moveTo>
                  <a:cubicBezTo>
                    <a:pt x="1460" y="1"/>
                    <a:pt x="1386" y="8"/>
                    <a:pt x="1311" y="23"/>
                  </a:cubicBezTo>
                  <a:cubicBezTo>
                    <a:pt x="894" y="83"/>
                    <a:pt x="507" y="351"/>
                    <a:pt x="298" y="738"/>
                  </a:cubicBezTo>
                  <a:cubicBezTo>
                    <a:pt x="0" y="1334"/>
                    <a:pt x="239" y="2287"/>
                    <a:pt x="954" y="2496"/>
                  </a:cubicBezTo>
                  <a:cubicBezTo>
                    <a:pt x="1096" y="2542"/>
                    <a:pt x="1264" y="2564"/>
                    <a:pt x="1441" y="2564"/>
                  </a:cubicBezTo>
                  <a:cubicBezTo>
                    <a:pt x="2188" y="2564"/>
                    <a:pt x="3100" y="2159"/>
                    <a:pt x="2980" y="1364"/>
                  </a:cubicBezTo>
                  <a:cubicBezTo>
                    <a:pt x="2950" y="1006"/>
                    <a:pt x="2801" y="649"/>
                    <a:pt x="2563" y="381"/>
                  </a:cubicBezTo>
                  <a:cubicBezTo>
                    <a:pt x="2324" y="172"/>
                    <a:pt x="2056" y="53"/>
                    <a:pt x="1728" y="23"/>
                  </a:cubicBezTo>
                  <a:cubicBezTo>
                    <a:pt x="1669" y="8"/>
                    <a:pt x="1602" y="1"/>
                    <a:pt x="15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2812520" y="4462387"/>
              <a:ext cx="172096" cy="143602"/>
            </a:xfrm>
            <a:custGeom>
              <a:avLst/>
              <a:gdLst/>
              <a:ahLst/>
              <a:cxnLst/>
              <a:rect l="l" t="t" r="r" b="b"/>
              <a:pathLst>
                <a:path w="5170" h="4314" extrusionOk="0">
                  <a:moveTo>
                    <a:pt x="2507" y="0"/>
                  </a:moveTo>
                  <a:cubicBezTo>
                    <a:pt x="2392" y="0"/>
                    <a:pt x="2280" y="8"/>
                    <a:pt x="2176" y="23"/>
                  </a:cubicBezTo>
                  <a:cubicBezTo>
                    <a:pt x="1431" y="142"/>
                    <a:pt x="835" y="589"/>
                    <a:pt x="477" y="1214"/>
                  </a:cubicBezTo>
                  <a:cubicBezTo>
                    <a:pt x="0" y="2257"/>
                    <a:pt x="388" y="3837"/>
                    <a:pt x="1550" y="4194"/>
                  </a:cubicBezTo>
                  <a:cubicBezTo>
                    <a:pt x="1795" y="4274"/>
                    <a:pt x="2080" y="4313"/>
                    <a:pt x="2379" y="4313"/>
                  </a:cubicBezTo>
                  <a:cubicBezTo>
                    <a:pt x="3647" y="4313"/>
                    <a:pt x="5169" y="3607"/>
                    <a:pt x="4976" y="2257"/>
                  </a:cubicBezTo>
                  <a:cubicBezTo>
                    <a:pt x="4887" y="1661"/>
                    <a:pt x="4649" y="1125"/>
                    <a:pt x="4261" y="678"/>
                  </a:cubicBezTo>
                  <a:cubicBezTo>
                    <a:pt x="3874" y="291"/>
                    <a:pt x="3397" y="52"/>
                    <a:pt x="2861" y="23"/>
                  </a:cubicBezTo>
                  <a:cubicBezTo>
                    <a:pt x="2742" y="8"/>
                    <a:pt x="2622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714578" y="2975508"/>
              <a:ext cx="252885" cy="205750"/>
            </a:xfrm>
            <a:custGeom>
              <a:avLst/>
              <a:gdLst/>
              <a:ahLst/>
              <a:cxnLst/>
              <a:rect l="l" t="t" r="r" b="b"/>
              <a:pathLst>
                <a:path w="7597" h="6181" extrusionOk="0">
                  <a:moveTo>
                    <a:pt x="3559" y="0"/>
                  </a:moveTo>
                  <a:cubicBezTo>
                    <a:pt x="3292" y="0"/>
                    <a:pt x="3026" y="34"/>
                    <a:pt x="2769" y="101"/>
                  </a:cubicBezTo>
                  <a:cubicBezTo>
                    <a:pt x="2442" y="160"/>
                    <a:pt x="2144" y="279"/>
                    <a:pt x="1846" y="428"/>
                  </a:cubicBezTo>
                  <a:cubicBezTo>
                    <a:pt x="952" y="905"/>
                    <a:pt x="326" y="1769"/>
                    <a:pt x="147" y="2782"/>
                  </a:cubicBezTo>
                  <a:cubicBezTo>
                    <a:pt x="1" y="4337"/>
                    <a:pt x="1182" y="6181"/>
                    <a:pt x="2868" y="6181"/>
                  </a:cubicBezTo>
                  <a:cubicBezTo>
                    <a:pt x="2895" y="6181"/>
                    <a:pt x="2921" y="6180"/>
                    <a:pt x="2948" y="6179"/>
                  </a:cubicBezTo>
                  <a:cubicBezTo>
                    <a:pt x="4796" y="6090"/>
                    <a:pt x="7597" y="4153"/>
                    <a:pt x="6524" y="2067"/>
                  </a:cubicBezTo>
                  <a:cubicBezTo>
                    <a:pt x="6166" y="1322"/>
                    <a:pt x="5600" y="697"/>
                    <a:pt x="4885" y="279"/>
                  </a:cubicBezTo>
                  <a:cubicBezTo>
                    <a:pt x="4457" y="93"/>
                    <a:pt x="4005" y="0"/>
                    <a:pt x="35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5195161" y="4605997"/>
              <a:ext cx="103225" cy="85382"/>
            </a:xfrm>
            <a:custGeom>
              <a:avLst/>
              <a:gdLst/>
              <a:ahLst/>
              <a:cxnLst/>
              <a:rect l="l" t="t" r="r" b="b"/>
              <a:pathLst>
                <a:path w="3101" h="2565" extrusionOk="0">
                  <a:moveTo>
                    <a:pt x="1531" y="1"/>
                  </a:moveTo>
                  <a:cubicBezTo>
                    <a:pt x="1460" y="1"/>
                    <a:pt x="1386" y="8"/>
                    <a:pt x="1311" y="23"/>
                  </a:cubicBezTo>
                  <a:cubicBezTo>
                    <a:pt x="894" y="83"/>
                    <a:pt x="507" y="351"/>
                    <a:pt x="298" y="738"/>
                  </a:cubicBezTo>
                  <a:cubicBezTo>
                    <a:pt x="0" y="1334"/>
                    <a:pt x="239" y="2287"/>
                    <a:pt x="954" y="2496"/>
                  </a:cubicBezTo>
                  <a:cubicBezTo>
                    <a:pt x="1096" y="2542"/>
                    <a:pt x="1264" y="2564"/>
                    <a:pt x="1441" y="2564"/>
                  </a:cubicBezTo>
                  <a:cubicBezTo>
                    <a:pt x="2188" y="2564"/>
                    <a:pt x="3100" y="2159"/>
                    <a:pt x="2980" y="1364"/>
                  </a:cubicBezTo>
                  <a:cubicBezTo>
                    <a:pt x="2950" y="1006"/>
                    <a:pt x="2801" y="649"/>
                    <a:pt x="2563" y="381"/>
                  </a:cubicBezTo>
                  <a:cubicBezTo>
                    <a:pt x="2324" y="172"/>
                    <a:pt x="2056" y="53"/>
                    <a:pt x="1728" y="23"/>
                  </a:cubicBezTo>
                  <a:cubicBezTo>
                    <a:pt x="1669" y="8"/>
                    <a:pt x="1602" y="1"/>
                    <a:pt x="15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1" name="Google Shape;311;p8"/>
          <p:cNvSpPr txBox="1">
            <a:spLocks noGrp="1"/>
          </p:cNvSpPr>
          <p:nvPr>
            <p:ph type="title"/>
          </p:nvPr>
        </p:nvSpPr>
        <p:spPr>
          <a:xfrm>
            <a:off x="1253400" y="1215450"/>
            <a:ext cx="6637200" cy="27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9"/>
          <p:cNvGrpSpPr/>
          <p:nvPr/>
        </p:nvGrpSpPr>
        <p:grpSpPr>
          <a:xfrm>
            <a:off x="-1564452" y="-512905"/>
            <a:ext cx="11609788" cy="6915974"/>
            <a:chOff x="-1564452" y="-512905"/>
            <a:chExt cx="11609788" cy="6915974"/>
          </a:xfrm>
        </p:grpSpPr>
        <p:sp>
          <p:nvSpPr>
            <p:cNvPr id="314" name="Google Shape;314;p9"/>
            <p:cNvSpPr/>
            <p:nvPr/>
          </p:nvSpPr>
          <p:spPr>
            <a:xfrm rot="425420" flipH="1">
              <a:off x="7975294" y="3902539"/>
              <a:ext cx="1508194" cy="1268221"/>
            </a:xfrm>
            <a:custGeom>
              <a:avLst/>
              <a:gdLst/>
              <a:ahLst/>
              <a:cxnLst/>
              <a:rect l="l" t="t" r="r" b="b"/>
              <a:pathLst>
                <a:path w="45295" h="38088" extrusionOk="0">
                  <a:moveTo>
                    <a:pt x="30867" y="1"/>
                  </a:moveTo>
                  <a:cubicBezTo>
                    <a:pt x="29369" y="1"/>
                    <a:pt x="23435" y="9789"/>
                    <a:pt x="20895" y="14514"/>
                  </a:cubicBezTo>
                  <a:cubicBezTo>
                    <a:pt x="20627" y="14693"/>
                    <a:pt x="20359" y="14901"/>
                    <a:pt x="20090" y="15110"/>
                  </a:cubicBezTo>
                  <a:lnTo>
                    <a:pt x="20031" y="15110"/>
                  </a:lnTo>
                  <a:cubicBezTo>
                    <a:pt x="18362" y="16361"/>
                    <a:pt x="16723" y="17702"/>
                    <a:pt x="15204" y="19133"/>
                  </a:cubicBezTo>
                  <a:cubicBezTo>
                    <a:pt x="14280" y="19967"/>
                    <a:pt x="13416" y="20831"/>
                    <a:pt x="12552" y="21695"/>
                  </a:cubicBezTo>
                  <a:cubicBezTo>
                    <a:pt x="14280" y="19430"/>
                    <a:pt x="16217" y="16361"/>
                    <a:pt x="17051" y="13292"/>
                  </a:cubicBezTo>
                  <a:cubicBezTo>
                    <a:pt x="18574" y="7539"/>
                    <a:pt x="17828" y="5256"/>
                    <a:pt x="16329" y="5256"/>
                  </a:cubicBezTo>
                  <a:cubicBezTo>
                    <a:pt x="16244" y="5256"/>
                    <a:pt x="16157" y="5263"/>
                    <a:pt x="16068" y="5277"/>
                  </a:cubicBezTo>
                  <a:cubicBezTo>
                    <a:pt x="14399" y="5515"/>
                    <a:pt x="10883" y="18566"/>
                    <a:pt x="9542" y="24913"/>
                  </a:cubicBezTo>
                  <a:cubicBezTo>
                    <a:pt x="7486" y="27237"/>
                    <a:pt x="5550" y="29651"/>
                    <a:pt x="3762" y="32154"/>
                  </a:cubicBezTo>
                  <a:cubicBezTo>
                    <a:pt x="5281" y="29263"/>
                    <a:pt x="6980" y="25330"/>
                    <a:pt x="7308" y="21576"/>
                  </a:cubicBezTo>
                  <a:cubicBezTo>
                    <a:pt x="7898" y="15138"/>
                    <a:pt x="6773" y="12636"/>
                    <a:pt x="5239" y="12636"/>
                  </a:cubicBezTo>
                  <a:cubicBezTo>
                    <a:pt x="5069" y="12636"/>
                    <a:pt x="4894" y="12667"/>
                    <a:pt x="4715" y="12726"/>
                  </a:cubicBezTo>
                  <a:cubicBezTo>
                    <a:pt x="2898" y="13322"/>
                    <a:pt x="1467" y="28518"/>
                    <a:pt x="1169" y="35997"/>
                  </a:cubicBezTo>
                  <a:cubicBezTo>
                    <a:pt x="782" y="36534"/>
                    <a:pt x="454" y="37100"/>
                    <a:pt x="127" y="37666"/>
                  </a:cubicBezTo>
                  <a:cubicBezTo>
                    <a:pt x="0" y="37877"/>
                    <a:pt x="187" y="38087"/>
                    <a:pt x="359" y="38087"/>
                  </a:cubicBezTo>
                  <a:cubicBezTo>
                    <a:pt x="431" y="38087"/>
                    <a:pt x="500" y="38051"/>
                    <a:pt x="544" y="37964"/>
                  </a:cubicBezTo>
                  <a:cubicBezTo>
                    <a:pt x="633" y="37815"/>
                    <a:pt x="723" y="37666"/>
                    <a:pt x="812" y="37517"/>
                  </a:cubicBezTo>
                  <a:cubicBezTo>
                    <a:pt x="8112" y="36176"/>
                    <a:pt x="23279" y="32452"/>
                    <a:pt x="23606" y="30604"/>
                  </a:cubicBezTo>
                  <a:cubicBezTo>
                    <a:pt x="23821" y="29393"/>
                    <a:pt x="22819" y="28489"/>
                    <a:pt x="20130" y="28489"/>
                  </a:cubicBezTo>
                  <a:cubicBezTo>
                    <a:pt x="18717" y="28489"/>
                    <a:pt x="16840" y="28738"/>
                    <a:pt x="14429" y="29323"/>
                  </a:cubicBezTo>
                  <a:cubicBezTo>
                    <a:pt x="8768" y="30664"/>
                    <a:pt x="3136" y="35193"/>
                    <a:pt x="1169" y="36921"/>
                  </a:cubicBezTo>
                  <a:cubicBezTo>
                    <a:pt x="2927" y="34090"/>
                    <a:pt x="4894" y="31379"/>
                    <a:pt x="6980" y="28787"/>
                  </a:cubicBezTo>
                  <a:cubicBezTo>
                    <a:pt x="7725" y="27863"/>
                    <a:pt x="8470" y="26969"/>
                    <a:pt x="9215" y="26105"/>
                  </a:cubicBezTo>
                  <a:cubicBezTo>
                    <a:pt x="15859" y="25986"/>
                    <a:pt x="29327" y="25002"/>
                    <a:pt x="29864" y="23453"/>
                  </a:cubicBezTo>
                  <a:cubicBezTo>
                    <a:pt x="30333" y="22124"/>
                    <a:pt x="28888" y="20933"/>
                    <a:pt x="24277" y="20933"/>
                  </a:cubicBezTo>
                  <a:cubicBezTo>
                    <a:pt x="23614" y="20933"/>
                    <a:pt x="22885" y="20957"/>
                    <a:pt x="22087" y="21010"/>
                  </a:cubicBezTo>
                  <a:cubicBezTo>
                    <a:pt x="17260" y="21337"/>
                    <a:pt x="12045" y="24109"/>
                    <a:pt x="9811" y="25420"/>
                  </a:cubicBezTo>
                  <a:cubicBezTo>
                    <a:pt x="13029" y="21665"/>
                    <a:pt x="16664" y="18268"/>
                    <a:pt x="20686" y="15319"/>
                  </a:cubicBezTo>
                  <a:cubicBezTo>
                    <a:pt x="25204" y="16460"/>
                    <a:pt x="33304" y="18136"/>
                    <a:pt x="36565" y="18136"/>
                  </a:cubicBezTo>
                  <a:cubicBezTo>
                    <a:pt x="37305" y="18136"/>
                    <a:pt x="37795" y="18050"/>
                    <a:pt x="37939" y="17851"/>
                  </a:cubicBezTo>
                  <a:cubicBezTo>
                    <a:pt x="38773" y="16689"/>
                    <a:pt x="37432" y="15199"/>
                    <a:pt x="32158" y="14067"/>
                  </a:cubicBezTo>
                  <a:cubicBezTo>
                    <a:pt x="31092" y="13847"/>
                    <a:pt x="29960" y="13759"/>
                    <a:pt x="28834" y="13759"/>
                  </a:cubicBezTo>
                  <a:cubicBezTo>
                    <a:pt x="25994" y="13759"/>
                    <a:pt x="23185" y="14317"/>
                    <a:pt x="21521" y="14723"/>
                  </a:cubicBezTo>
                  <a:cubicBezTo>
                    <a:pt x="22266" y="14216"/>
                    <a:pt x="23010" y="13710"/>
                    <a:pt x="23755" y="13263"/>
                  </a:cubicBezTo>
                  <a:cubicBezTo>
                    <a:pt x="25811" y="11981"/>
                    <a:pt x="27986" y="10938"/>
                    <a:pt x="30251" y="10104"/>
                  </a:cubicBezTo>
                  <a:cubicBezTo>
                    <a:pt x="35823" y="9508"/>
                    <a:pt x="44702" y="8138"/>
                    <a:pt x="45000" y="7005"/>
                  </a:cubicBezTo>
                  <a:cubicBezTo>
                    <a:pt x="45295" y="6009"/>
                    <a:pt x="44385" y="5237"/>
                    <a:pt x="41735" y="5237"/>
                  </a:cubicBezTo>
                  <a:cubicBezTo>
                    <a:pt x="40898" y="5237"/>
                    <a:pt x="39886" y="5314"/>
                    <a:pt x="38683" y="5486"/>
                  </a:cubicBezTo>
                  <a:cubicBezTo>
                    <a:pt x="33648" y="6171"/>
                    <a:pt x="28314" y="10283"/>
                    <a:pt x="28314" y="10283"/>
                  </a:cubicBezTo>
                  <a:lnTo>
                    <a:pt x="28344" y="10283"/>
                  </a:lnTo>
                  <a:cubicBezTo>
                    <a:pt x="27063" y="10849"/>
                    <a:pt x="25811" y="11445"/>
                    <a:pt x="24619" y="12130"/>
                  </a:cubicBezTo>
                  <a:cubicBezTo>
                    <a:pt x="26437" y="10730"/>
                    <a:pt x="28523" y="8823"/>
                    <a:pt x="29834" y="6707"/>
                  </a:cubicBezTo>
                  <a:cubicBezTo>
                    <a:pt x="32545" y="2178"/>
                    <a:pt x="32337" y="182"/>
                    <a:pt x="30907" y="3"/>
                  </a:cubicBezTo>
                  <a:cubicBezTo>
                    <a:pt x="30894" y="2"/>
                    <a:pt x="30881" y="1"/>
                    <a:pt x="30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 rot="-10587449" flipH="1">
              <a:off x="-329433" y="861046"/>
              <a:ext cx="1508261" cy="1268278"/>
            </a:xfrm>
            <a:custGeom>
              <a:avLst/>
              <a:gdLst/>
              <a:ahLst/>
              <a:cxnLst/>
              <a:rect l="l" t="t" r="r" b="b"/>
              <a:pathLst>
                <a:path w="45295" h="38088" extrusionOk="0">
                  <a:moveTo>
                    <a:pt x="30867" y="1"/>
                  </a:moveTo>
                  <a:cubicBezTo>
                    <a:pt x="29369" y="1"/>
                    <a:pt x="23435" y="9789"/>
                    <a:pt x="20895" y="14514"/>
                  </a:cubicBezTo>
                  <a:cubicBezTo>
                    <a:pt x="20627" y="14693"/>
                    <a:pt x="20359" y="14901"/>
                    <a:pt x="20090" y="15110"/>
                  </a:cubicBezTo>
                  <a:lnTo>
                    <a:pt x="20031" y="15110"/>
                  </a:lnTo>
                  <a:cubicBezTo>
                    <a:pt x="18362" y="16361"/>
                    <a:pt x="16723" y="17702"/>
                    <a:pt x="15204" y="19133"/>
                  </a:cubicBezTo>
                  <a:cubicBezTo>
                    <a:pt x="14280" y="19967"/>
                    <a:pt x="13416" y="20831"/>
                    <a:pt x="12552" y="21695"/>
                  </a:cubicBezTo>
                  <a:cubicBezTo>
                    <a:pt x="14280" y="19430"/>
                    <a:pt x="16217" y="16361"/>
                    <a:pt x="17051" y="13292"/>
                  </a:cubicBezTo>
                  <a:cubicBezTo>
                    <a:pt x="18574" y="7539"/>
                    <a:pt x="17828" y="5256"/>
                    <a:pt x="16329" y="5256"/>
                  </a:cubicBezTo>
                  <a:cubicBezTo>
                    <a:pt x="16244" y="5256"/>
                    <a:pt x="16157" y="5263"/>
                    <a:pt x="16068" y="5277"/>
                  </a:cubicBezTo>
                  <a:cubicBezTo>
                    <a:pt x="14399" y="5515"/>
                    <a:pt x="10883" y="18566"/>
                    <a:pt x="9542" y="24913"/>
                  </a:cubicBezTo>
                  <a:cubicBezTo>
                    <a:pt x="7486" y="27237"/>
                    <a:pt x="5550" y="29651"/>
                    <a:pt x="3762" y="32154"/>
                  </a:cubicBezTo>
                  <a:cubicBezTo>
                    <a:pt x="5281" y="29263"/>
                    <a:pt x="6980" y="25330"/>
                    <a:pt x="7308" y="21576"/>
                  </a:cubicBezTo>
                  <a:cubicBezTo>
                    <a:pt x="7898" y="15138"/>
                    <a:pt x="6773" y="12636"/>
                    <a:pt x="5239" y="12636"/>
                  </a:cubicBezTo>
                  <a:cubicBezTo>
                    <a:pt x="5069" y="12636"/>
                    <a:pt x="4894" y="12667"/>
                    <a:pt x="4715" y="12726"/>
                  </a:cubicBezTo>
                  <a:cubicBezTo>
                    <a:pt x="2898" y="13322"/>
                    <a:pt x="1467" y="28518"/>
                    <a:pt x="1169" y="35997"/>
                  </a:cubicBezTo>
                  <a:cubicBezTo>
                    <a:pt x="782" y="36534"/>
                    <a:pt x="454" y="37100"/>
                    <a:pt x="127" y="37666"/>
                  </a:cubicBezTo>
                  <a:cubicBezTo>
                    <a:pt x="0" y="37877"/>
                    <a:pt x="187" y="38087"/>
                    <a:pt x="359" y="38087"/>
                  </a:cubicBezTo>
                  <a:cubicBezTo>
                    <a:pt x="431" y="38087"/>
                    <a:pt x="500" y="38051"/>
                    <a:pt x="544" y="37964"/>
                  </a:cubicBezTo>
                  <a:cubicBezTo>
                    <a:pt x="633" y="37815"/>
                    <a:pt x="723" y="37666"/>
                    <a:pt x="812" y="37517"/>
                  </a:cubicBezTo>
                  <a:cubicBezTo>
                    <a:pt x="8112" y="36176"/>
                    <a:pt x="23279" y="32452"/>
                    <a:pt x="23606" y="30604"/>
                  </a:cubicBezTo>
                  <a:cubicBezTo>
                    <a:pt x="23821" y="29393"/>
                    <a:pt x="22819" y="28489"/>
                    <a:pt x="20130" y="28489"/>
                  </a:cubicBezTo>
                  <a:cubicBezTo>
                    <a:pt x="18717" y="28489"/>
                    <a:pt x="16840" y="28738"/>
                    <a:pt x="14429" y="29323"/>
                  </a:cubicBezTo>
                  <a:cubicBezTo>
                    <a:pt x="8768" y="30664"/>
                    <a:pt x="3136" y="35193"/>
                    <a:pt x="1169" y="36921"/>
                  </a:cubicBezTo>
                  <a:cubicBezTo>
                    <a:pt x="2927" y="34090"/>
                    <a:pt x="4894" y="31379"/>
                    <a:pt x="6980" y="28787"/>
                  </a:cubicBezTo>
                  <a:cubicBezTo>
                    <a:pt x="7725" y="27863"/>
                    <a:pt x="8470" y="26969"/>
                    <a:pt x="9215" y="26105"/>
                  </a:cubicBezTo>
                  <a:cubicBezTo>
                    <a:pt x="15859" y="25986"/>
                    <a:pt x="29327" y="25002"/>
                    <a:pt x="29864" y="23453"/>
                  </a:cubicBezTo>
                  <a:cubicBezTo>
                    <a:pt x="30333" y="22124"/>
                    <a:pt x="28888" y="20933"/>
                    <a:pt x="24277" y="20933"/>
                  </a:cubicBezTo>
                  <a:cubicBezTo>
                    <a:pt x="23614" y="20933"/>
                    <a:pt x="22885" y="20957"/>
                    <a:pt x="22087" y="21010"/>
                  </a:cubicBezTo>
                  <a:cubicBezTo>
                    <a:pt x="17260" y="21337"/>
                    <a:pt x="12045" y="24109"/>
                    <a:pt x="9811" y="25420"/>
                  </a:cubicBezTo>
                  <a:cubicBezTo>
                    <a:pt x="13029" y="21665"/>
                    <a:pt x="16664" y="18268"/>
                    <a:pt x="20686" y="15319"/>
                  </a:cubicBezTo>
                  <a:cubicBezTo>
                    <a:pt x="25204" y="16460"/>
                    <a:pt x="33304" y="18136"/>
                    <a:pt x="36565" y="18136"/>
                  </a:cubicBezTo>
                  <a:cubicBezTo>
                    <a:pt x="37305" y="18136"/>
                    <a:pt x="37795" y="18050"/>
                    <a:pt x="37939" y="17851"/>
                  </a:cubicBezTo>
                  <a:cubicBezTo>
                    <a:pt x="38773" y="16689"/>
                    <a:pt x="37432" y="15199"/>
                    <a:pt x="32158" y="14067"/>
                  </a:cubicBezTo>
                  <a:cubicBezTo>
                    <a:pt x="31092" y="13847"/>
                    <a:pt x="29960" y="13759"/>
                    <a:pt x="28834" y="13759"/>
                  </a:cubicBezTo>
                  <a:cubicBezTo>
                    <a:pt x="25994" y="13759"/>
                    <a:pt x="23185" y="14317"/>
                    <a:pt x="21521" y="14723"/>
                  </a:cubicBezTo>
                  <a:cubicBezTo>
                    <a:pt x="22266" y="14216"/>
                    <a:pt x="23010" y="13710"/>
                    <a:pt x="23755" y="13263"/>
                  </a:cubicBezTo>
                  <a:cubicBezTo>
                    <a:pt x="25811" y="11981"/>
                    <a:pt x="27986" y="10938"/>
                    <a:pt x="30251" y="10104"/>
                  </a:cubicBezTo>
                  <a:cubicBezTo>
                    <a:pt x="35823" y="9508"/>
                    <a:pt x="44702" y="8138"/>
                    <a:pt x="45000" y="7005"/>
                  </a:cubicBezTo>
                  <a:cubicBezTo>
                    <a:pt x="45295" y="6009"/>
                    <a:pt x="44385" y="5237"/>
                    <a:pt x="41735" y="5237"/>
                  </a:cubicBezTo>
                  <a:cubicBezTo>
                    <a:pt x="40898" y="5237"/>
                    <a:pt x="39886" y="5314"/>
                    <a:pt x="38683" y="5486"/>
                  </a:cubicBezTo>
                  <a:cubicBezTo>
                    <a:pt x="33648" y="6171"/>
                    <a:pt x="28314" y="10283"/>
                    <a:pt x="28314" y="10283"/>
                  </a:cubicBezTo>
                  <a:lnTo>
                    <a:pt x="28344" y="10283"/>
                  </a:lnTo>
                  <a:cubicBezTo>
                    <a:pt x="27063" y="10849"/>
                    <a:pt x="25811" y="11445"/>
                    <a:pt x="24619" y="12130"/>
                  </a:cubicBezTo>
                  <a:cubicBezTo>
                    <a:pt x="26437" y="10730"/>
                    <a:pt x="28523" y="8823"/>
                    <a:pt x="29834" y="6707"/>
                  </a:cubicBezTo>
                  <a:cubicBezTo>
                    <a:pt x="32545" y="2178"/>
                    <a:pt x="32337" y="182"/>
                    <a:pt x="30907" y="3"/>
                  </a:cubicBezTo>
                  <a:cubicBezTo>
                    <a:pt x="30894" y="2"/>
                    <a:pt x="30881" y="1"/>
                    <a:pt x="30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 rot="10800000">
              <a:off x="6301442" y="4353675"/>
              <a:ext cx="113943" cy="94536"/>
            </a:xfrm>
            <a:custGeom>
              <a:avLst/>
              <a:gdLst/>
              <a:ahLst/>
              <a:cxnLst/>
              <a:rect l="l" t="t" r="r" b="b"/>
              <a:pathLst>
                <a:path w="3423" h="2840" extrusionOk="0">
                  <a:moveTo>
                    <a:pt x="1669" y="0"/>
                  </a:moveTo>
                  <a:cubicBezTo>
                    <a:pt x="1587" y="0"/>
                    <a:pt x="1505" y="8"/>
                    <a:pt x="1430" y="22"/>
                  </a:cubicBezTo>
                  <a:cubicBezTo>
                    <a:pt x="954" y="112"/>
                    <a:pt x="566" y="380"/>
                    <a:pt x="328" y="797"/>
                  </a:cubicBezTo>
                  <a:cubicBezTo>
                    <a:pt x="0" y="1482"/>
                    <a:pt x="268" y="2525"/>
                    <a:pt x="1043" y="2764"/>
                  </a:cubicBezTo>
                  <a:cubicBezTo>
                    <a:pt x="1201" y="2815"/>
                    <a:pt x="1386" y="2840"/>
                    <a:pt x="1581" y="2840"/>
                  </a:cubicBezTo>
                  <a:cubicBezTo>
                    <a:pt x="2413" y="2840"/>
                    <a:pt x="3423" y="2381"/>
                    <a:pt x="3278" y="1512"/>
                  </a:cubicBezTo>
                  <a:cubicBezTo>
                    <a:pt x="3218" y="1095"/>
                    <a:pt x="3069" y="738"/>
                    <a:pt x="2801" y="440"/>
                  </a:cubicBezTo>
                  <a:cubicBezTo>
                    <a:pt x="2563" y="201"/>
                    <a:pt x="2235" y="52"/>
                    <a:pt x="1907" y="22"/>
                  </a:cubicBezTo>
                  <a:cubicBezTo>
                    <a:pt x="1833" y="8"/>
                    <a:pt x="1751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 rot="10800000">
              <a:off x="2903455" y="4639516"/>
              <a:ext cx="103225" cy="85382"/>
            </a:xfrm>
            <a:custGeom>
              <a:avLst/>
              <a:gdLst/>
              <a:ahLst/>
              <a:cxnLst/>
              <a:rect l="l" t="t" r="r" b="b"/>
              <a:pathLst>
                <a:path w="3101" h="2565" extrusionOk="0">
                  <a:moveTo>
                    <a:pt x="1531" y="1"/>
                  </a:moveTo>
                  <a:cubicBezTo>
                    <a:pt x="1460" y="1"/>
                    <a:pt x="1386" y="8"/>
                    <a:pt x="1311" y="23"/>
                  </a:cubicBezTo>
                  <a:cubicBezTo>
                    <a:pt x="894" y="83"/>
                    <a:pt x="507" y="351"/>
                    <a:pt x="298" y="738"/>
                  </a:cubicBezTo>
                  <a:cubicBezTo>
                    <a:pt x="0" y="1334"/>
                    <a:pt x="239" y="2287"/>
                    <a:pt x="954" y="2496"/>
                  </a:cubicBezTo>
                  <a:cubicBezTo>
                    <a:pt x="1096" y="2542"/>
                    <a:pt x="1264" y="2564"/>
                    <a:pt x="1441" y="2564"/>
                  </a:cubicBezTo>
                  <a:cubicBezTo>
                    <a:pt x="2188" y="2564"/>
                    <a:pt x="3100" y="2159"/>
                    <a:pt x="2980" y="1364"/>
                  </a:cubicBezTo>
                  <a:cubicBezTo>
                    <a:pt x="2950" y="1006"/>
                    <a:pt x="2801" y="649"/>
                    <a:pt x="2563" y="381"/>
                  </a:cubicBezTo>
                  <a:cubicBezTo>
                    <a:pt x="2324" y="172"/>
                    <a:pt x="2056" y="53"/>
                    <a:pt x="1728" y="23"/>
                  </a:cubicBezTo>
                  <a:cubicBezTo>
                    <a:pt x="1669" y="8"/>
                    <a:pt x="1602" y="1"/>
                    <a:pt x="15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 rot="10800000">
              <a:off x="4321124" y="616619"/>
              <a:ext cx="172096" cy="143602"/>
            </a:xfrm>
            <a:custGeom>
              <a:avLst/>
              <a:gdLst/>
              <a:ahLst/>
              <a:cxnLst/>
              <a:rect l="l" t="t" r="r" b="b"/>
              <a:pathLst>
                <a:path w="5170" h="4314" extrusionOk="0">
                  <a:moveTo>
                    <a:pt x="2507" y="0"/>
                  </a:moveTo>
                  <a:cubicBezTo>
                    <a:pt x="2392" y="0"/>
                    <a:pt x="2280" y="8"/>
                    <a:pt x="2176" y="23"/>
                  </a:cubicBezTo>
                  <a:cubicBezTo>
                    <a:pt x="1431" y="142"/>
                    <a:pt x="835" y="589"/>
                    <a:pt x="477" y="1214"/>
                  </a:cubicBezTo>
                  <a:cubicBezTo>
                    <a:pt x="0" y="2257"/>
                    <a:pt x="388" y="3837"/>
                    <a:pt x="1550" y="4194"/>
                  </a:cubicBezTo>
                  <a:cubicBezTo>
                    <a:pt x="1795" y="4274"/>
                    <a:pt x="2080" y="4313"/>
                    <a:pt x="2379" y="4313"/>
                  </a:cubicBezTo>
                  <a:cubicBezTo>
                    <a:pt x="3647" y="4313"/>
                    <a:pt x="5169" y="3607"/>
                    <a:pt x="4976" y="2257"/>
                  </a:cubicBezTo>
                  <a:cubicBezTo>
                    <a:pt x="4887" y="1661"/>
                    <a:pt x="4649" y="1125"/>
                    <a:pt x="4261" y="678"/>
                  </a:cubicBezTo>
                  <a:cubicBezTo>
                    <a:pt x="3874" y="291"/>
                    <a:pt x="3397" y="52"/>
                    <a:pt x="2861" y="23"/>
                  </a:cubicBezTo>
                  <a:cubicBezTo>
                    <a:pt x="2742" y="8"/>
                    <a:pt x="2622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 rot="10800000">
              <a:off x="292870" y="361181"/>
              <a:ext cx="217168" cy="176324"/>
            </a:xfrm>
            <a:custGeom>
              <a:avLst/>
              <a:gdLst/>
              <a:ahLst/>
              <a:cxnLst/>
              <a:rect l="l" t="t" r="r" b="b"/>
              <a:pathLst>
                <a:path w="6524" h="5297" extrusionOk="0">
                  <a:moveTo>
                    <a:pt x="3019" y="1"/>
                  </a:moveTo>
                  <a:cubicBezTo>
                    <a:pt x="2799" y="1"/>
                    <a:pt x="2575" y="28"/>
                    <a:pt x="2352" y="81"/>
                  </a:cubicBezTo>
                  <a:cubicBezTo>
                    <a:pt x="2084" y="140"/>
                    <a:pt x="1815" y="230"/>
                    <a:pt x="1577" y="349"/>
                  </a:cubicBezTo>
                  <a:cubicBezTo>
                    <a:pt x="802" y="766"/>
                    <a:pt x="296" y="1511"/>
                    <a:pt x="147" y="2375"/>
                  </a:cubicBezTo>
                  <a:cubicBezTo>
                    <a:pt x="0" y="3692"/>
                    <a:pt x="1033" y="5297"/>
                    <a:pt x="2453" y="5297"/>
                  </a:cubicBezTo>
                  <a:cubicBezTo>
                    <a:pt x="2479" y="5297"/>
                    <a:pt x="2505" y="5296"/>
                    <a:pt x="2531" y="5295"/>
                  </a:cubicBezTo>
                  <a:cubicBezTo>
                    <a:pt x="4110" y="5236"/>
                    <a:pt x="6523" y="3567"/>
                    <a:pt x="5600" y="1779"/>
                  </a:cubicBezTo>
                  <a:cubicBezTo>
                    <a:pt x="5302" y="1124"/>
                    <a:pt x="4795" y="617"/>
                    <a:pt x="4169" y="260"/>
                  </a:cubicBezTo>
                  <a:cubicBezTo>
                    <a:pt x="3805" y="87"/>
                    <a:pt x="3417" y="1"/>
                    <a:pt x="30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0" name="Google Shape;320;p9"/>
            <p:cNvGrpSpPr/>
            <p:nvPr/>
          </p:nvGrpSpPr>
          <p:grpSpPr>
            <a:xfrm rot="-9990510">
              <a:off x="-1232810" y="2854884"/>
              <a:ext cx="3190613" cy="3220433"/>
              <a:chOff x="7044875" y="-1293869"/>
              <a:chExt cx="3190628" cy="3220448"/>
            </a:xfrm>
          </p:grpSpPr>
          <p:grpSp>
            <p:nvGrpSpPr>
              <p:cNvPr id="321" name="Google Shape;321;p9"/>
              <p:cNvGrpSpPr/>
              <p:nvPr/>
            </p:nvGrpSpPr>
            <p:grpSpPr>
              <a:xfrm>
                <a:off x="7173820" y="-1293869"/>
                <a:ext cx="3061683" cy="3220448"/>
                <a:chOff x="7173820" y="-1293869"/>
                <a:chExt cx="3061683" cy="3220448"/>
              </a:xfrm>
            </p:grpSpPr>
            <p:sp>
              <p:nvSpPr>
                <p:cNvPr id="322" name="Google Shape;322;p9"/>
                <p:cNvSpPr/>
                <p:nvPr/>
              </p:nvSpPr>
              <p:spPr>
                <a:xfrm rot="-776719">
                  <a:off x="7447222" y="-1046817"/>
                  <a:ext cx="2514879" cy="27263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25" h="67670" extrusionOk="0">
                      <a:moveTo>
                        <a:pt x="42599" y="1"/>
                      </a:moveTo>
                      <a:cubicBezTo>
                        <a:pt x="33273" y="1"/>
                        <a:pt x="24436" y="5343"/>
                        <a:pt x="14889" y="5343"/>
                      </a:cubicBezTo>
                      <a:cubicBezTo>
                        <a:pt x="14388" y="5343"/>
                        <a:pt x="13885" y="5329"/>
                        <a:pt x="13379" y="5298"/>
                      </a:cubicBezTo>
                      <a:cubicBezTo>
                        <a:pt x="12134" y="5228"/>
                        <a:pt x="10849" y="5098"/>
                        <a:pt x="9587" y="5098"/>
                      </a:cubicBezTo>
                      <a:cubicBezTo>
                        <a:pt x="8161" y="5098"/>
                        <a:pt x="6763" y="5263"/>
                        <a:pt x="5483" y="5864"/>
                      </a:cubicBezTo>
                      <a:cubicBezTo>
                        <a:pt x="2831" y="7085"/>
                        <a:pt x="1252" y="9946"/>
                        <a:pt x="567" y="12806"/>
                      </a:cubicBezTo>
                      <a:cubicBezTo>
                        <a:pt x="1" y="15279"/>
                        <a:pt x="1" y="17812"/>
                        <a:pt x="537" y="20285"/>
                      </a:cubicBezTo>
                      <a:cubicBezTo>
                        <a:pt x="1461" y="24695"/>
                        <a:pt x="3993" y="28598"/>
                        <a:pt x="7658" y="31221"/>
                      </a:cubicBezTo>
                      <a:cubicBezTo>
                        <a:pt x="13350" y="35184"/>
                        <a:pt x="21603" y="35958"/>
                        <a:pt x="25209" y="41918"/>
                      </a:cubicBezTo>
                      <a:cubicBezTo>
                        <a:pt x="27801" y="46208"/>
                        <a:pt x="26937" y="51721"/>
                        <a:pt x="28337" y="56518"/>
                      </a:cubicBezTo>
                      <a:cubicBezTo>
                        <a:pt x="30524" y="64017"/>
                        <a:pt x="36902" y="67669"/>
                        <a:pt x="43484" y="67669"/>
                      </a:cubicBezTo>
                      <a:cubicBezTo>
                        <a:pt x="49010" y="67669"/>
                        <a:pt x="54680" y="65095"/>
                        <a:pt x="58134" y="60064"/>
                      </a:cubicBezTo>
                      <a:cubicBezTo>
                        <a:pt x="61531" y="55117"/>
                        <a:pt x="62425" y="48622"/>
                        <a:pt x="60875" y="42841"/>
                      </a:cubicBezTo>
                      <a:cubicBezTo>
                        <a:pt x="59713" y="38521"/>
                        <a:pt x="57300" y="34647"/>
                        <a:pt x="56108" y="30356"/>
                      </a:cubicBezTo>
                      <a:cubicBezTo>
                        <a:pt x="55274" y="27436"/>
                        <a:pt x="55005" y="24367"/>
                        <a:pt x="55363" y="21358"/>
                      </a:cubicBezTo>
                      <a:cubicBezTo>
                        <a:pt x="55840" y="16888"/>
                        <a:pt x="57598" y="12270"/>
                        <a:pt x="56197" y="7979"/>
                      </a:cubicBezTo>
                      <a:cubicBezTo>
                        <a:pt x="54767" y="3599"/>
                        <a:pt x="50208" y="828"/>
                        <a:pt x="45649" y="202"/>
                      </a:cubicBezTo>
                      <a:cubicBezTo>
                        <a:pt x="44626" y="63"/>
                        <a:pt x="43609" y="1"/>
                        <a:pt x="4259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23" name="Google Shape;323;p9"/>
                <p:cNvGrpSpPr/>
                <p:nvPr/>
              </p:nvGrpSpPr>
              <p:grpSpPr>
                <a:xfrm rot="8100000">
                  <a:off x="8939114" y="1159920"/>
                  <a:ext cx="70212" cy="266577"/>
                  <a:chOff x="5735123" y="3863031"/>
                  <a:chExt cx="70213" cy="266579"/>
                </a:xfrm>
              </p:grpSpPr>
              <p:sp>
                <p:nvSpPr>
                  <p:cNvPr id="324" name="Google Shape;324;p9"/>
                  <p:cNvSpPr/>
                  <p:nvPr/>
                </p:nvSpPr>
                <p:spPr>
                  <a:xfrm>
                    <a:off x="5744701" y="3863031"/>
                    <a:ext cx="60635" cy="1668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6480" extrusionOk="0">
                        <a:moveTo>
                          <a:pt x="880" y="0"/>
                        </a:moveTo>
                        <a:cubicBezTo>
                          <a:pt x="827" y="0"/>
                          <a:pt x="773" y="6"/>
                          <a:pt x="716" y="19"/>
                        </a:cubicBezTo>
                        <a:cubicBezTo>
                          <a:pt x="298" y="93"/>
                          <a:pt x="135" y="436"/>
                          <a:pt x="90" y="823"/>
                        </a:cubicBezTo>
                        <a:cubicBezTo>
                          <a:pt x="60" y="1077"/>
                          <a:pt x="60" y="1330"/>
                          <a:pt x="75" y="1583"/>
                        </a:cubicBezTo>
                        <a:cubicBezTo>
                          <a:pt x="135" y="2581"/>
                          <a:pt x="120" y="3564"/>
                          <a:pt x="30" y="4548"/>
                        </a:cubicBezTo>
                        <a:cubicBezTo>
                          <a:pt x="1" y="4905"/>
                          <a:pt x="15" y="5278"/>
                          <a:pt x="60" y="5635"/>
                        </a:cubicBezTo>
                        <a:cubicBezTo>
                          <a:pt x="120" y="6067"/>
                          <a:pt x="343" y="6410"/>
                          <a:pt x="805" y="6470"/>
                        </a:cubicBezTo>
                        <a:cubicBezTo>
                          <a:pt x="850" y="6476"/>
                          <a:pt x="895" y="6479"/>
                          <a:pt x="939" y="6479"/>
                        </a:cubicBezTo>
                        <a:cubicBezTo>
                          <a:pt x="1309" y="6479"/>
                          <a:pt x="1655" y="6262"/>
                          <a:pt x="1788" y="5903"/>
                        </a:cubicBezTo>
                        <a:cubicBezTo>
                          <a:pt x="1937" y="5620"/>
                          <a:pt x="2056" y="5308"/>
                          <a:pt x="2131" y="4995"/>
                        </a:cubicBezTo>
                        <a:cubicBezTo>
                          <a:pt x="2354" y="3654"/>
                          <a:pt x="2265" y="2268"/>
                          <a:pt x="1848" y="972"/>
                        </a:cubicBezTo>
                        <a:cubicBezTo>
                          <a:pt x="1788" y="838"/>
                          <a:pt x="1729" y="689"/>
                          <a:pt x="1669" y="555"/>
                        </a:cubicBezTo>
                        <a:cubicBezTo>
                          <a:pt x="1439" y="223"/>
                          <a:pt x="1198" y="0"/>
                          <a:pt x="880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5" name="Google Shape;325;p9"/>
                  <p:cNvSpPr/>
                  <p:nvPr/>
                </p:nvSpPr>
                <p:spPr>
                  <a:xfrm>
                    <a:off x="5735123" y="4069722"/>
                    <a:ext cx="48354" cy="598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78" h="2326" extrusionOk="0">
                        <a:moveTo>
                          <a:pt x="1026" y="0"/>
                        </a:moveTo>
                        <a:cubicBezTo>
                          <a:pt x="855" y="0"/>
                          <a:pt x="683" y="69"/>
                          <a:pt x="551" y="214"/>
                        </a:cubicBezTo>
                        <a:cubicBezTo>
                          <a:pt x="164" y="617"/>
                          <a:pt x="0" y="1168"/>
                          <a:pt x="89" y="1719"/>
                        </a:cubicBezTo>
                        <a:cubicBezTo>
                          <a:pt x="132" y="2084"/>
                          <a:pt x="447" y="2326"/>
                          <a:pt x="781" y="2326"/>
                        </a:cubicBezTo>
                        <a:cubicBezTo>
                          <a:pt x="910" y="2326"/>
                          <a:pt x="1042" y="2290"/>
                          <a:pt x="1162" y="2211"/>
                        </a:cubicBezTo>
                        <a:cubicBezTo>
                          <a:pt x="1639" y="1913"/>
                          <a:pt x="1877" y="795"/>
                          <a:pt x="1579" y="319"/>
                        </a:cubicBezTo>
                        <a:cubicBezTo>
                          <a:pt x="1454" y="111"/>
                          <a:pt x="1242" y="0"/>
                          <a:pt x="1026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26" name="Google Shape;326;p9"/>
              <p:cNvSpPr/>
              <p:nvPr/>
            </p:nvSpPr>
            <p:spPr>
              <a:xfrm rot="-549082">
                <a:off x="7216503" y="-817125"/>
                <a:ext cx="2462148" cy="2355450"/>
              </a:xfrm>
              <a:custGeom>
                <a:avLst/>
                <a:gdLst/>
                <a:ahLst/>
                <a:cxnLst/>
                <a:rect l="l" t="t" r="r" b="b"/>
                <a:pathLst>
                  <a:path w="61114" h="58462" fill="none" extrusionOk="0">
                    <a:moveTo>
                      <a:pt x="2920" y="14929"/>
                    </a:moveTo>
                    <a:cubicBezTo>
                      <a:pt x="4231" y="18594"/>
                      <a:pt x="7479" y="21216"/>
                      <a:pt x="10995" y="22825"/>
                    </a:cubicBezTo>
                    <a:cubicBezTo>
                      <a:pt x="13617" y="24047"/>
                      <a:pt x="16478" y="24821"/>
                      <a:pt x="18951" y="26341"/>
                    </a:cubicBezTo>
                    <a:cubicBezTo>
                      <a:pt x="22735" y="28695"/>
                      <a:pt x="25298" y="32598"/>
                      <a:pt x="25953" y="37008"/>
                    </a:cubicBezTo>
                    <a:cubicBezTo>
                      <a:pt x="26340" y="39600"/>
                      <a:pt x="26013" y="42223"/>
                      <a:pt x="26251" y="44815"/>
                    </a:cubicBezTo>
                    <a:cubicBezTo>
                      <a:pt x="26579" y="48778"/>
                      <a:pt x="28277" y="52741"/>
                      <a:pt x="31495" y="55065"/>
                    </a:cubicBezTo>
                    <a:cubicBezTo>
                      <a:pt x="33641" y="56614"/>
                      <a:pt x="36263" y="57359"/>
                      <a:pt x="38885" y="57627"/>
                    </a:cubicBezTo>
                    <a:cubicBezTo>
                      <a:pt x="46185" y="58462"/>
                      <a:pt x="54320" y="55601"/>
                      <a:pt x="57925" y="49195"/>
                    </a:cubicBezTo>
                    <a:cubicBezTo>
                      <a:pt x="61113" y="43474"/>
                      <a:pt x="60160" y="36412"/>
                      <a:pt x="58580" y="30066"/>
                    </a:cubicBezTo>
                    <a:cubicBezTo>
                      <a:pt x="57001" y="23749"/>
                      <a:pt x="54856" y="17253"/>
                      <a:pt x="55899" y="10817"/>
                    </a:cubicBezTo>
                    <a:cubicBezTo>
                      <a:pt x="56286" y="8612"/>
                      <a:pt x="56971" y="6348"/>
                      <a:pt x="56227" y="4232"/>
                    </a:cubicBezTo>
                    <a:cubicBezTo>
                      <a:pt x="55213" y="1342"/>
                      <a:pt x="51757" y="1"/>
                      <a:pt x="48688" y="239"/>
                    </a:cubicBezTo>
                    <a:cubicBezTo>
                      <a:pt x="45619" y="448"/>
                      <a:pt x="42788" y="1818"/>
                      <a:pt x="39838" y="2712"/>
                    </a:cubicBezTo>
                    <a:cubicBezTo>
                      <a:pt x="35488" y="4023"/>
                      <a:pt x="30870" y="4292"/>
                      <a:pt x="26370" y="3517"/>
                    </a:cubicBezTo>
                    <a:cubicBezTo>
                      <a:pt x="22556" y="2861"/>
                      <a:pt x="18862" y="1431"/>
                      <a:pt x="14958" y="1103"/>
                    </a:cubicBezTo>
                    <a:cubicBezTo>
                      <a:pt x="7420" y="537"/>
                      <a:pt x="0" y="6765"/>
                      <a:pt x="2920" y="14929"/>
                    </a:cubicBezTo>
                    <a:close/>
                  </a:path>
                </a:pathLst>
              </a:custGeom>
              <a:noFill/>
              <a:ln w="9675" cap="flat" cmpd="sng">
                <a:solidFill>
                  <a:schemeClr val="accent1"/>
                </a:solidFill>
                <a:prstDash val="solid"/>
                <a:miter lim="297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27" name="Google Shape;327;p9"/>
              <p:cNvGrpSpPr/>
              <p:nvPr/>
            </p:nvGrpSpPr>
            <p:grpSpPr>
              <a:xfrm rot="-3298310">
                <a:off x="8268470" y="-365522"/>
                <a:ext cx="781177" cy="840852"/>
                <a:chOff x="8604632" y="-457076"/>
                <a:chExt cx="781149" cy="840821"/>
              </a:xfrm>
            </p:grpSpPr>
            <p:sp>
              <p:nvSpPr>
                <p:cNvPr id="328" name="Google Shape;328;p9"/>
                <p:cNvSpPr/>
                <p:nvPr/>
              </p:nvSpPr>
              <p:spPr>
                <a:xfrm>
                  <a:off x="8617645" y="162156"/>
                  <a:ext cx="91775" cy="76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" h="1902" extrusionOk="0">
                      <a:moveTo>
                        <a:pt x="958" y="0"/>
                      </a:moveTo>
                      <a:cubicBezTo>
                        <a:pt x="479" y="0"/>
                        <a:pt x="1" y="856"/>
                        <a:pt x="362" y="1556"/>
                      </a:cubicBezTo>
                      <a:cubicBezTo>
                        <a:pt x="486" y="1794"/>
                        <a:pt x="716" y="1901"/>
                        <a:pt x="956" y="1901"/>
                      </a:cubicBezTo>
                      <a:cubicBezTo>
                        <a:pt x="1585" y="1901"/>
                        <a:pt x="2278" y="1169"/>
                        <a:pt x="1286" y="155"/>
                      </a:cubicBezTo>
                      <a:cubicBezTo>
                        <a:pt x="1184" y="47"/>
                        <a:pt x="1071" y="0"/>
                        <a:pt x="9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329;p9"/>
                <p:cNvSpPr/>
                <p:nvPr/>
              </p:nvSpPr>
              <p:spPr>
                <a:xfrm>
                  <a:off x="8805309" y="295309"/>
                  <a:ext cx="134480" cy="88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8" h="2195" extrusionOk="0">
                      <a:moveTo>
                        <a:pt x="1367" y="1"/>
                      </a:moveTo>
                      <a:cubicBezTo>
                        <a:pt x="636" y="1"/>
                        <a:pt x="0" y="1354"/>
                        <a:pt x="1008" y="2035"/>
                      </a:cubicBezTo>
                      <a:cubicBezTo>
                        <a:pt x="1183" y="2145"/>
                        <a:pt x="1368" y="2194"/>
                        <a:pt x="1547" y="2194"/>
                      </a:cubicBezTo>
                      <a:cubicBezTo>
                        <a:pt x="2524" y="2194"/>
                        <a:pt x="3337" y="744"/>
                        <a:pt x="1574" y="38"/>
                      </a:cubicBezTo>
                      <a:cubicBezTo>
                        <a:pt x="1505" y="13"/>
                        <a:pt x="1436" y="1"/>
                        <a:pt x="13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" name="Google Shape;330;p9"/>
                <p:cNvSpPr/>
                <p:nvPr/>
              </p:nvSpPr>
              <p:spPr>
                <a:xfrm>
                  <a:off x="8604632" y="-232871"/>
                  <a:ext cx="102935" cy="110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5" h="2747" extrusionOk="0">
                      <a:moveTo>
                        <a:pt x="1324" y="1"/>
                      </a:moveTo>
                      <a:cubicBezTo>
                        <a:pt x="1290" y="1"/>
                        <a:pt x="1255" y="3"/>
                        <a:pt x="1222" y="8"/>
                      </a:cubicBezTo>
                      <a:cubicBezTo>
                        <a:pt x="149" y="127"/>
                        <a:pt x="0" y="991"/>
                        <a:pt x="179" y="2154"/>
                      </a:cubicBezTo>
                      <a:cubicBezTo>
                        <a:pt x="255" y="2576"/>
                        <a:pt x="551" y="2746"/>
                        <a:pt x="905" y="2746"/>
                      </a:cubicBezTo>
                      <a:cubicBezTo>
                        <a:pt x="1524" y="2746"/>
                        <a:pt x="2319" y="2224"/>
                        <a:pt x="2414" y="1617"/>
                      </a:cubicBezTo>
                      <a:cubicBezTo>
                        <a:pt x="2554" y="690"/>
                        <a:pt x="1899" y="1"/>
                        <a:pt x="132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" name="Google Shape;331;p9"/>
                <p:cNvSpPr/>
                <p:nvPr/>
              </p:nvSpPr>
              <p:spPr>
                <a:xfrm>
                  <a:off x="8790684" y="-457076"/>
                  <a:ext cx="142376" cy="145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4" h="3617" extrusionOk="0">
                      <a:moveTo>
                        <a:pt x="1139" y="0"/>
                      </a:moveTo>
                      <a:cubicBezTo>
                        <a:pt x="1127" y="0"/>
                        <a:pt x="1115" y="1"/>
                        <a:pt x="1103" y="1"/>
                      </a:cubicBezTo>
                      <a:cubicBezTo>
                        <a:pt x="60" y="61"/>
                        <a:pt x="1" y="1193"/>
                        <a:pt x="150" y="1849"/>
                      </a:cubicBezTo>
                      <a:cubicBezTo>
                        <a:pt x="292" y="2467"/>
                        <a:pt x="947" y="3616"/>
                        <a:pt x="1766" y="3616"/>
                      </a:cubicBezTo>
                      <a:cubicBezTo>
                        <a:pt x="1974" y="3616"/>
                        <a:pt x="2191" y="3543"/>
                        <a:pt x="2414" y="3368"/>
                      </a:cubicBezTo>
                      <a:cubicBezTo>
                        <a:pt x="3533" y="2514"/>
                        <a:pt x="2178" y="0"/>
                        <a:pt x="113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" name="Google Shape;332;p9"/>
                <p:cNvSpPr/>
                <p:nvPr/>
              </p:nvSpPr>
              <p:spPr>
                <a:xfrm>
                  <a:off x="9263669" y="116510"/>
                  <a:ext cx="122111" cy="129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1" h="3206" extrusionOk="0">
                      <a:moveTo>
                        <a:pt x="1533" y="0"/>
                      </a:moveTo>
                      <a:cubicBezTo>
                        <a:pt x="1499" y="0"/>
                        <a:pt x="1464" y="3"/>
                        <a:pt x="1431" y="7"/>
                      </a:cubicBezTo>
                      <a:cubicBezTo>
                        <a:pt x="179" y="186"/>
                        <a:pt x="0" y="1169"/>
                        <a:pt x="239" y="2510"/>
                      </a:cubicBezTo>
                      <a:cubicBezTo>
                        <a:pt x="325" y="3006"/>
                        <a:pt x="666" y="3206"/>
                        <a:pt x="1075" y="3206"/>
                      </a:cubicBezTo>
                      <a:cubicBezTo>
                        <a:pt x="1795" y="3206"/>
                        <a:pt x="2728" y="2587"/>
                        <a:pt x="2861" y="1884"/>
                      </a:cubicBezTo>
                      <a:cubicBezTo>
                        <a:pt x="3031" y="808"/>
                        <a:pt x="2204" y="0"/>
                        <a:pt x="153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" name="Google Shape;333;p9"/>
                <p:cNvSpPr/>
                <p:nvPr/>
              </p:nvSpPr>
              <p:spPr>
                <a:xfrm>
                  <a:off x="8937495" y="-208053"/>
                  <a:ext cx="179763" cy="162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2" h="4035" extrusionOk="0">
                      <a:moveTo>
                        <a:pt x="2115" y="0"/>
                      </a:moveTo>
                      <a:cubicBezTo>
                        <a:pt x="1605" y="0"/>
                        <a:pt x="1084" y="161"/>
                        <a:pt x="737" y="495"/>
                      </a:cubicBezTo>
                      <a:cubicBezTo>
                        <a:pt x="1" y="1202"/>
                        <a:pt x="1201" y="4035"/>
                        <a:pt x="2498" y="4035"/>
                      </a:cubicBezTo>
                      <a:cubicBezTo>
                        <a:pt x="2566" y="4035"/>
                        <a:pt x="2635" y="4027"/>
                        <a:pt x="2703" y="4011"/>
                      </a:cubicBezTo>
                      <a:cubicBezTo>
                        <a:pt x="4074" y="3713"/>
                        <a:pt x="4461" y="2163"/>
                        <a:pt x="3597" y="703"/>
                      </a:cubicBezTo>
                      <a:cubicBezTo>
                        <a:pt x="3351" y="243"/>
                        <a:pt x="2741" y="0"/>
                        <a:pt x="211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" name="Google Shape;334;p9"/>
                <p:cNvSpPr/>
                <p:nvPr/>
              </p:nvSpPr>
              <p:spPr>
                <a:xfrm>
                  <a:off x="8990474" y="198053"/>
                  <a:ext cx="112040" cy="93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1" h="2328" extrusionOk="0">
                      <a:moveTo>
                        <a:pt x="1169" y="1"/>
                      </a:moveTo>
                      <a:cubicBezTo>
                        <a:pt x="583" y="1"/>
                        <a:pt x="0" y="1047"/>
                        <a:pt x="435" y="1916"/>
                      </a:cubicBezTo>
                      <a:cubicBezTo>
                        <a:pt x="589" y="2200"/>
                        <a:pt x="868" y="2328"/>
                        <a:pt x="1157" y="2328"/>
                      </a:cubicBezTo>
                      <a:cubicBezTo>
                        <a:pt x="1929" y="2328"/>
                        <a:pt x="2781" y="1423"/>
                        <a:pt x="1567" y="188"/>
                      </a:cubicBezTo>
                      <a:cubicBezTo>
                        <a:pt x="1443" y="58"/>
                        <a:pt x="1306" y="1"/>
                        <a:pt x="116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" name="Google Shape;335;p9"/>
                <p:cNvSpPr/>
                <p:nvPr/>
              </p:nvSpPr>
              <p:spPr>
                <a:xfrm>
                  <a:off x="8799628" y="-25507"/>
                  <a:ext cx="134157" cy="87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0" h="2172" extrusionOk="0">
                      <a:moveTo>
                        <a:pt x="1341" y="1"/>
                      </a:moveTo>
                      <a:cubicBezTo>
                        <a:pt x="617" y="1"/>
                        <a:pt x="1" y="1337"/>
                        <a:pt x="1000" y="2012"/>
                      </a:cubicBezTo>
                      <a:cubicBezTo>
                        <a:pt x="1176" y="2123"/>
                        <a:pt x="1360" y="2172"/>
                        <a:pt x="1539" y="2172"/>
                      </a:cubicBezTo>
                      <a:cubicBezTo>
                        <a:pt x="2517" y="2172"/>
                        <a:pt x="3329" y="726"/>
                        <a:pt x="1566" y="46"/>
                      </a:cubicBezTo>
                      <a:cubicBezTo>
                        <a:pt x="1491" y="15"/>
                        <a:pt x="1415" y="1"/>
                        <a:pt x="134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36" name="Google Shape;336;p9"/>
            <p:cNvGrpSpPr/>
            <p:nvPr/>
          </p:nvGrpSpPr>
          <p:grpSpPr>
            <a:xfrm rot="-7803555">
              <a:off x="4522886" y="4754330"/>
              <a:ext cx="740371" cy="757532"/>
              <a:chOff x="4391775" y="4244400"/>
              <a:chExt cx="715125" cy="731700"/>
            </a:xfrm>
          </p:grpSpPr>
          <p:sp>
            <p:nvSpPr>
              <p:cNvPr id="337" name="Google Shape;337;p9"/>
              <p:cNvSpPr/>
              <p:nvPr/>
            </p:nvSpPr>
            <p:spPr>
              <a:xfrm>
                <a:off x="4391775" y="4244400"/>
                <a:ext cx="715125" cy="731700"/>
              </a:xfrm>
              <a:custGeom>
                <a:avLst/>
                <a:gdLst/>
                <a:ahLst/>
                <a:cxnLst/>
                <a:rect l="l" t="t" r="r" b="b"/>
                <a:pathLst>
                  <a:path w="28605" h="29268" extrusionOk="0">
                    <a:moveTo>
                      <a:pt x="15770" y="550"/>
                    </a:moveTo>
                    <a:cubicBezTo>
                      <a:pt x="16901" y="550"/>
                      <a:pt x="18030" y="688"/>
                      <a:pt x="19130" y="988"/>
                    </a:cubicBezTo>
                    <a:cubicBezTo>
                      <a:pt x="27056" y="3134"/>
                      <a:pt x="28605" y="12907"/>
                      <a:pt x="26758" y="19820"/>
                    </a:cubicBezTo>
                    <a:cubicBezTo>
                      <a:pt x="26311" y="21548"/>
                      <a:pt x="25625" y="23217"/>
                      <a:pt x="24731" y="24766"/>
                    </a:cubicBezTo>
                    <a:cubicBezTo>
                      <a:pt x="24106" y="25809"/>
                      <a:pt x="23331" y="26912"/>
                      <a:pt x="22288" y="27597"/>
                    </a:cubicBezTo>
                    <a:cubicBezTo>
                      <a:pt x="21692" y="27954"/>
                      <a:pt x="21007" y="28163"/>
                      <a:pt x="20292" y="28252"/>
                    </a:cubicBezTo>
                    <a:cubicBezTo>
                      <a:pt x="19308" y="28431"/>
                      <a:pt x="18355" y="28550"/>
                      <a:pt x="17372" y="28640"/>
                    </a:cubicBezTo>
                    <a:cubicBezTo>
                      <a:pt x="16627" y="28703"/>
                      <a:pt x="15862" y="28738"/>
                      <a:pt x="15089" y="28738"/>
                    </a:cubicBezTo>
                    <a:cubicBezTo>
                      <a:pt x="10415" y="28738"/>
                      <a:pt x="5434" y="27452"/>
                      <a:pt x="2801" y="23336"/>
                    </a:cubicBezTo>
                    <a:cubicBezTo>
                      <a:pt x="2364" y="22665"/>
                      <a:pt x="2012" y="21966"/>
                      <a:pt x="1746" y="21239"/>
                    </a:cubicBezTo>
                    <a:lnTo>
                      <a:pt x="1746" y="21239"/>
                    </a:lnTo>
                    <a:cubicBezTo>
                      <a:pt x="1307" y="19763"/>
                      <a:pt x="1072" y="18286"/>
                      <a:pt x="983" y="16751"/>
                    </a:cubicBezTo>
                    <a:cubicBezTo>
                      <a:pt x="745" y="13682"/>
                      <a:pt x="1103" y="10464"/>
                      <a:pt x="2622" y="7752"/>
                    </a:cubicBezTo>
                    <a:cubicBezTo>
                      <a:pt x="4231" y="4832"/>
                      <a:pt x="7151" y="2806"/>
                      <a:pt x="10191" y="1614"/>
                    </a:cubicBezTo>
                    <a:cubicBezTo>
                      <a:pt x="11966" y="942"/>
                      <a:pt x="13870" y="550"/>
                      <a:pt x="15770" y="550"/>
                    </a:cubicBezTo>
                    <a:close/>
                    <a:moveTo>
                      <a:pt x="15687" y="0"/>
                    </a:moveTo>
                    <a:cubicBezTo>
                      <a:pt x="14592" y="0"/>
                      <a:pt x="13493" y="128"/>
                      <a:pt x="12425" y="363"/>
                    </a:cubicBezTo>
                    <a:cubicBezTo>
                      <a:pt x="9267" y="1078"/>
                      <a:pt x="6049" y="2746"/>
                      <a:pt x="3874" y="5190"/>
                    </a:cubicBezTo>
                    <a:cubicBezTo>
                      <a:pt x="119" y="9391"/>
                      <a:pt x="0" y="15827"/>
                      <a:pt x="1401" y="20982"/>
                    </a:cubicBezTo>
                    <a:cubicBezTo>
                      <a:pt x="1430" y="21101"/>
                      <a:pt x="1460" y="21220"/>
                      <a:pt x="1490" y="21340"/>
                    </a:cubicBezTo>
                    <a:cubicBezTo>
                      <a:pt x="1505" y="21394"/>
                      <a:pt x="1525" y="21439"/>
                      <a:pt x="1548" y="21472"/>
                    </a:cubicBezTo>
                    <a:lnTo>
                      <a:pt x="1548" y="21472"/>
                    </a:lnTo>
                    <a:cubicBezTo>
                      <a:pt x="2629" y="24299"/>
                      <a:pt x="4762" y="26594"/>
                      <a:pt x="7509" y="27805"/>
                    </a:cubicBezTo>
                    <a:cubicBezTo>
                      <a:pt x="9968" y="28920"/>
                      <a:pt x="12700" y="29267"/>
                      <a:pt x="15365" y="29267"/>
                    </a:cubicBezTo>
                    <a:cubicBezTo>
                      <a:pt x="15478" y="29267"/>
                      <a:pt x="15591" y="29267"/>
                      <a:pt x="15703" y="29265"/>
                    </a:cubicBezTo>
                    <a:cubicBezTo>
                      <a:pt x="17699" y="29265"/>
                      <a:pt x="19696" y="28997"/>
                      <a:pt x="21603" y="28521"/>
                    </a:cubicBezTo>
                    <a:cubicBezTo>
                      <a:pt x="22586" y="28252"/>
                      <a:pt x="23361" y="27478"/>
                      <a:pt x="23957" y="26703"/>
                    </a:cubicBezTo>
                    <a:cubicBezTo>
                      <a:pt x="24970" y="25392"/>
                      <a:pt x="25774" y="23932"/>
                      <a:pt x="26340" y="22353"/>
                    </a:cubicBezTo>
                    <a:cubicBezTo>
                      <a:pt x="27920" y="18270"/>
                      <a:pt x="28218" y="13771"/>
                      <a:pt x="27145" y="9510"/>
                    </a:cubicBezTo>
                    <a:cubicBezTo>
                      <a:pt x="26281" y="6143"/>
                      <a:pt x="24463" y="3015"/>
                      <a:pt x="21335" y="1346"/>
                    </a:cubicBezTo>
                    <a:cubicBezTo>
                      <a:pt x="19595" y="409"/>
                      <a:pt x="17647" y="0"/>
                      <a:pt x="15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9"/>
              <p:cNvSpPr/>
              <p:nvPr/>
            </p:nvSpPr>
            <p:spPr>
              <a:xfrm>
                <a:off x="4434225" y="4314550"/>
                <a:ext cx="592225" cy="558725"/>
              </a:xfrm>
              <a:custGeom>
                <a:avLst/>
                <a:gdLst/>
                <a:ahLst/>
                <a:cxnLst/>
                <a:rect l="l" t="t" r="r" b="b"/>
                <a:pathLst>
                  <a:path w="23689" h="22349" extrusionOk="0">
                    <a:moveTo>
                      <a:pt x="12524" y="547"/>
                    </a:moveTo>
                    <a:cubicBezTo>
                      <a:pt x="12794" y="547"/>
                      <a:pt x="13064" y="585"/>
                      <a:pt x="13320" y="656"/>
                    </a:cubicBezTo>
                    <a:cubicBezTo>
                      <a:pt x="13916" y="864"/>
                      <a:pt x="14512" y="1073"/>
                      <a:pt x="15108" y="1341"/>
                    </a:cubicBezTo>
                    <a:cubicBezTo>
                      <a:pt x="18773" y="2980"/>
                      <a:pt x="22914" y="6019"/>
                      <a:pt x="23093" y="10429"/>
                    </a:cubicBezTo>
                    <a:cubicBezTo>
                      <a:pt x="23122" y="11027"/>
                      <a:pt x="23068" y="11653"/>
                      <a:pt x="22959" y="12253"/>
                    </a:cubicBezTo>
                    <a:lnTo>
                      <a:pt x="22959" y="12253"/>
                    </a:lnTo>
                    <a:cubicBezTo>
                      <a:pt x="22942" y="12268"/>
                      <a:pt x="22927" y="12294"/>
                      <a:pt x="22914" y="12336"/>
                    </a:cubicBezTo>
                    <a:cubicBezTo>
                      <a:pt x="22646" y="13349"/>
                      <a:pt x="22259" y="14302"/>
                      <a:pt x="21782" y="15226"/>
                    </a:cubicBezTo>
                    <a:cubicBezTo>
                      <a:pt x="20888" y="17193"/>
                      <a:pt x="19517" y="18861"/>
                      <a:pt x="17789" y="20172"/>
                    </a:cubicBezTo>
                    <a:cubicBezTo>
                      <a:pt x="16182" y="21320"/>
                      <a:pt x="14240" y="21778"/>
                      <a:pt x="12274" y="21778"/>
                    </a:cubicBezTo>
                    <a:cubicBezTo>
                      <a:pt x="11688" y="21778"/>
                      <a:pt x="11100" y="21737"/>
                      <a:pt x="10519" y="21662"/>
                    </a:cubicBezTo>
                    <a:cubicBezTo>
                      <a:pt x="8016" y="21305"/>
                      <a:pt x="5602" y="20262"/>
                      <a:pt x="3934" y="18385"/>
                    </a:cubicBezTo>
                    <a:cubicBezTo>
                      <a:pt x="1" y="14004"/>
                      <a:pt x="2861" y="7449"/>
                      <a:pt x="6526" y="3874"/>
                    </a:cubicBezTo>
                    <a:cubicBezTo>
                      <a:pt x="7956" y="2503"/>
                      <a:pt x="9714" y="1192"/>
                      <a:pt x="11651" y="685"/>
                    </a:cubicBezTo>
                    <a:cubicBezTo>
                      <a:pt x="11931" y="592"/>
                      <a:pt x="12228" y="547"/>
                      <a:pt x="12524" y="547"/>
                    </a:cubicBezTo>
                    <a:close/>
                    <a:moveTo>
                      <a:pt x="12634" y="0"/>
                    </a:moveTo>
                    <a:cubicBezTo>
                      <a:pt x="11889" y="0"/>
                      <a:pt x="11145" y="179"/>
                      <a:pt x="10459" y="536"/>
                    </a:cubicBezTo>
                    <a:cubicBezTo>
                      <a:pt x="9506" y="954"/>
                      <a:pt x="8612" y="1490"/>
                      <a:pt x="7778" y="2145"/>
                    </a:cubicBezTo>
                    <a:cubicBezTo>
                      <a:pt x="5573" y="3814"/>
                      <a:pt x="3844" y="6019"/>
                      <a:pt x="2772" y="8552"/>
                    </a:cubicBezTo>
                    <a:cubicBezTo>
                      <a:pt x="1699" y="11144"/>
                      <a:pt x="1282" y="14124"/>
                      <a:pt x="2474" y="16776"/>
                    </a:cubicBezTo>
                    <a:cubicBezTo>
                      <a:pt x="3546" y="19070"/>
                      <a:pt x="5662" y="20709"/>
                      <a:pt x="8016" y="21543"/>
                    </a:cubicBezTo>
                    <a:cubicBezTo>
                      <a:pt x="9374" y="22056"/>
                      <a:pt x="10907" y="22349"/>
                      <a:pt x="12430" y="22349"/>
                    </a:cubicBezTo>
                    <a:cubicBezTo>
                      <a:pt x="13648" y="22349"/>
                      <a:pt x="14860" y="22162"/>
                      <a:pt x="15972" y="21752"/>
                    </a:cubicBezTo>
                    <a:cubicBezTo>
                      <a:pt x="19696" y="20381"/>
                      <a:pt x="22080" y="16567"/>
                      <a:pt x="23153" y="12932"/>
                    </a:cubicBezTo>
                    <a:cubicBezTo>
                      <a:pt x="23182" y="12842"/>
                      <a:pt x="23212" y="12753"/>
                      <a:pt x="23212" y="12664"/>
                    </a:cubicBezTo>
                    <a:cubicBezTo>
                      <a:pt x="23689" y="10280"/>
                      <a:pt x="23123" y="7807"/>
                      <a:pt x="21693" y="5840"/>
                    </a:cubicBezTo>
                    <a:cubicBezTo>
                      <a:pt x="20352" y="4082"/>
                      <a:pt x="18624" y="2622"/>
                      <a:pt x="16627" y="1609"/>
                    </a:cubicBezTo>
                    <a:cubicBezTo>
                      <a:pt x="15852" y="1162"/>
                      <a:pt x="15048" y="805"/>
                      <a:pt x="14214" y="477"/>
                    </a:cubicBezTo>
                    <a:cubicBezTo>
                      <a:pt x="13737" y="238"/>
                      <a:pt x="13201" y="89"/>
                      <a:pt x="12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9"/>
              <p:cNvSpPr/>
              <p:nvPr/>
            </p:nvSpPr>
            <p:spPr>
              <a:xfrm>
                <a:off x="4566075" y="4418825"/>
                <a:ext cx="377700" cy="387475"/>
              </a:xfrm>
              <a:custGeom>
                <a:avLst/>
                <a:gdLst/>
                <a:ahLst/>
                <a:cxnLst/>
                <a:rect l="l" t="t" r="r" b="b"/>
                <a:pathLst>
                  <a:path w="15108" h="15499" extrusionOk="0">
                    <a:moveTo>
                      <a:pt x="7661" y="581"/>
                    </a:moveTo>
                    <a:cubicBezTo>
                      <a:pt x="9320" y="581"/>
                      <a:pt x="10910" y="1118"/>
                      <a:pt x="12128" y="2533"/>
                    </a:cubicBezTo>
                    <a:cubicBezTo>
                      <a:pt x="12575" y="3219"/>
                      <a:pt x="12992" y="3934"/>
                      <a:pt x="13290" y="4708"/>
                    </a:cubicBezTo>
                    <a:cubicBezTo>
                      <a:pt x="13945" y="6258"/>
                      <a:pt x="14273" y="8016"/>
                      <a:pt x="13767" y="9655"/>
                    </a:cubicBezTo>
                    <a:cubicBezTo>
                      <a:pt x="12900" y="12505"/>
                      <a:pt x="9807" y="14962"/>
                      <a:pt x="6796" y="14962"/>
                    </a:cubicBezTo>
                    <a:cubicBezTo>
                      <a:pt x="6596" y="14962"/>
                      <a:pt x="6397" y="14951"/>
                      <a:pt x="6198" y="14929"/>
                    </a:cubicBezTo>
                    <a:cubicBezTo>
                      <a:pt x="2414" y="14512"/>
                      <a:pt x="448" y="10251"/>
                      <a:pt x="328" y="6884"/>
                    </a:cubicBezTo>
                    <a:cubicBezTo>
                      <a:pt x="269" y="5662"/>
                      <a:pt x="388" y="4262"/>
                      <a:pt x="984" y="3189"/>
                    </a:cubicBezTo>
                    <a:cubicBezTo>
                      <a:pt x="1371" y="2474"/>
                      <a:pt x="2265" y="2116"/>
                      <a:pt x="2980" y="1759"/>
                    </a:cubicBezTo>
                    <a:cubicBezTo>
                      <a:pt x="4423" y="1073"/>
                      <a:pt x="6073" y="581"/>
                      <a:pt x="7661" y="581"/>
                    </a:cubicBezTo>
                    <a:close/>
                    <a:moveTo>
                      <a:pt x="7748" y="1"/>
                    </a:moveTo>
                    <a:cubicBezTo>
                      <a:pt x="6198" y="30"/>
                      <a:pt x="4708" y="358"/>
                      <a:pt x="3338" y="1014"/>
                    </a:cubicBezTo>
                    <a:cubicBezTo>
                      <a:pt x="2802" y="1222"/>
                      <a:pt x="2295" y="1490"/>
                      <a:pt x="1788" y="1788"/>
                    </a:cubicBezTo>
                    <a:cubicBezTo>
                      <a:pt x="1461" y="1937"/>
                      <a:pt x="1163" y="2176"/>
                      <a:pt x="924" y="2474"/>
                    </a:cubicBezTo>
                    <a:cubicBezTo>
                      <a:pt x="179" y="3457"/>
                      <a:pt x="60" y="4917"/>
                      <a:pt x="30" y="6079"/>
                    </a:cubicBezTo>
                    <a:cubicBezTo>
                      <a:pt x="1" y="7956"/>
                      <a:pt x="418" y="9774"/>
                      <a:pt x="1252" y="11442"/>
                    </a:cubicBezTo>
                    <a:cubicBezTo>
                      <a:pt x="2116" y="13111"/>
                      <a:pt x="3397" y="14631"/>
                      <a:pt x="5215" y="15227"/>
                    </a:cubicBezTo>
                    <a:cubicBezTo>
                      <a:pt x="5779" y="15413"/>
                      <a:pt x="6351" y="15499"/>
                      <a:pt x="6921" y="15499"/>
                    </a:cubicBezTo>
                    <a:cubicBezTo>
                      <a:pt x="9727" y="15499"/>
                      <a:pt x="12464" y="13417"/>
                      <a:pt x="13677" y="10966"/>
                    </a:cubicBezTo>
                    <a:cubicBezTo>
                      <a:pt x="15107" y="8135"/>
                      <a:pt x="14005" y="4531"/>
                      <a:pt x="12218" y="2117"/>
                    </a:cubicBezTo>
                    <a:lnTo>
                      <a:pt x="12218" y="2117"/>
                    </a:lnTo>
                    <a:cubicBezTo>
                      <a:pt x="12218" y="2117"/>
                      <a:pt x="12218" y="2117"/>
                      <a:pt x="12217" y="2116"/>
                    </a:cubicBezTo>
                    <a:lnTo>
                      <a:pt x="12217" y="2116"/>
                    </a:lnTo>
                    <a:cubicBezTo>
                      <a:pt x="12217" y="2116"/>
                      <a:pt x="12217" y="2116"/>
                      <a:pt x="12217" y="2116"/>
                    </a:cubicBezTo>
                    <a:cubicBezTo>
                      <a:pt x="12208" y="2104"/>
                      <a:pt x="12199" y="2094"/>
                      <a:pt x="12191" y="2085"/>
                    </a:cubicBezTo>
                    <a:lnTo>
                      <a:pt x="12191" y="2085"/>
                    </a:lnTo>
                    <a:cubicBezTo>
                      <a:pt x="11060" y="764"/>
                      <a:pt x="9433" y="30"/>
                      <a:pt x="77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9"/>
            <p:cNvGrpSpPr/>
            <p:nvPr/>
          </p:nvGrpSpPr>
          <p:grpSpPr>
            <a:xfrm rot="10800000">
              <a:off x="8792848" y="1895755"/>
              <a:ext cx="763146" cy="697824"/>
              <a:chOff x="3681125" y="1846650"/>
              <a:chExt cx="515500" cy="471375"/>
            </a:xfrm>
          </p:grpSpPr>
          <p:sp>
            <p:nvSpPr>
              <p:cNvPr id="341" name="Google Shape;341;p9"/>
              <p:cNvSpPr/>
              <p:nvPr/>
            </p:nvSpPr>
            <p:spPr>
              <a:xfrm>
                <a:off x="3681125" y="1846650"/>
                <a:ext cx="515500" cy="471375"/>
              </a:xfrm>
              <a:custGeom>
                <a:avLst/>
                <a:gdLst/>
                <a:ahLst/>
                <a:cxnLst/>
                <a:rect l="l" t="t" r="r" b="b"/>
                <a:pathLst>
                  <a:path w="20620" h="18855" extrusionOk="0">
                    <a:moveTo>
                      <a:pt x="9854" y="228"/>
                    </a:moveTo>
                    <a:cubicBezTo>
                      <a:pt x="11621" y="228"/>
                      <a:pt x="13416" y="541"/>
                      <a:pt x="14988" y="1401"/>
                    </a:cubicBezTo>
                    <a:cubicBezTo>
                      <a:pt x="16984" y="2533"/>
                      <a:pt x="18415" y="4559"/>
                      <a:pt x="19219" y="6674"/>
                    </a:cubicBezTo>
                    <a:cubicBezTo>
                      <a:pt x="20024" y="8611"/>
                      <a:pt x="20173" y="10786"/>
                      <a:pt x="19666" y="12842"/>
                    </a:cubicBezTo>
                    <a:cubicBezTo>
                      <a:pt x="18542" y="17002"/>
                      <a:pt x="14415" y="18633"/>
                      <a:pt x="10396" y="18633"/>
                    </a:cubicBezTo>
                    <a:cubicBezTo>
                      <a:pt x="9089" y="18633"/>
                      <a:pt x="7793" y="18461"/>
                      <a:pt x="6615" y="18146"/>
                    </a:cubicBezTo>
                    <a:cubicBezTo>
                      <a:pt x="5423" y="17818"/>
                      <a:pt x="4261" y="17371"/>
                      <a:pt x="3188" y="16746"/>
                    </a:cubicBezTo>
                    <a:cubicBezTo>
                      <a:pt x="2414" y="16329"/>
                      <a:pt x="1728" y="15733"/>
                      <a:pt x="1222" y="15047"/>
                    </a:cubicBezTo>
                    <a:cubicBezTo>
                      <a:pt x="983" y="14630"/>
                      <a:pt x="834" y="14153"/>
                      <a:pt x="775" y="13647"/>
                    </a:cubicBezTo>
                    <a:cubicBezTo>
                      <a:pt x="656" y="12991"/>
                      <a:pt x="566" y="12306"/>
                      <a:pt x="507" y="11621"/>
                    </a:cubicBezTo>
                    <a:cubicBezTo>
                      <a:pt x="209" y="7986"/>
                      <a:pt x="864" y="3665"/>
                      <a:pt x="4172" y="1520"/>
                    </a:cubicBezTo>
                    <a:cubicBezTo>
                      <a:pt x="4621" y="1239"/>
                      <a:pt x="5096" y="1011"/>
                      <a:pt x="5573" y="812"/>
                    </a:cubicBezTo>
                    <a:lnTo>
                      <a:pt x="5573" y="812"/>
                    </a:lnTo>
                    <a:cubicBezTo>
                      <a:pt x="5582" y="810"/>
                      <a:pt x="5592" y="807"/>
                      <a:pt x="5602" y="805"/>
                    </a:cubicBezTo>
                    <a:cubicBezTo>
                      <a:pt x="6615" y="507"/>
                      <a:pt x="7688" y="328"/>
                      <a:pt x="8731" y="268"/>
                    </a:cubicBezTo>
                    <a:cubicBezTo>
                      <a:pt x="9102" y="242"/>
                      <a:pt x="9478" y="228"/>
                      <a:pt x="9854" y="228"/>
                    </a:cubicBezTo>
                    <a:close/>
                    <a:moveTo>
                      <a:pt x="10006" y="1"/>
                    </a:moveTo>
                    <a:cubicBezTo>
                      <a:pt x="8568" y="1"/>
                      <a:pt x="7129" y="215"/>
                      <a:pt x="5811" y="566"/>
                    </a:cubicBezTo>
                    <a:lnTo>
                      <a:pt x="5615" y="610"/>
                    </a:lnTo>
                    <a:lnTo>
                      <a:pt x="5615" y="610"/>
                    </a:lnTo>
                    <a:cubicBezTo>
                      <a:pt x="5614" y="610"/>
                      <a:pt x="5613" y="610"/>
                      <a:pt x="5613" y="610"/>
                    </a:cubicBezTo>
                    <a:cubicBezTo>
                      <a:pt x="5581" y="610"/>
                      <a:pt x="5546" y="615"/>
                      <a:pt x="5513" y="626"/>
                    </a:cubicBezTo>
                    <a:cubicBezTo>
                      <a:pt x="3546" y="1371"/>
                      <a:pt x="1937" y="2861"/>
                      <a:pt x="1073" y="4797"/>
                    </a:cubicBezTo>
                    <a:cubicBezTo>
                      <a:pt x="328" y="6585"/>
                      <a:pt x="0" y="8522"/>
                      <a:pt x="90" y="10488"/>
                    </a:cubicBezTo>
                    <a:cubicBezTo>
                      <a:pt x="90" y="11859"/>
                      <a:pt x="268" y="13230"/>
                      <a:pt x="596" y="14571"/>
                    </a:cubicBezTo>
                    <a:cubicBezTo>
                      <a:pt x="834" y="15226"/>
                      <a:pt x="1281" y="15822"/>
                      <a:pt x="1848" y="16209"/>
                    </a:cubicBezTo>
                    <a:cubicBezTo>
                      <a:pt x="2771" y="16895"/>
                      <a:pt x="3784" y="17461"/>
                      <a:pt x="4857" y="17848"/>
                    </a:cubicBezTo>
                    <a:cubicBezTo>
                      <a:pt x="6586" y="18515"/>
                      <a:pt x="8402" y="18854"/>
                      <a:pt x="10220" y="18854"/>
                    </a:cubicBezTo>
                    <a:cubicBezTo>
                      <a:pt x="11410" y="18854"/>
                      <a:pt x="12600" y="18709"/>
                      <a:pt x="13766" y="18414"/>
                    </a:cubicBezTo>
                    <a:cubicBezTo>
                      <a:pt x="16120" y="17818"/>
                      <a:pt x="18266" y="16537"/>
                      <a:pt x="19428" y="14392"/>
                    </a:cubicBezTo>
                    <a:cubicBezTo>
                      <a:pt x="20381" y="12455"/>
                      <a:pt x="20619" y="10280"/>
                      <a:pt x="20113" y="8194"/>
                    </a:cubicBezTo>
                    <a:cubicBezTo>
                      <a:pt x="19636" y="5930"/>
                      <a:pt x="18444" y="3874"/>
                      <a:pt x="16746" y="2265"/>
                    </a:cubicBezTo>
                    <a:cubicBezTo>
                      <a:pt x="14921" y="628"/>
                      <a:pt x="12467" y="1"/>
                      <a:pt x="100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9"/>
              <p:cNvSpPr/>
              <p:nvPr/>
            </p:nvSpPr>
            <p:spPr>
              <a:xfrm>
                <a:off x="3748900" y="1895900"/>
                <a:ext cx="391850" cy="374500"/>
              </a:xfrm>
              <a:custGeom>
                <a:avLst/>
                <a:gdLst/>
                <a:ahLst/>
                <a:cxnLst/>
                <a:rect l="l" t="t" r="r" b="b"/>
                <a:pathLst>
                  <a:path w="15674" h="14980" extrusionOk="0">
                    <a:moveTo>
                      <a:pt x="6437" y="198"/>
                    </a:moveTo>
                    <a:cubicBezTo>
                      <a:pt x="8838" y="198"/>
                      <a:pt x="11362" y="1635"/>
                      <a:pt x="12992" y="3304"/>
                    </a:cubicBezTo>
                    <a:cubicBezTo>
                      <a:pt x="13946" y="4287"/>
                      <a:pt x="14869" y="5509"/>
                      <a:pt x="15227" y="6880"/>
                    </a:cubicBezTo>
                    <a:cubicBezTo>
                      <a:pt x="15316" y="7237"/>
                      <a:pt x="15316" y="7625"/>
                      <a:pt x="15227" y="8012"/>
                    </a:cubicBezTo>
                    <a:cubicBezTo>
                      <a:pt x="15078" y="8429"/>
                      <a:pt x="14929" y="8846"/>
                      <a:pt x="14750" y="9234"/>
                    </a:cubicBezTo>
                    <a:cubicBezTo>
                      <a:pt x="13618" y="11796"/>
                      <a:pt x="11502" y="14657"/>
                      <a:pt x="8463" y="14776"/>
                    </a:cubicBezTo>
                    <a:cubicBezTo>
                      <a:pt x="8351" y="14783"/>
                      <a:pt x="8239" y="14787"/>
                      <a:pt x="8128" y="14787"/>
                    </a:cubicBezTo>
                    <a:cubicBezTo>
                      <a:pt x="7813" y="14787"/>
                      <a:pt x="7499" y="14757"/>
                      <a:pt x="7185" y="14699"/>
                    </a:cubicBezTo>
                    <a:lnTo>
                      <a:pt x="7185" y="14699"/>
                    </a:lnTo>
                    <a:cubicBezTo>
                      <a:pt x="7176" y="14694"/>
                      <a:pt x="7165" y="14690"/>
                      <a:pt x="7152" y="14686"/>
                    </a:cubicBezTo>
                    <a:cubicBezTo>
                      <a:pt x="6437" y="14478"/>
                      <a:pt x="5781" y="14210"/>
                      <a:pt x="5156" y="13882"/>
                    </a:cubicBezTo>
                    <a:cubicBezTo>
                      <a:pt x="3785" y="13256"/>
                      <a:pt x="2623" y="12332"/>
                      <a:pt x="1729" y="11141"/>
                    </a:cubicBezTo>
                    <a:cubicBezTo>
                      <a:pt x="686" y="9681"/>
                      <a:pt x="448" y="7833"/>
                      <a:pt x="686" y="6105"/>
                    </a:cubicBezTo>
                    <a:cubicBezTo>
                      <a:pt x="865" y="4347"/>
                      <a:pt x="1669" y="2708"/>
                      <a:pt x="2951" y="1516"/>
                    </a:cubicBezTo>
                    <a:cubicBezTo>
                      <a:pt x="3986" y="582"/>
                      <a:pt x="5195" y="198"/>
                      <a:pt x="6437" y="198"/>
                    </a:cubicBezTo>
                    <a:close/>
                    <a:moveTo>
                      <a:pt x="6457" y="0"/>
                    </a:moveTo>
                    <a:cubicBezTo>
                      <a:pt x="5636" y="0"/>
                      <a:pt x="4821" y="151"/>
                      <a:pt x="4053" y="503"/>
                    </a:cubicBezTo>
                    <a:cubicBezTo>
                      <a:pt x="2474" y="1278"/>
                      <a:pt x="1282" y="2678"/>
                      <a:pt x="716" y="4317"/>
                    </a:cubicBezTo>
                    <a:cubicBezTo>
                      <a:pt x="60" y="6105"/>
                      <a:pt x="1" y="8042"/>
                      <a:pt x="597" y="9859"/>
                    </a:cubicBezTo>
                    <a:cubicBezTo>
                      <a:pt x="1550" y="12422"/>
                      <a:pt x="4172" y="14090"/>
                      <a:pt x="6705" y="14835"/>
                    </a:cubicBezTo>
                    <a:lnTo>
                      <a:pt x="6871" y="14863"/>
                    </a:lnTo>
                    <a:lnTo>
                      <a:pt x="6871" y="14863"/>
                    </a:lnTo>
                    <a:cubicBezTo>
                      <a:pt x="6875" y="14864"/>
                      <a:pt x="6879" y="14864"/>
                      <a:pt x="6884" y="14865"/>
                    </a:cubicBezTo>
                    <a:cubicBezTo>
                      <a:pt x="6884" y="14865"/>
                      <a:pt x="6884" y="14865"/>
                      <a:pt x="6884" y="14865"/>
                    </a:cubicBezTo>
                    <a:lnTo>
                      <a:pt x="6884" y="14865"/>
                    </a:lnTo>
                    <a:cubicBezTo>
                      <a:pt x="6884" y="14865"/>
                      <a:pt x="6884" y="14865"/>
                      <a:pt x="6885" y="14865"/>
                    </a:cubicBezTo>
                    <a:lnTo>
                      <a:pt x="6885" y="14865"/>
                    </a:lnTo>
                    <a:cubicBezTo>
                      <a:pt x="7274" y="14942"/>
                      <a:pt x="7666" y="14979"/>
                      <a:pt x="8054" y="14979"/>
                    </a:cubicBezTo>
                    <a:cubicBezTo>
                      <a:pt x="9328" y="14979"/>
                      <a:pt x="10571" y="14576"/>
                      <a:pt x="11621" y="13822"/>
                    </a:cubicBezTo>
                    <a:cubicBezTo>
                      <a:pt x="12843" y="12869"/>
                      <a:pt x="13856" y="11677"/>
                      <a:pt x="14571" y="10306"/>
                    </a:cubicBezTo>
                    <a:cubicBezTo>
                      <a:pt x="14869" y="9770"/>
                      <a:pt x="15137" y="9204"/>
                      <a:pt x="15346" y="8638"/>
                    </a:cubicBezTo>
                    <a:cubicBezTo>
                      <a:pt x="15525" y="8310"/>
                      <a:pt x="15614" y="7923"/>
                      <a:pt x="15674" y="7535"/>
                    </a:cubicBezTo>
                    <a:cubicBezTo>
                      <a:pt x="15674" y="7029"/>
                      <a:pt x="15555" y="6492"/>
                      <a:pt x="15316" y="6045"/>
                    </a:cubicBezTo>
                    <a:cubicBezTo>
                      <a:pt x="15018" y="5360"/>
                      <a:pt x="14631" y="4734"/>
                      <a:pt x="14184" y="4168"/>
                    </a:cubicBezTo>
                    <a:cubicBezTo>
                      <a:pt x="13022" y="2649"/>
                      <a:pt x="11502" y="1457"/>
                      <a:pt x="9744" y="712"/>
                    </a:cubicBezTo>
                    <a:cubicBezTo>
                      <a:pt x="8712" y="282"/>
                      <a:pt x="7580" y="0"/>
                      <a:pt x="6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9"/>
              <p:cNvSpPr/>
              <p:nvPr/>
            </p:nvSpPr>
            <p:spPr>
              <a:xfrm>
                <a:off x="3786900" y="1956875"/>
                <a:ext cx="286075" cy="248100"/>
              </a:xfrm>
              <a:custGeom>
                <a:avLst/>
                <a:gdLst/>
                <a:ahLst/>
                <a:cxnLst/>
                <a:rect l="l" t="t" r="r" b="b"/>
                <a:pathLst>
                  <a:path w="11443" h="9924" extrusionOk="0">
                    <a:moveTo>
                      <a:pt x="6972" y="217"/>
                    </a:moveTo>
                    <a:cubicBezTo>
                      <a:pt x="7693" y="217"/>
                      <a:pt x="8417" y="390"/>
                      <a:pt x="9058" y="686"/>
                    </a:cubicBezTo>
                    <a:cubicBezTo>
                      <a:pt x="9565" y="954"/>
                      <a:pt x="9803" y="1580"/>
                      <a:pt x="10072" y="2087"/>
                    </a:cubicBezTo>
                    <a:cubicBezTo>
                      <a:pt x="11055" y="4113"/>
                      <a:pt x="11442" y="6765"/>
                      <a:pt x="9535" y="8404"/>
                    </a:cubicBezTo>
                    <a:cubicBezTo>
                      <a:pt x="9058" y="8731"/>
                      <a:pt x="8552" y="9000"/>
                      <a:pt x="8016" y="9238"/>
                    </a:cubicBezTo>
                    <a:cubicBezTo>
                      <a:pt x="7333" y="9560"/>
                      <a:pt x="6591" y="9713"/>
                      <a:pt x="5849" y="9713"/>
                    </a:cubicBezTo>
                    <a:cubicBezTo>
                      <a:pt x="5425" y="9713"/>
                      <a:pt x="5001" y="9663"/>
                      <a:pt x="4589" y="9566"/>
                    </a:cubicBezTo>
                    <a:cubicBezTo>
                      <a:pt x="2503" y="8910"/>
                      <a:pt x="715" y="6526"/>
                      <a:pt x="954" y="4292"/>
                    </a:cubicBezTo>
                    <a:cubicBezTo>
                      <a:pt x="1252" y="1699"/>
                      <a:pt x="4172" y="329"/>
                      <a:pt x="6526" y="239"/>
                    </a:cubicBezTo>
                    <a:cubicBezTo>
                      <a:pt x="6674" y="224"/>
                      <a:pt x="6823" y="217"/>
                      <a:pt x="6972" y="217"/>
                    </a:cubicBezTo>
                    <a:close/>
                    <a:moveTo>
                      <a:pt x="7062" y="1"/>
                    </a:moveTo>
                    <a:cubicBezTo>
                      <a:pt x="5781" y="1"/>
                      <a:pt x="4500" y="269"/>
                      <a:pt x="3338" y="865"/>
                    </a:cubicBezTo>
                    <a:cubicBezTo>
                      <a:pt x="2205" y="1461"/>
                      <a:pt x="1133" y="2355"/>
                      <a:pt x="745" y="3606"/>
                    </a:cubicBezTo>
                    <a:cubicBezTo>
                      <a:pt x="0" y="5930"/>
                      <a:pt x="1639" y="8463"/>
                      <a:pt x="3695" y="9476"/>
                    </a:cubicBezTo>
                    <a:cubicBezTo>
                      <a:pt x="4309" y="9788"/>
                      <a:pt x="4984" y="9923"/>
                      <a:pt x="5671" y="9923"/>
                    </a:cubicBezTo>
                    <a:cubicBezTo>
                      <a:pt x="7139" y="9923"/>
                      <a:pt x="8669" y="9308"/>
                      <a:pt x="9805" y="8484"/>
                    </a:cubicBezTo>
                    <a:lnTo>
                      <a:pt x="9805" y="8484"/>
                    </a:lnTo>
                    <a:cubicBezTo>
                      <a:pt x="9816" y="8477"/>
                      <a:pt x="9826" y="8471"/>
                      <a:pt x="9833" y="8463"/>
                    </a:cubicBezTo>
                    <a:lnTo>
                      <a:pt x="9833" y="8463"/>
                    </a:lnTo>
                    <a:cubicBezTo>
                      <a:pt x="9833" y="8463"/>
                      <a:pt x="9833" y="8463"/>
                      <a:pt x="9833" y="8463"/>
                    </a:cubicBezTo>
                    <a:cubicBezTo>
                      <a:pt x="9865" y="8447"/>
                      <a:pt x="9879" y="8434"/>
                      <a:pt x="9880" y="8424"/>
                    </a:cubicBezTo>
                    <a:lnTo>
                      <a:pt x="9880" y="8424"/>
                    </a:lnTo>
                    <a:cubicBezTo>
                      <a:pt x="10774" y="7650"/>
                      <a:pt x="11264" y="6536"/>
                      <a:pt x="11293" y="5364"/>
                    </a:cubicBezTo>
                    <a:cubicBezTo>
                      <a:pt x="11263" y="4292"/>
                      <a:pt x="11025" y="3249"/>
                      <a:pt x="10578" y="2295"/>
                    </a:cubicBezTo>
                    <a:cubicBezTo>
                      <a:pt x="10429" y="1938"/>
                      <a:pt x="10250" y="1580"/>
                      <a:pt x="10042" y="1252"/>
                    </a:cubicBezTo>
                    <a:cubicBezTo>
                      <a:pt x="9923" y="1014"/>
                      <a:pt x="9774" y="805"/>
                      <a:pt x="9565" y="627"/>
                    </a:cubicBezTo>
                    <a:cubicBezTo>
                      <a:pt x="8880" y="120"/>
                      <a:pt x="7896" y="31"/>
                      <a:pt x="70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4" name="Google Shape;344;p9"/>
            <p:cNvGrpSpPr/>
            <p:nvPr/>
          </p:nvGrpSpPr>
          <p:grpSpPr>
            <a:xfrm rot="10800000">
              <a:off x="5703351" y="-512905"/>
              <a:ext cx="4341985" cy="2100795"/>
              <a:chOff x="-1013962" y="3673802"/>
              <a:chExt cx="4341985" cy="2100795"/>
            </a:xfrm>
          </p:grpSpPr>
          <p:grpSp>
            <p:nvGrpSpPr>
              <p:cNvPr id="345" name="Google Shape;345;p9"/>
              <p:cNvGrpSpPr/>
              <p:nvPr/>
            </p:nvGrpSpPr>
            <p:grpSpPr>
              <a:xfrm>
                <a:off x="-1013962" y="3673802"/>
                <a:ext cx="4341985" cy="2100795"/>
                <a:chOff x="-830187" y="4024390"/>
                <a:chExt cx="4341985" cy="2100795"/>
              </a:xfrm>
            </p:grpSpPr>
            <p:sp>
              <p:nvSpPr>
                <p:cNvPr id="346" name="Google Shape;346;p9"/>
                <p:cNvSpPr/>
                <p:nvPr/>
              </p:nvSpPr>
              <p:spPr>
                <a:xfrm>
                  <a:off x="-830187" y="4024390"/>
                  <a:ext cx="4341985" cy="2043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75" h="50732" extrusionOk="0">
                      <a:moveTo>
                        <a:pt x="19280" y="1"/>
                      </a:moveTo>
                      <a:cubicBezTo>
                        <a:pt x="14384" y="1"/>
                        <a:pt x="9338" y="2218"/>
                        <a:pt x="8075" y="7268"/>
                      </a:cubicBezTo>
                      <a:cubicBezTo>
                        <a:pt x="7241" y="10724"/>
                        <a:pt x="7598" y="14449"/>
                        <a:pt x="6615" y="17905"/>
                      </a:cubicBezTo>
                      <a:cubicBezTo>
                        <a:pt x="5721" y="21034"/>
                        <a:pt x="3755" y="23716"/>
                        <a:pt x="2414" y="26695"/>
                      </a:cubicBezTo>
                      <a:cubicBezTo>
                        <a:pt x="596" y="30777"/>
                        <a:pt x="0" y="35426"/>
                        <a:pt x="1162" y="39716"/>
                      </a:cubicBezTo>
                      <a:cubicBezTo>
                        <a:pt x="2324" y="44007"/>
                        <a:pt x="5364" y="47821"/>
                        <a:pt x="9476" y="49519"/>
                      </a:cubicBezTo>
                      <a:cubicBezTo>
                        <a:pt x="11357" y="50293"/>
                        <a:pt x="13318" y="50601"/>
                        <a:pt x="15314" y="50601"/>
                      </a:cubicBezTo>
                      <a:cubicBezTo>
                        <a:pt x="19547" y="50601"/>
                        <a:pt x="23938" y="49216"/>
                        <a:pt x="28069" y="47940"/>
                      </a:cubicBezTo>
                      <a:cubicBezTo>
                        <a:pt x="34622" y="45928"/>
                        <a:pt x="41399" y="44206"/>
                        <a:pt x="48226" y="44206"/>
                      </a:cubicBezTo>
                      <a:cubicBezTo>
                        <a:pt x="49283" y="44206"/>
                        <a:pt x="50341" y="44247"/>
                        <a:pt x="51399" y="44335"/>
                      </a:cubicBezTo>
                      <a:cubicBezTo>
                        <a:pt x="58282" y="44901"/>
                        <a:pt x="64868" y="47434"/>
                        <a:pt x="71602" y="49132"/>
                      </a:cubicBezTo>
                      <a:cubicBezTo>
                        <a:pt x="75244" y="50055"/>
                        <a:pt x="79063" y="50731"/>
                        <a:pt x="82819" y="50731"/>
                      </a:cubicBezTo>
                      <a:cubicBezTo>
                        <a:pt x="85975" y="50731"/>
                        <a:pt x="89087" y="50254"/>
                        <a:pt x="92012" y="49043"/>
                      </a:cubicBezTo>
                      <a:cubicBezTo>
                        <a:pt x="94426" y="48059"/>
                        <a:pt x="96661" y="46570"/>
                        <a:pt x="98150" y="44424"/>
                      </a:cubicBezTo>
                      <a:cubicBezTo>
                        <a:pt x="107775" y="30581"/>
                        <a:pt x="86591" y="19064"/>
                        <a:pt x="74895" y="19064"/>
                      </a:cubicBezTo>
                      <a:cubicBezTo>
                        <a:pt x="74533" y="19064"/>
                        <a:pt x="74179" y="19075"/>
                        <a:pt x="73836" y="19097"/>
                      </a:cubicBezTo>
                      <a:cubicBezTo>
                        <a:pt x="67567" y="19499"/>
                        <a:pt x="61181" y="22039"/>
                        <a:pt x="55078" y="22039"/>
                      </a:cubicBezTo>
                      <a:cubicBezTo>
                        <a:pt x="53030" y="22039"/>
                        <a:pt x="51014" y="21753"/>
                        <a:pt x="49046" y="21004"/>
                      </a:cubicBezTo>
                      <a:cubicBezTo>
                        <a:pt x="42043" y="18352"/>
                        <a:pt x="38319" y="10933"/>
                        <a:pt x="32836" y="5868"/>
                      </a:cubicBezTo>
                      <a:cubicBezTo>
                        <a:pt x="30959" y="4110"/>
                        <a:pt x="28843" y="2709"/>
                        <a:pt x="26549" y="1636"/>
                      </a:cubicBezTo>
                      <a:cubicBezTo>
                        <a:pt x="24851" y="862"/>
                        <a:pt x="23033" y="355"/>
                        <a:pt x="21215" y="117"/>
                      </a:cubicBezTo>
                      <a:cubicBezTo>
                        <a:pt x="20579" y="40"/>
                        <a:pt x="19931" y="1"/>
                        <a:pt x="1928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7" name="Google Shape;347;p9"/>
                <p:cNvSpPr/>
                <p:nvPr/>
              </p:nvSpPr>
              <p:spPr>
                <a:xfrm>
                  <a:off x="-316390" y="4171925"/>
                  <a:ext cx="3797016" cy="1953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48" h="48480" fill="none" extrusionOk="0">
                      <a:moveTo>
                        <a:pt x="15196" y="1252"/>
                      </a:moveTo>
                      <a:cubicBezTo>
                        <a:pt x="20828" y="1"/>
                        <a:pt x="26698" y="1639"/>
                        <a:pt x="30899" y="5573"/>
                      </a:cubicBezTo>
                      <a:cubicBezTo>
                        <a:pt x="36173" y="10638"/>
                        <a:pt x="38051" y="18832"/>
                        <a:pt x="44129" y="22914"/>
                      </a:cubicBezTo>
                      <a:cubicBezTo>
                        <a:pt x="48450" y="25804"/>
                        <a:pt x="54081" y="25953"/>
                        <a:pt x="59206" y="25089"/>
                      </a:cubicBezTo>
                      <a:cubicBezTo>
                        <a:pt x="64331" y="24225"/>
                        <a:pt x="69307" y="22437"/>
                        <a:pt x="74492" y="21812"/>
                      </a:cubicBezTo>
                      <a:cubicBezTo>
                        <a:pt x="79647" y="21156"/>
                        <a:pt x="85308" y="21812"/>
                        <a:pt x="89241" y="25208"/>
                      </a:cubicBezTo>
                      <a:cubicBezTo>
                        <a:pt x="91625" y="27354"/>
                        <a:pt x="93234" y="30244"/>
                        <a:pt x="93830" y="33403"/>
                      </a:cubicBezTo>
                      <a:cubicBezTo>
                        <a:pt x="94187" y="35339"/>
                        <a:pt x="94247" y="37425"/>
                        <a:pt x="93472" y="39243"/>
                      </a:cubicBezTo>
                      <a:cubicBezTo>
                        <a:pt x="92549" y="41418"/>
                        <a:pt x="90642" y="42967"/>
                        <a:pt x="88586" y="44129"/>
                      </a:cubicBezTo>
                      <a:cubicBezTo>
                        <a:pt x="81017" y="48480"/>
                        <a:pt x="71333" y="48420"/>
                        <a:pt x="63318" y="44964"/>
                      </a:cubicBezTo>
                      <a:cubicBezTo>
                        <a:pt x="59623" y="43384"/>
                        <a:pt x="56226" y="41120"/>
                        <a:pt x="52383" y="40017"/>
                      </a:cubicBezTo>
                      <a:cubicBezTo>
                        <a:pt x="39868" y="36412"/>
                        <a:pt x="26668" y="45470"/>
                        <a:pt x="13826" y="43206"/>
                      </a:cubicBezTo>
                      <a:cubicBezTo>
                        <a:pt x="11085" y="42699"/>
                        <a:pt x="8373" y="41656"/>
                        <a:pt x="6377" y="39690"/>
                      </a:cubicBezTo>
                      <a:cubicBezTo>
                        <a:pt x="4202" y="37514"/>
                        <a:pt x="3129" y="34445"/>
                        <a:pt x="2473" y="31406"/>
                      </a:cubicBezTo>
                      <a:cubicBezTo>
                        <a:pt x="0" y="19964"/>
                        <a:pt x="1490" y="4381"/>
                        <a:pt x="15196" y="1252"/>
                      </a:cubicBezTo>
                      <a:close/>
                    </a:path>
                  </a:pathLst>
                </a:custGeom>
                <a:noFill/>
                <a:ln w="9675" cap="flat" cmpd="sng">
                  <a:solidFill>
                    <a:schemeClr val="accent1"/>
                  </a:solidFill>
                  <a:prstDash val="solid"/>
                  <a:miter lim="297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48" name="Google Shape;348;p9"/>
                <p:cNvGrpSpPr/>
                <p:nvPr/>
              </p:nvGrpSpPr>
              <p:grpSpPr>
                <a:xfrm>
                  <a:off x="174564" y="4842646"/>
                  <a:ext cx="824338" cy="865398"/>
                  <a:chOff x="126952" y="4637346"/>
                  <a:chExt cx="824338" cy="865398"/>
                </a:xfrm>
              </p:grpSpPr>
              <p:sp>
                <p:nvSpPr>
                  <p:cNvPr id="349" name="Google Shape;349;p9"/>
                  <p:cNvSpPr/>
                  <p:nvPr/>
                </p:nvSpPr>
                <p:spPr>
                  <a:xfrm>
                    <a:off x="787480" y="5298317"/>
                    <a:ext cx="94716" cy="65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1" h="1614" extrusionOk="0">
                        <a:moveTo>
                          <a:pt x="1259" y="0"/>
                        </a:moveTo>
                        <a:cubicBezTo>
                          <a:pt x="928" y="0"/>
                          <a:pt x="550" y="221"/>
                          <a:pt x="233" y="825"/>
                        </a:cubicBezTo>
                        <a:cubicBezTo>
                          <a:pt x="1" y="1270"/>
                          <a:pt x="471" y="1614"/>
                          <a:pt x="1025" y="1614"/>
                        </a:cubicBezTo>
                        <a:cubicBezTo>
                          <a:pt x="1325" y="1614"/>
                          <a:pt x="1650" y="1513"/>
                          <a:pt x="1901" y="1272"/>
                        </a:cubicBezTo>
                        <a:cubicBezTo>
                          <a:pt x="2351" y="803"/>
                          <a:pt x="1890" y="0"/>
                          <a:pt x="125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0" name="Google Shape;350;p9"/>
                  <p:cNvSpPr/>
                  <p:nvPr/>
                </p:nvSpPr>
                <p:spPr>
                  <a:xfrm>
                    <a:off x="857984" y="5042204"/>
                    <a:ext cx="93306" cy="876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6" h="2176" extrusionOk="0">
                        <a:moveTo>
                          <a:pt x="1092" y="1"/>
                        </a:moveTo>
                        <a:cubicBezTo>
                          <a:pt x="596" y="1"/>
                          <a:pt x="99" y="387"/>
                          <a:pt x="32" y="1402"/>
                        </a:cubicBezTo>
                        <a:cubicBezTo>
                          <a:pt x="0" y="1860"/>
                          <a:pt x="488" y="2176"/>
                          <a:pt x="1007" y="2176"/>
                        </a:cubicBezTo>
                        <a:cubicBezTo>
                          <a:pt x="1466" y="2176"/>
                          <a:pt x="1950" y="1928"/>
                          <a:pt x="2118" y="1312"/>
                        </a:cubicBezTo>
                        <a:cubicBezTo>
                          <a:pt x="2315" y="588"/>
                          <a:pt x="1704" y="1"/>
                          <a:pt x="109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1" name="Google Shape;351;p9"/>
                  <p:cNvSpPr/>
                  <p:nvPr/>
                </p:nvSpPr>
                <p:spPr>
                  <a:xfrm>
                    <a:off x="403088" y="5404356"/>
                    <a:ext cx="149346" cy="98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07" h="2442" extrusionOk="0">
                        <a:moveTo>
                          <a:pt x="1594" y="1"/>
                        </a:moveTo>
                        <a:cubicBezTo>
                          <a:pt x="1549" y="1"/>
                          <a:pt x="1504" y="4"/>
                          <a:pt x="1460" y="11"/>
                        </a:cubicBezTo>
                        <a:cubicBezTo>
                          <a:pt x="477" y="160"/>
                          <a:pt x="0" y="1143"/>
                          <a:pt x="268" y="1709"/>
                        </a:cubicBezTo>
                        <a:cubicBezTo>
                          <a:pt x="521" y="2230"/>
                          <a:pt x="890" y="2441"/>
                          <a:pt x="1336" y="2441"/>
                        </a:cubicBezTo>
                        <a:cubicBezTo>
                          <a:pt x="1733" y="2441"/>
                          <a:pt x="2191" y="2274"/>
                          <a:pt x="2682" y="2007"/>
                        </a:cubicBezTo>
                        <a:cubicBezTo>
                          <a:pt x="3707" y="1466"/>
                          <a:pt x="2556" y="1"/>
                          <a:pt x="159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2" name="Google Shape;352;p9"/>
                  <p:cNvSpPr/>
                  <p:nvPr/>
                </p:nvSpPr>
                <p:spPr>
                  <a:xfrm>
                    <a:off x="126952" y="5265602"/>
                    <a:ext cx="176540" cy="128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2" h="3198" extrusionOk="0">
                        <a:moveTo>
                          <a:pt x="2558" y="0"/>
                        </a:moveTo>
                        <a:cubicBezTo>
                          <a:pt x="1385" y="0"/>
                          <a:pt x="0" y="1673"/>
                          <a:pt x="329" y="2531"/>
                        </a:cubicBezTo>
                        <a:cubicBezTo>
                          <a:pt x="510" y="3028"/>
                          <a:pt x="888" y="3198"/>
                          <a:pt x="1296" y="3198"/>
                        </a:cubicBezTo>
                        <a:cubicBezTo>
                          <a:pt x="1694" y="3198"/>
                          <a:pt x="2120" y="3036"/>
                          <a:pt x="2415" y="2859"/>
                        </a:cubicBezTo>
                        <a:cubicBezTo>
                          <a:pt x="3130" y="2442"/>
                          <a:pt x="4381" y="1012"/>
                          <a:pt x="3159" y="177"/>
                        </a:cubicBezTo>
                        <a:cubicBezTo>
                          <a:pt x="2973" y="55"/>
                          <a:pt x="2769" y="0"/>
                          <a:pt x="255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3" name="Google Shape;353;p9"/>
                  <p:cNvSpPr/>
                  <p:nvPr/>
                </p:nvSpPr>
                <p:spPr>
                  <a:xfrm>
                    <a:off x="530319" y="4637346"/>
                    <a:ext cx="173357" cy="114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3" h="2839" extrusionOk="0">
                        <a:moveTo>
                          <a:pt x="1802" y="0"/>
                        </a:moveTo>
                        <a:cubicBezTo>
                          <a:pt x="1757" y="0"/>
                          <a:pt x="1713" y="3"/>
                          <a:pt x="1669" y="9"/>
                        </a:cubicBezTo>
                        <a:cubicBezTo>
                          <a:pt x="537" y="188"/>
                          <a:pt x="1" y="1320"/>
                          <a:pt x="299" y="1975"/>
                        </a:cubicBezTo>
                        <a:cubicBezTo>
                          <a:pt x="598" y="2590"/>
                          <a:pt x="1023" y="2838"/>
                          <a:pt x="1537" y="2838"/>
                        </a:cubicBezTo>
                        <a:cubicBezTo>
                          <a:pt x="1995" y="2838"/>
                          <a:pt x="2524" y="2642"/>
                          <a:pt x="3100" y="2333"/>
                        </a:cubicBezTo>
                        <a:cubicBezTo>
                          <a:pt x="4303" y="1731"/>
                          <a:pt x="2917" y="0"/>
                          <a:pt x="180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4" name="Google Shape;354;p9"/>
                  <p:cNvSpPr/>
                  <p:nvPr/>
                </p:nvSpPr>
                <p:spPr>
                  <a:xfrm>
                    <a:off x="304623" y="4999941"/>
                    <a:ext cx="192776" cy="157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5" h="3902" extrusionOk="0">
                        <a:moveTo>
                          <a:pt x="2645" y="1"/>
                        </a:moveTo>
                        <a:cubicBezTo>
                          <a:pt x="1976" y="1"/>
                          <a:pt x="1239" y="345"/>
                          <a:pt x="627" y="1020"/>
                        </a:cubicBezTo>
                        <a:cubicBezTo>
                          <a:pt x="1" y="1706"/>
                          <a:pt x="388" y="3315"/>
                          <a:pt x="1342" y="3821"/>
                        </a:cubicBezTo>
                        <a:cubicBezTo>
                          <a:pt x="1439" y="3876"/>
                          <a:pt x="1553" y="3901"/>
                          <a:pt x="1678" y="3901"/>
                        </a:cubicBezTo>
                        <a:cubicBezTo>
                          <a:pt x="2783" y="3901"/>
                          <a:pt x="4785" y="1939"/>
                          <a:pt x="4143" y="842"/>
                        </a:cubicBezTo>
                        <a:cubicBezTo>
                          <a:pt x="3790" y="278"/>
                          <a:pt x="3245" y="1"/>
                          <a:pt x="2645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5" name="Google Shape;355;p9"/>
                  <p:cNvSpPr/>
                  <p:nvPr/>
                </p:nvSpPr>
                <p:spPr>
                  <a:xfrm>
                    <a:off x="701142" y="4908003"/>
                    <a:ext cx="114940" cy="796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3" h="1977" extrusionOk="0">
                        <a:moveTo>
                          <a:pt x="1541" y="1"/>
                        </a:moveTo>
                        <a:cubicBezTo>
                          <a:pt x="1140" y="1"/>
                          <a:pt x="679" y="270"/>
                          <a:pt x="290" y="1008"/>
                        </a:cubicBezTo>
                        <a:cubicBezTo>
                          <a:pt x="0" y="1548"/>
                          <a:pt x="573" y="1976"/>
                          <a:pt x="1239" y="1976"/>
                        </a:cubicBezTo>
                        <a:cubicBezTo>
                          <a:pt x="1602" y="1976"/>
                          <a:pt x="1992" y="1849"/>
                          <a:pt x="2286" y="1544"/>
                        </a:cubicBezTo>
                        <a:cubicBezTo>
                          <a:pt x="2853" y="978"/>
                          <a:pt x="2305" y="1"/>
                          <a:pt x="1541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6" name="Google Shape;356;p9"/>
                  <p:cNvSpPr/>
                  <p:nvPr/>
                </p:nvSpPr>
                <p:spPr>
                  <a:xfrm>
                    <a:off x="549456" y="5148363"/>
                    <a:ext cx="93346" cy="877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7" h="2178" extrusionOk="0">
                        <a:moveTo>
                          <a:pt x="1068" y="0"/>
                        </a:moveTo>
                        <a:cubicBezTo>
                          <a:pt x="573" y="0"/>
                          <a:pt x="85" y="383"/>
                          <a:pt x="32" y="1389"/>
                        </a:cubicBezTo>
                        <a:cubicBezTo>
                          <a:pt x="1" y="1863"/>
                          <a:pt x="489" y="2178"/>
                          <a:pt x="1007" y="2178"/>
                        </a:cubicBezTo>
                        <a:cubicBezTo>
                          <a:pt x="1467" y="2178"/>
                          <a:pt x="1950" y="1931"/>
                          <a:pt x="2118" y="1329"/>
                        </a:cubicBezTo>
                        <a:cubicBezTo>
                          <a:pt x="2317" y="600"/>
                          <a:pt x="1687" y="0"/>
                          <a:pt x="106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57" name="Google Shape;357;p9"/>
              <p:cNvGrpSpPr/>
              <p:nvPr/>
            </p:nvGrpSpPr>
            <p:grpSpPr>
              <a:xfrm rot="-5189473">
                <a:off x="2083919" y="4411860"/>
                <a:ext cx="70211" cy="266572"/>
                <a:chOff x="5735123" y="3863031"/>
                <a:chExt cx="70213" cy="266579"/>
              </a:xfrm>
            </p:grpSpPr>
            <p:sp>
              <p:nvSpPr>
                <p:cNvPr id="358" name="Google Shape;358;p9"/>
                <p:cNvSpPr/>
                <p:nvPr/>
              </p:nvSpPr>
              <p:spPr>
                <a:xfrm>
                  <a:off x="5744701" y="3863031"/>
                  <a:ext cx="60635" cy="166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5" h="6480" extrusionOk="0">
                      <a:moveTo>
                        <a:pt x="880" y="0"/>
                      </a:moveTo>
                      <a:cubicBezTo>
                        <a:pt x="827" y="0"/>
                        <a:pt x="773" y="6"/>
                        <a:pt x="716" y="19"/>
                      </a:cubicBezTo>
                      <a:cubicBezTo>
                        <a:pt x="298" y="93"/>
                        <a:pt x="135" y="436"/>
                        <a:pt x="90" y="823"/>
                      </a:cubicBezTo>
                      <a:cubicBezTo>
                        <a:pt x="60" y="1077"/>
                        <a:pt x="60" y="1330"/>
                        <a:pt x="75" y="1583"/>
                      </a:cubicBezTo>
                      <a:cubicBezTo>
                        <a:pt x="135" y="2581"/>
                        <a:pt x="120" y="3564"/>
                        <a:pt x="30" y="4548"/>
                      </a:cubicBezTo>
                      <a:cubicBezTo>
                        <a:pt x="1" y="4905"/>
                        <a:pt x="15" y="5278"/>
                        <a:pt x="60" y="5635"/>
                      </a:cubicBezTo>
                      <a:cubicBezTo>
                        <a:pt x="120" y="6067"/>
                        <a:pt x="343" y="6410"/>
                        <a:pt x="805" y="6470"/>
                      </a:cubicBezTo>
                      <a:cubicBezTo>
                        <a:pt x="850" y="6476"/>
                        <a:pt x="895" y="6479"/>
                        <a:pt x="939" y="6479"/>
                      </a:cubicBezTo>
                      <a:cubicBezTo>
                        <a:pt x="1309" y="6479"/>
                        <a:pt x="1655" y="6262"/>
                        <a:pt x="1788" y="5903"/>
                      </a:cubicBezTo>
                      <a:cubicBezTo>
                        <a:pt x="1937" y="5620"/>
                        <a:pt x="2056" y="5308"/>
                        <a:pt x="2131" y="4995"/>
                      </a:cubicBezTo>
                      <a:cubicBezTo>
                        <a:pt x="2354" y="3654"/>
                        <a:pt x="2265" y="2268"/>
                        <a:pt x="1848" y="972"/>
                      </a:cubicBezTo>
                      <a:cubicBezTo>
                        <a:pt x="1788" y="838"/>
                        <a:pt x="1729" y="689"/>
                        <a:pt x="1669" y="555"/>
                      </a:cubicBezTo>
                      <a:cubicBezTo>
                        <a:pt x="1439" y="223"/>
                        <a:pt x="1198" y="0"/>
                        <a:pt x="88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" name="Google Shape;359;p9"/>
                <p:cNvSpPr/>
                <p:nvPr/>
              </p:nvSpPr>
              <p:spPr>
                <a:xfrm>
                  <a:off x="5735123" y="4069722"/>
                  <a:ext cx="48354" cy="59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8" h="2326" extrusionOk="0">
                      <a:moveTo>
                        <a:pt x="1026" y="0"/>
                      </a:moveTo>
                      <a:cubicBezTo>
                        <a:pt x="855" y="0"/>
                        <a:pt x="683" y="69"/>
                        <a:pt x="551" y="214"/>
                      </a:cubicBezTo>
                      <a:cubicBezTo>
                        <a:pt x="164" y="617"/>
                        <a:pt x="0" y="1168"/>
                        <a:pt x="89" y="1719"/>
                      </a:cubicBezTo>
                      <a:cubicBezTo>
                        <a:pt x="132" y="2084"/>
                        <a:pt x="447" y="2326"/>
                        <a:pt x="781" y="2326"/>
                      </a:cubicBezTo>
                      <a:cubicBezTo>
                        <a:pt x="910" y="2326"/>
                        <a:pt x="1042" y="2290"/>
                        <a:pt x="1162" y="2211"/>
                      </a:cubicBezTo>
                      <a:cubicBezTo>
                        <a:pt x="1639" y="1913"/>
                        <a:pt x="1877" y="795"/>
                        <a:pt x="1579" y="319"/>
                      </a:cubicBezTo>
                      <a:cubicBezTo>
                        <a:pt x="1454" y="111"/>
                        <a:pt x="1242" y="0"/>
                        <a:pt x="1026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60" name="Google Shape;360;p9"/>
          <p:cNvSpPr txBox="1">
            <a:spLocks noGrp="1"/>
          </p:cNvSpPr>
          <p:nvPr>
            <p:ph type="title"/>
          </p:nvPr>
        </p:nvSpPr>
        <p:spPr>
          <a:xfrm>
            <a:off x="1913700" y="1208525"/>
            <a:ext cx="5316600" cy="113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1" name="Google Shape;361;p9"/>
          <p:cNvSpPr txBox="1">
            <a:spLocks noGrp="1"/>
          </p:cNvSpPr>
          <p:nvPr>
            <p:ph type="subTitle" idx="1"/>
          </p:nvPr>
        </p:nvSpPr>
        <p:spPr>
          <a:xfrm>
            <a:off x="1913700" y="2337950"/>
            <a:ext cx="5316600" cy="13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10"/>
          <p:cNvGrpSpPr/>
          <p:nvPr/>
        </p:nvGrpSpPr>
        <p:grpSpPr>
          <a:xfrm>
            <a:off x="-1776517" y="-2128490"/>
            <a:ext cx="11812433" cy="7895252"/>
            <a:chOff x="-1776517" y="-2128490"/>
            <a:chExt cx="11812433" cy="7895252"/>
          </a:xfrm>
        </p:grpSpPr>
        <p:sp>
          <p:nvSpPr>
            <p:cNvPr id="364" name="Google Shape;364;p10"/>
            <p:cNvSpPr/>
            <p:nvPr/>
          </p:nvSpPr>
          <p:spPr>
            <a:xfrm rot="915171">
              <a:off x="-223357" y="2213138"/>
              <a:ext cx="1508230" cy="1268252"/>
            </a:xfrm>
            <a:custGeom>
              <a:avLst/>
              <a:gdLst/>
              <a:ahLst/>
              <a:cxnLst/>
              <a:rect l="l" t="t" r="r" b="b"/>
              <a:pathLst>
                <a:path w="45295" h="38088" extrusionOk="0">
                  <a:moveTo>
                    <a:pt x="30867" y="1"/>
                  </a:moveTo>
                  <a:cubicBezTo>
                    <a:pt x="29369" y="1"/>
                    <a:pt x="23435" y="9789"/>
                    <a:pt x="20895" y="14514"/>
                  </a:cubicBezTo>
                  <a:cubicBezTo>
                    <a:pt x="20627" y="14693"/>
                    <a:pt x="20359" y="14901"/>
                    <a:pt x="20090" y="15110"/>
                  </a:cubicBezTo>
                  <a:lnTo>
                    <a:pt x="20031" y="15110"/>
                  </a:lnTo>
                  <a:cubicBezTo>
                    <a:pt x="18362" y="16361"/>
                    <a:pt x="16723" y="17702"/>
                    <a:pt x="15204" y="19133"/>
                  </a:cubicBezTo>
                  <a:cubicBezTo>
                    <a:pt x="14280" y="19967"/>
                    <a:pt x="13416" y="20831"/>
                    <a:pt x="12552" y="21695"/>
                  </a:cubicBezTo>
                  <a:cubicBezTo>
                    <a:pt x="14280" y="19430"/>
                    <a:pt x="16217" y="16361"/>
                    <a:pt x="17051" y="13292"/>
                  </a:cubicBezTo>
                  <a:cubicBezTo>
                    <a:pt x="18574" y="7539"/>
                    <a:pt x="17828" y="5256"/>
                    <a:pt x="16329" y="5256"/>
                  </a:cubicBezTo>
                  <a:cubicBezTo>
                    <a:pt x="16244" y="5256"/>
                    <a:pt x="16157" y="5263"/>
                    <a:pt x="16068" y="5277"/>
                  </a:cubicBezTo>
                  <a:cubicBezTo>
                    <a:pt x="14399" y="5515"/>
                    <a:pt x="10883" y="18566"/>
                    <a:pt x="9542" y="24913"/>
                  </a:cubicBezTo>
                  <a:cubicBezTo>
                    <a:pt x="7486" y="27237"/>
                    <a:pt x="5550" y="29651"/>
                    <a:pt x="3762" y="32154"/>
                  </a:cubicBezTo>
                  <a:cubicBezTo>
                    <a:pt x="5281" y="29263"/>
                    <a:pt x="6980" y="25330"/>
                    <a:pt x="7308" y="21576"/>
                  </a:cubicBezTo>
                  <a:cubicBezTo>
                    <a:pt x="7898" y="15138"/>
                    <a:pt x="6773" y="12636"/>
                    <a:pt x="5239" y="12636"/>
                  </a:cubicBezTo>
                  <a:cubicBezTo>
                    <a:pt x="5069" y="12636"/>
                    <a:pt x="4894" y="12667"/>
                    <a:pt x="4715" y="12726"/>
                  </a:cubicBezTo>
                  <a:cubicBezTo>
                    <a:pt x="2898" y="13322"/>
                    <a:pt x="1467" y="28518"/>
                    <a:pt x="1169" y="35997"/>
                  </a:cubicBezTo>
                  <a:cubicBezTo>
                    <a:pt x="782" y="36534"/>
                    <a:pt x="454" y="37100"/>
                    <a:pt x="127" y="37666"/>
                  </a:cubicBezTo>
                  <a:cubicBezTo>
                    <a:pt x="0" y="37877"/>
                    <a:pt x="187" y="38087"/>
                    <a:pt x="359" y="38087"/>
                  </a:cubicBezTo>
                  <a:cubicBezTo>
                    <a:pt x="431" y="38087"/>
                    <a:pt x="500" y="38051"/>
                    <a:pt x="544" y="37964"/>
                  </a:cubicBezTo>
                  <a:cubicBezTo>
                    <a:pt x="633" y="37815"/>
                    <a:pt x="723" y="37666"/>
                    <a:pt x="812" y="37517"/>
                  </a:cubicBezTo>
                  <a:cubicBezTo>
                    <a:pt x="8112" y="36176"/>
                    <a:pt x="23279" y="32452"/>
                    <a:pt x="23606" y="30604"/>
                  </a:cubicBezTo>
                  <a:cubicBezTo>
                    <a:pt x="23821" y="29393"/>
                    <a:pt x="22819" y="28489"/>
                    <a:pt x="20130" y="28489"/>
                  </a:cubicBezTo>
                  <a:cubicBezTo>
                    <a:pt x="18717" y="28489"/>
                    <a:pt x="16840" y="28738"/>
                    <a:pt x="14429" y="29323"/>
                  </a:cubicBezTo>
                  <a:cubicBezTo>
                    <a:pt x="8768" y="30664"/>
                    <a:pt x="3136" y="35193"/>
                    <a:pt x="1169" y="36921"/>
                  </a:cubicBezTo>
                  <a:cubicBezTo>
                    <a:pt x="2927" y="34090"/>
                    <a:pt x="4894" y="31379"/>
                    <a:pt x="6980" y="28787"/>
                  </a:cubicBezTo>
                  <a:cubicBezTo>
                    <a:pt x="7725" y="27863"/>
                    <a:pt x="8470" y="26969"/>
                    <a:pt x="9215" y="26105"/>
                  </a:cubicBezTo>
                  <a:cubicBezTo>
                    <a:pt x="15859" y="25986"/>
                    <a:pt x="29327" y="25002"/>
                    <a:pt x="29864" y="23453"/>
                  </a:cubicBezTo>
                  <a:cubicBezTo>
                    <a:pt x="30333" y="22124"/>
                    <a:pt x="28888" y="20933"/>
                    <a:pt x="24277" y="20933"/>
                  </a:cubicBezTo>
                  <a:cubicBezTo>
                    <a:pt x="23614" y="20933"/>
                    <a:pt x="22885" y="20957"/>
                    <a:pt x="22087" y="21010"/>
                  </a:cubicBezTo>
                  <a:cubicBezTo>
                    <a:pt x="17260" y="21337"/>
                    <a:pt x="12045" y="24109"/>
                    <a:pt x="9811" y="25420"/>
                  </a:cubicBezTo>
                  <a:cubicBezTo>
                    <a:pt x="13029" y="21665"/>
                    <a:pt x="16664" y="18268"/>
                    <a:pt x="20686" y="15319"/>
                  </a:cubicBezTo>
                  <a:cubicBezTo>
                    <a:pt x="25204" y="16460"/>
                    <a:pt x="33304" y="18136"/>
                    <a:pt x="36565" y="18136"/>
                  </a:cubicBezTo>
                  <a:cubicBezTo>
                    <a:pt x="37305" y="18136"/>
                    <a:pt x="37795" y="18050"/>
                    <a:pt x="37939" y="17851"/>
                  </a:cubicBezTo>
                  <a:cubicBezTo>
                    <a:pt x="38773" y="16689"/>
                    <a:pt x="37432" y="15199"/>
                    <a:pt x="32158" y="14067"/>
                  </a:cubicBezTo>
                  <a:cubicBezTo>
                    <a:pt x="31092" y="13847"/>
                    <a:pt x="29960" y="13759"/>
                    <a:pt x="28834" y="13759"/>
                  </a:cubicBezTo>
                  <a:cubicBezTo>
                    <a:pt x="25994" y="13759"/>
                    <a:pt x="23185" y="14317"/>
                    <a:pt x="21521" y="14723"/>
                  </a:cubicBezTo>
                  <a:cubicBezTo>
                    <a:pt x="22266" y="14216"/>
                    <a:pt x="23010" y="13710"/>
                    <a:pt x="23755" y="13263"/>
                  </a:cubicBezTo>
                  <a:cubicBezTo>
                    <a:pt x="25811" y="11981"/>
                    <a:pt x="27986" y="10938"/>
                    <a:pt x="30251" y="10104"/>
                  </a:cubicBezTo>
                  <a:cubicBezTo>
                    <a:pt x="35823" y="9508"/>
                    <a:pt x="44702" y="8138"/>
                    <a:pt x="45000" y="7005"/>
                  </a:cubicBezTo>
                  <a:cubicBezTo>
                    <a:pt x="45295" y="6009"/>
                    <a:pt x="44385" y="5237"/>
                    <a:pt x="41735" y="5237"/>
                  </a:cubicBezTo>
                  <a:cubicBezTo>
                    <a:pt x="40898" y="5237"/>
                    <a:pt x="39886" y="5314"/>
                    <a:pt x="38683" y="5486"/>
                  </a:cubicBezTo>
                  <a:cubicBezTo>
                    <a:pt x="33648" y="6171"/>
                    <a:pt x="28314" y="10283"/>
                    <a:pt x="28314" y="10283"/>
                  </a:cubicBezTo>
                  <a:lnTo>
                    <a:pt x="28344" y="10283"/>
                  </a:lnTo>
                  <a:cubicBezTo>
                    <a:pt x="27063" y="10849"/>
                    <a:pt x="25811" y="11445"/>
                    <a:pt x="24619" y="12130"/>
                  </a:cubicBezTo>
                  <a:cubicBezTo>
                    <a:pt x="26437" y="10730"/>
                    <a:pt x="28523" y="8823"/>
                    <a:pt x="29834" y="6707"/>
                  </a:cubicBezTo>
                  <a:cubicBezTo>
                    <a:pt x="32545" y="2178"/>
                    <a:pt x="32337" y="182"/>
                    <a:pt x="30907" y="3"/>
                  </a:cubicBezTo>
                  <a:cubicBezTo>
                    <a:pt x="30894" y="2"/>
                    <a:pt x="30881" y="1"/>
                    <a:pt x="30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5" name="Google Shape;365;p10"/>
            <p:cNvGrpSpPr/>
            <p:nvPr/>
          </p:nvGrpSpPr>
          <p:grpSpPr>
            <a:xfrm rot="-3014747">
              <a:off x="-1090455" y="-1532075"/>
              <a:ext cx="3061704" cy="3220470"/>
              <a:chOff x="7173820" y="-1293869"/>
              <a:chExt cx="3061683" cy="3220448"/>
            </a:xfrm>
          </p:grpSpPr>
          <p:grpSp>
            <p:nvGrpSpPr>
              <p:cNvPr id="366" name="Google Shape;366;p10"/>
              <p:cNvGrpSpPr/>
              <p:nvPr/>
            </p:nvGrpSpPr>
            <p:grpSpPr>
              <a:xfrm>
                <a:off x="7173820" y="-1293869"/>
                <a:ext cx="3061683" cy="3220448"/>
                <a:chOff x="7173820" y="-1293869"/>
                <a:chExt cx="3061683" cy="3220448"/>
              </a:xfrm>
            </p:grpSpPr>
            <p:sp>
              <p:nvSpPr>
                <p:cNvPr id="367" name="Google Shape;367;p10"/>
                <p:cNvSpPr/>
                <p:nvPr/>
              </p:nvSpPr>
              <p:spPr>
                <a:xfrm rot="-776719">
                  <a:off x="7447222" y="-1046817"/>
                  <a:ext cx="2514879" cy="27263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25" h="67670" extrusionOk="0">
                      <a:moveTo>
                        <a:pt x="42599" y="1"/>
                      </a:moveTo>
                      <a:cubicBezTo>
                        <a:pt x="33273" y="1"/>
                        <a:pt x="24436" y="5343"/>
                        <a:pt x="14889" y="5343"/>
                      </a:cubicBezTo>
                      <a:cubicBezTo>
                        <a:pt x="14388" y="5343"/>
                        <a:pt x="13885" y="5329"/>
                        <a:pt x="13379" y="5298"/>
                      </a:cubicBezTo>
                      <a:cubicBezTo>
                        <a:pt x="12134" y="5228"/>
                        <a:pt x="10849" y="5098"/>
                        <a:pt x="9587" y="5098"/>
                      </a:cubicBezTo>
                      <a:cubicBezTo>
                        <a:pt x="8161" y="5098"/>
                        <a:pt x="6763" y="5263"/>
                        <a:pt x="5483" y="5864"/>
                      </a:cubicBezTo>
                      <a:cubicBezTo>
                        <a:pt x="2831" y="7085"/>
                        <a:pt x="1252" y="9946"/>
                        <a:pt x="567" y="12806"/>
                      </a:cubicBezTo>
                      <a:cubicBezTo>
                        <a:pt x="1" y="15279"/>
                        <a:pt x="1" y="17812"/>
                        <a:pt x="537" y="20285"/>
                      </a:cubicBezTo>
                      <a:cubicBezTo>
                        <a:pt x="1461" y="24695"/>
                        <a:pt x="3993" y="28598"/>
                        <a:pt x="7658" y="31221"/>
                      </a:cubicBezTo>
                      <a:cubicBezTo>
                        <a:pt x="13350" y="35184"/>
                        <a:pt x="21603" y="35958"/>
                        <a:pt x="25209" y="41918"/>
                      </a:cubicBezTo>
                      <a:cubicBezTo>
                        <a:pt x="27801" y="46208"/>
                        <a:pt x="26937" y="51721"/>
                        <a:pt x="28337" y="56518"/>
                      </a:cubicBezTo>
                      <a:cubicBezTo>
                        <a:pt x="30524" y="64017"/>
                        <a:pt x="36902" y="67669"/>
                        <a:pt x="43484" y="67669"/>
                      </a:cubicBezTo>
                      <a:cubicBezTo>
                        <a:pt x="49010" y="67669"/>
                        <a:pt x="54680" y="65095"/>
                        <a:pt x="58134" y="60064"/>
                      </a:cubicBezTo>
                      <a:cubicBezTo>
                        <a:pt x="61531" y="55117"/>
                        <a:pt x="62425" y="48622"/>
                        <a:pt x="60875" y="42841"/>
                      </a:cubicBezTo>
                      <a:cubicBezTo>
                        <a:pt x="59713" y="38521"/>
                        <a:pt x="57300" y="34647"/>
                        <a:pt x="56108" y="30356"/>
                      </a:cubicBezTo>
                      <a:cubicBezTo>
                        <a:pt x="55274" y="27436"/>
                        <a:pt x="55005" y="24367"/>
                        <a:pt x="55363" y="21358"/>
                      </a:cubicBezTo>
                      <a:cubicBezTo>
                        <a:pt x="55840" y="16888"/>
                        <a:pt x="57598" y="12270"/>
                        <a:pt x="56197" y="7979"/>
                      </a:cubicBezTo>
                      <a:cubicBezTo>
                        <a:pt x="54767" y="3599"/>
                        <a:pt x="50208" y="828"/>
                        <a:pt x="45649" y="202"/>
                      </a:cubicBezTo>
                      <a:cubicBezTo>
                        <a:pt x="44626" y="63"/>
                        <a:pt x="43609" y="1"/>
                        <a:pt x="4259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68" name="Google Shape;368;p10"/>
                <p:cNvGrpSpPr/>
                <p:nvPr/>
              </p:nvGrpSpPr>
              <p:grpSpPr>
                <a:xfrm rot="8100000">
                  <a:off x="8939114" y="1159920"/>
                  <a:ext cx="70212" cy="266577"/>
                  <a:chOff x="5735123" y="3863031"/>
                  <a:chExt cx="70213" cy="266579"/>
                </a:xfrm>
              </p:grpSpPr>
              <p:sp>
                <p:nvSpPr>
                  <p:cNvPr id="369" name="Google Shape;369;p10"/>
                  <p:cNvSpPr/>
                  <p:nvPr/>
                </p:nvSpPr>
                <p:spPr>
                  <a:xfrm>
                    <a:off x="5744701" y="3863031"/>
                    <a:ext cx="60635" cy="1668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6480" extrusionOk="0">
                        <a:moveTo>
                          <a:pt x="880" y="0"/>
                        </a:moveTo>
                        <a:cubicBezTo>
                          <a:pt x="827" y="0"/>
                          <a:pt x="773" y="6"/>
                          <a:pt x="716" y="19"/>
                        </a:cubicBezTo>
                        <a:cubicBezTo>
                          <a:pt x="298" y="93"/>
                          <a:pt x="135" y="436"/>
                          <a:pt x="90" y="823"/>
                        </a:cubicBezTo>
                        <a:cubicBezTo>
                          <a:pt x="60" y="1077"/>
                          <a:pt x="60" y="1330"/>
                          <a:pt x="75" y="1583"/>
                        </a:cubicBezTo>
                        <a:cubicBezTo>
                          <a:pt x="135" y="2581"/>
                          <a:pt x="120" y="3564"/>
                          <a:pt x="30" y="4548"/>
                        </a:cubicBezTo>
                        <a:cubicBezTo>
                          <a:pt x="1" y="4905"/>
                          <a:pt x="15" y="5278"/>
                          <a:pt x="60" y="5635"/>
                        </a:cubicBezTo>
                        <a:cubicBezTo>
                          <a:pt x="120" y="6067"/>
                          <a:pt x="343" y="6410"/>
                          <a:pt x="805" y="6470"/>
                        </a:cubicBezTo>
                        <a:cubicBezTo>
                          <a:pt x="850" y="6476"/>
                          <a:pt x="895" y="6479"/>
                          <a:pt x="939" y="6479"/>
                        </a:cubicBezTo>
                        <a:cubicBezTo>
                          <a:pt x="1309" y="6479"/>
                          <a:pt x="1655" y="6262"/>
                          <a:pt x="1788" y="5903"/>
                        </a:cubicBezTo>
                        <a:cubicBezTo>
                          <a:pt x="1937" y="5620"/>
                          <a:pt x="2056" y="5308"/>
                          <a:pt x="2131" y="4995"/>
                        </a:cubicBezTo>
                        <a:cubicBezTo>
                          <a:pt x="2354" y="3654"/>
                          <a:pt x="2265" y="2268"/>
                          <a:pt x="1848" y="972"/>
                        </a:cubicBezTo>
                        <a:cubicBezTo>
                          <a:pt x="1788" y="838"/>
                          <a:pt x="1729" y="689"/>
                          <a:pt x="1669" y="555"/>
                        </a:cubicBezTo>
                        <a:cubicBezTo>
                          <a:pt x="1439" y="223"/>
                          <a:pt x="1198" y="0"/>
                          <a:pt x="880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0" name="Google Shape;370;p10"/>
                  <p:cNvSpPr/>
                  <p:nvPr/>
                </p:nvSpPr>
                <p:spPr>
                  <a:xfrm>
                    <a:off x="5735123" y="4069722"/>
                    <a:ext cx="48354" cy="598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78" h="2326" extrusionOk="0">
                        <a:moveTo>
                          <a:pt x="1026" y="0"/>
                        </a:moveTo>
                        <a:cubicBezTo>
                          <a:pt x="855" y="0"/>
                          <a:pt x="683" y="69"/>
                          <a:pt x="551" y="214"/>
                        </a:cubicBezTo>
                        <a:cubicBezTo>
                          <a:pt x="164" y="617"/>
                          <a:pt x="0" y="1168"/>
                          <a:pt x="89" y="1719"/>
                        </a:cubicBezTo>
                        <a:cubicBezTo>
                          <a:pt x="132" y="2084"/>
                          <a:pt x="447" y="2326"/>
                          <a:pt x="781" y="2326"/>
                        </a:cubicBezTo>
                        <a:cubicBezTo>
                          <a:pt x="910" y="2326"/>
                          <a:pt x="1042" y="2290"/>
                          <a:pt x="1162" y="2211"/>
                        </a:cubicBezTo>
                        <a:cubicBezTo>
                          <a:pt x="1639" y="1913"/>
                          <a:pt x="1877" y="795"/>
                          <a:pt x="1579" y="319"/>
                        </a:cubicBezTo>
                        <a:cubicBezTo>
                          <a:pt x="1454" y="111"/>
                          <a:pt x="1242" y="0"/>
                          <a:pt x="1026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71" name="Google Shape;371;p10"/>
              <p:cNvSpPr/>
              <p:nvPr/>
            </p:nvSpPr>
            <p:spPr>
              <a:xfrm>
                <a:off x="7473594" y="-605030"/>
                <a:ext cx="2462130" cy="2355434"/>
              </a:xfrm>
              <a:custGeom>
                <a:avLst/>
                <a:gdLst/>
                <a:ahLst/>
                <a:cxnLst/>
                <a:rect l="l" t="t" r="r" b="b"/>
                <a:pathLst>
                  <a:path w="61114" h="58462" fill="none" extrusionOk="0">
                    <a:moveTo>
                      <a:pt x="2920" y="14929"/>
                    </a:moveTo>
                    <a:cubicBezTo>
                      <a:pt x="4231" y="18594"/>
                      <a:pt x="7479" y="21216"/>
                      <a:pt x="10995" y="22825"/>
                    </a:cubicBezTo>
                    <a:cubicBezTo>
                      <a:pt x="13617" y="24047"/>
                      <a:pt x="16478" y="24821"/>
                      <a:pt x="18951" y="26341"/>
                    </a:cubicBezTo>
                    <a:cubicBezTo>
                      <a:pt x="22735" y="28695"/>
                      <a:pt x="25298" y="32598"/>
                      <a:pt x="25953" y="37008"/>
                    </a:cubicBezTo>
                    <a:cubicBezTo>
                      <a:pt x="26340" y="39600"/>
                      <a:pt x="26013" y="42223"/>
                      <a:pt x="26251" y="44815"/>
                    </a:cubicBezTo>
                    <a:cubicBezTo>
                      <a:pt x="26579" y="48778"/>
                      <a:pt x="28277" y="52741"/>
                      <a:pt x="31495" y="55065"/>
                    </a:cubicBezTo>
                    <a:cubicBezTo>
                      <a:pt x="33641" y="56614"/>
                      <a:pt x="36263" y="57359"/>
                      <a:pt x="38885" y="57627"/>
                    </a:cubicBezTo>
                    <a:cubicBezTo>
                      <a:pt x="46185" y="58462"/>
                      <a:pt x="54320" y="55601"/>
                      <a:pt x="57925" y="49195"/>
                    </a:cubicBezTo>
                    <a:cubicBezTo>
                      <a:pt x="61113" y="43474"/>
                      <a:pt x="60160" y="36412"/>
                      <a:pt x="58580" y="30066"/>
                    </a:cubicBezTo>
                    <a:cubicBezTo>
                      <a:pt x="57001" y="23749"/>
                      <a:pt x="54856" y="17253"/>
                      <a:pt x="55899" y="10817"/>
                    </a:cubicBezTo>
                    <a:cubicBezTo>
                      <a:pt x="56286" y="8612"/>
                      <a:pt x="56971" y="6348"/>
                      <a:pt x="56227" y="4232"/>
                    </a:cubicBezTo>
                    <a:cubicBezTo>
                      <a:pt x="55213" y="1342"/>
                      <a:pt x="51757" y="1"/>
                      <a:pt x="48688" y="239"/>
                    </a:cubicBezTo>
                    <a:cubicBezTo>
                      <a:pt x="45619" y="448"/>
                      <a:pt x="42788" y="1818"/>
                      <a:pt x="39838" y="2712"/>
                    </a:cubicBezTo>
                    <a:cubicBezTo>
                      <a:pt x="35488" y="4023"/>
                      <a:pt x="30870" y="4292"/>
                      <a:pt x="26370" y="3517"/>
                    </a:cubicBezTo>
                    <a:cubicBezTo>
                      <a:pt x="22556" y="2861"/>
                      <a:pt x="18862" y="1431"/>
                      <a:pt x="14958" y="1103"/>
                    </a:cubicBezTo>
                    <a:cubicBezTo>
                      <a:pt x="7420" y="537"/>
                      <a:pt x="0" y="6765"/>
                      <a:pt x="2920" y="14929"/>
                    </a:cubicBezTo>
                    <a:close/>
                  </a:path>
                </a:pathLst>
              </a:custGeom>
              <a:noFill/>
              <a:ln w="9675" cap="flat" cmpd="sng">
                <a:solidFill>
                  <a:schemeClr val="accent1"/>
                </a:solidFill>
                <a:prstDash val="solid"/>
                <a:miter lim="297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72" name="Google Shape;372;p10"/>
              <p:cNvGrpSpPr/>
              <p:nvPr/>
            </p:nvGrpSpPr>
            <p:grpSpPr>
              <a:xfrm rot="-3298310">
                <a:off x="8268470" y="-365522"/>
                <a:ext cx="781177" cy="840852"/>
                <a:chOff x="8604632" y="-457076"/>
                <a:chExt cx="781149" cy="840821"/>
              </a:xfrm>
            </p:grpSpPr>
            <p:sp>
              <p:nvSpPr>
                <p:cNvPr id="373" name="Google Shape;373;p10"/>
                <p:cNvSpPr/>
                <p:nvPr/>
              </p:nvSpPr>
              <p:spPr>
                <a:xfrm>
                  <a:off x="8617645" y="162156"/>
                  <a:ext cx="91775" cy="76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" h="1902" extrusionOk="0">
                      <a:moveTo>
                        <a:pt x="958" y="0"/>
                      </a:moveTo>
                      <a:cubicBezTo>
                        <a:pt x="479" y="0"/>
                        <a:pt x="1" y="856"/>
                        <a:pt x="362" y="1556"/>
                      </a:cubicBezTo>
                      <a:cubicBezTo>
                        <a:pt x="486" y="1794"/>
                        <a:pt x="716" y="1901"/>
                        <a:pt x="956" y="1901"/>
                      </a:cubicBezTo>
                      <a:cubicBezTo>
                        <a:pt x="1585" y="1901"/>
                        <a:pt x="2278" y="1169"/>
                        <a:pt x="1286" y="155"/>
                      </a:cubicBezTo>
                      <a:cubicBezTo>
                        <a:pt x="1184" y="47"/>
                        <a:pt x="1071" y="0"/>
                        <a:pt x="9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" name="Google Shape;374;p10"/>
                <p:cNvSpPr/>
                <p:nvPr/>
              </p:nvSpPr>
              <p:spPr>
                <a:xfrm>
                  <a:off x="8805309" y="295309"/>
                  <a:ext cx="134480" cy="88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8" h="2195" extrusionOk="0">
                      <a:moveTo>
                        <a:pt x="1367" y="1"/>
                      </a:moveTo>
                      <a:cubicBezTo>
                        <a:pt x="636" y="1"/>
                        <a:pt x="0" y="1354"/>
                        <a:pt x="1008" y="2035"/>
                      </a:cubicBezTo>
                      <a:cubicBezTo>
                        <a:pt x="1183" y="2145"/>
                        <a:pt x="1368" y="2194"/>
                        <a:pt x="1547" y="2194"/>
                      </a:cubicBezTo>
                      <a:cubicBezTo>
                        <a:pt x="2524" y="2194"/>
                        <a:pt x="3337" y="744"/>
                        <a:pt x="1574" y="38"/>
                      </a:cubicBezTo>
                      <a:cubicBezTo>
                        <a:pt x="1505" y="13"/>
                        <a:pt x="1436" y="1"/>
                        <a:pt x="13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" name="Google Shape;375;p10"/>
                <p:cNvSpPr/>
                <p:nvPr/>
              </p:nvSpPr>
              <p:spPr>
                <a:xfrm>
                  <a:off x="8604632" y="-232871"/>
                  <a:ext cx="102935" cy="110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5" h="2747" extrusionOk="0">
                      <a:moveTo>
                        <a:pt x="1324" y="1"/>
                      </a:moveTo>
                      <a:cubicBezTo>
                        <a:pt x="1290" y="1"/>
                        <a:pt x="1255" y="3"/>
                        <a:pt x="1222" y="8"/>
                      </a:cubicBezTo>
                      <a:cubicBezTo>
                        <a:pt x="149" y="127"/>
                        <a:pt x="0" y="991"/>
                        <a:pt x="179" y="2154"/>
                      </a:cubicBezTo>
                      <a:cubicBezTo>
                        <a:pt x="255" y="2576"/>
                        <a:pt x="551" y="2746"/>
                        <a:pt x="905" y="2746"/>
                      </a:cubicBezTo>
                      <a:cubicBezTo>
                        <a:pt x="1524" y="2746"/>
                        <a:pt x="2319" y="2224"/>
                        <a:pt x="2414" y="1617"/>
                      </a:cubicBezTo>
                      <a:cubicBezTo>
                        <a:pt x="2554" y="690"/>
                        <a:pt x="1899" y="1"/>
                        <a:pt x="132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" name="Google Shape;376;p10"/>
                <p:cNvSpPr/>
                <p:nvPr/>
              </p:nvSpPr>
              <p:spPr>
                <a:xfrm>
                  <a:off x="8790684" y="-457076"/>
                  <a:ext cx="142376" cy="145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4" h="3617" extrusionOk="0">
                      <a:moveTo>
                        <a:pt x="1139" y="0"/>
                      </a:moveTo>
                      <a:cubicBezTo>
                        <a:pt x="1127" y="0"/>
                        <a:pt x="1115" y="1"/>
                        <a:pt x="1103" y="1"/>
                      </a:cubicBezTo>
                      <a:cubicBezTo>
                        <a:pt x="60" y="61"/>
                        <a:pt x="1" y="1193"/>
                        <a:pt x="150" y="1849"/>
                      </a:cubicBezTo>
                      <a:cubicBezTo>
                        <a:pt x="292" y="2467"/>
                        <a:pt x="947" y="3616"/>
                        <a:pt x="1766" y="3616"/>
                      </a:cubicBezTo>
                      <a:cubicBezTo>
                        <a:pt x="1974" y="3616"/>
                        <a:pt x="2191" y="3543"/>
                        <a:pt x="2414" y="3368"/>
                      </a:cubicBezTo>
                      <a:cubicBezTo>
                        <a:pt x="3533" y="2514"/>
                        <a:pt x="2178" y="0"/>
                        <a:pt x="113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" name="Google Shape;377;p10"/>
                <p:cNvSpPr/>
                <p:nvPr/>
              </p:nvSpPr>
              <p:spPr>
                <a:xfrm>
                  <a:off x="9263669" y="116510"/>
                  <a:ext cx="122111" cy="129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1" h="3206" extrusionOk="0">
                      <a:moveTo>
                        <a:pt x="1533" y="0"/>
                      </a:moveTo>
                      <a:cubicBezTo>
                        <a:pt x="1499" y="0"/>
                        <a:pt x="1464" y="3"/>
                        <a:pt x="1431" y="7"/>
                      </a:cubicBezTo>
                      <a:cubicBezTo>
                        <a:pt x="179" y="186"/>
                        <a:pt x="0" y="1169"/>
                        <a:pt x="239" y="2510"/>
                      </a:cubicBezTo>
                      <a:cubicBezTo>
                        <a:pt x="325" y="3006"/>
                        <a:pt x="666" y="3206"/>
                        <a:pt x="1075" y="3206"/>
                      </a:cubicBezTo>
                      <a:cubicBezTo>
                        <a:pt x="1795" y="3206"/>
                        <a:pt x="2728" y="2587"/>
                        <a:pt x="2861" y="1884"/>
                      </a:cubicBezTo>
                      <a:cubicBezTo>
                        <a:pt x="3031" y="808"/>
                        <a:pt x="2204" y="0"/>
                        <a:pt x="153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" name="Google Shape;378;p10"/>
                <p:cNvSpPr/>
                <p:nvPr/>
              </p:nvSpPr>
              <p:spPr>
                <a:xfrm>
                  <a:off x="8937495" y="-208053"/>
                  <a:ext cx="179763" cy="162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2" h="4035" extrusionOk="0">
                      <a:moveTo>
                        <a:pt x="2115" y="0"/>
                      </a:moveTo>
                      <a:cubicBezTo>
                        <a:pt x="1605" y="0"/>
                        <a:pt x="1084" y="161"/>
                        <a:pt x="737" y="495"/>
                      </a:cubicBezTo>
                      <a:cubicBezTo>
                        <a:pt x="1" y="1202"/>
                        <a:pt x="1201" y="4035"/>
                        <a:pt x="2498" y="4035"/>
                      </a:cubicBezTo>
                      <a:cubicBezTo>
                        <a:pt x="2566" y="4035"/>
                        <a:pt x="2635" y="4027"/>
                        <a:pt x="2703" y="4011"/>
                      </a:cubicBezTo>
                      <a:cubicBezTo>
                        <a:pt x="4074" y="3713"/>
                        <a:pt x="4461" y="2163"/>
                        <a:pt x="3597" y="703"/>
                      </a:cubicBezTo>
                      <a:cubicBezTo>
                        <a:pt x="3351" y="243"/>
                        <a:pt x="2741" y="0"/>
                        <a:pt x="211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" name="Google Shape;379;p10"/>
                <p:cNvSpPr/>
                <p:nvPr/>
              </p:nvSpPr>
              <p:spPr>
                <a:xfrm>
                  <a:off x="8990474" y="198053"/>
                  <a:ext cx="112040" cy="93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1" h="2328" extrusionOk="0">
                      <a:moveTo>
                        <a:pt x="1169" y="1"/>
                      </a:moveTo>
                      <a:cubicBezTo>
                        <a:pt x="583" y="1"/>
                        <a:pt x="0" y="1047"/>
                        <a:pt x="435" y="1916"/>
                      </a:cubicBezTo>
                      <a:cubicBezTo>
                        <a:pt x="589" y="2200"/>
                        <a:pt x="868" y="2328"/>
                        <a:pt x="1157" y="2328"/>
                      </a:cubicBezTo>
                      <a:cubicBezTo>
                        <a:pt x="1929" y="2328"/>
                        <a:pt x="2781" y="1423"/>
                        <a:pt x="1567" y="188"/>
                      </a:cubicBezTo>
                      <a:cubicBezTo>
                        <a:pt x="1443" y="58"/>
                        <a:pt x="1306" y="1"/>
                        <a:pt x="116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" name="Google Shape;380;p10"/>
                <p:cNvSpPr/>
                <p:nvPr/>
              </p:nvSpPr>
              <p:spPr>
                <a:xfrm>
                  <a:off x="8799628" y="-25507"/>
                  <a:ext cx="134157" cy="87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0" h="2172" extrusionOk="0">
                      <a:moveTo>
                        <a:pt x="1341" y="1"/>
                      </a:moveTo>
                      <a:cubicBezTo>
                        <a:pt x="617" y="1"/>
                        <a:pt x="1" y="1337"/>
                        <a:pt x="1000" y="2012"/>
                      </a:cubicBezTo>
                      <a:cubicBezTo>
                        <a:pt x="1176" y="2123"/>
                        <a:pt x="1360" y="2172"/>
                        <a:pt x="1539" y="2172"/>
                      </a:cubicBezTo>
                      <a:cubicBezTo>
                        <a:pt x="2517" y="2172"/>
                        <a:pt x="3329" y="726"/>
                        <a:pt x="1566" y="46"/>
                      </a:cubicBezTo>
                      <a:cubicBezTo>
                        <a:pt x="1491" y="15"/>
                        <a:pt x="1415" y="1"/>
                        <a:pt x="134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81" name="Google Shape;381;p10"/>
            <p:cNvSpPr/>
            <p:nvPr/>
          </p:nvSpPr>
          <p:spPr>
            <a:xfrm>
              <a:off x="8166995" y="2359437"/>
              <a:ext cx="172096" cy="143602"/>
            </a:xfrm>
            <a:custGeom>
              <a:avLst/>
              <a:gdLst/>
              <a:ahLst/>
              <a:cxnLst/>
              <a:rect l="l" t="t" r="r" b="b"/>
              <a:pathLst>
                <a:path w="5170" h="4314" extrusionOk="0">
                  <a:moveTo>
                    <a:pt x="2507" y="0"/>
                  </a:moveTo>
                  <a:cubicBezTo>
                    <a:pt x="2392" y="0"/>
                    <a:pt x="2280" y="8"/>
                    <a:pt x="2176" y="23"/>
                  </a:cubicBezTo>
                  <a:cubicBezTo>
                    <a:pt x="1431" y="142"/>
                    <a:pt x="835" y="589"/>
                    <a:pt x="477" y="1214"/>
                  </a:cubicBezTo>
                  <a:cubicBezTo>
                    <a:pt x="0" y="2257"/>
                    <a:pt x="388" y="3837"/>
                    <a:pt x="1550" y="4194"/>
                  </a:cubicBezTo>
                  <a:cubicBezTo>
                    <a:pt x="1795" y="4274"/>
                    <a:pt x="2080" y="4313"/>
                    <a:pt x="2379" y="4313"/>
                  </a:cubicBezTo>
                  <a:cubicBezTo>
                    <a:pt x="3647" y="4313"/>
                    <a:pt x="5169" y="3607"/>
                    <a:pt x="4976" y="2257"/>
                  </a:cubicBezTo>
                  <a:cubicBezTo>
                    <a:pt x="4887" y="1661"/>
                    <a:pt x="4649" y="1125"/>
                    <a:pt x="4261" y="678"/>
                  </a:cubicBezTo>
                  <a:cubicBezTo>
                    <a:pt x="3874" y="291"/>
                    <a:pt x="3397" y="52"/>
                    <a:pt x="2861" y="23"/>
                  </a:cubicBezTo>
                  <a:cubicBezTo>
                    <a:pt x="2742" y="8"/>
                    <a:pt x="2622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2" name="Google Shape;382;p10"/>
            <p:cNvGrpSpPr/>
            <p:nvPr/>
          </p:nvGrpSpPr>
          <p:grpSpPr>
            <a:xfrm flipH="1">
              <a:off x="5570428" y="3445251"/>
              <a:ext cx="4465489" cy="2321512"/>
              <a:chOff x="-1075731" y="3535076"/>
              <a:chExt cx="4465489" cy="2321512"/>
            </a:xfrm>
          </p:grpSpPr>
          <p:grpSp>
            <p:nvGrpSpPr>
              <p:cNvPr id="383" name="Google Shape;383;p10"/>
              <p:cNvGrpSpPr/>
              <p:nvPr/>
            </p:nvGrpSpPr>
            <p:grpSpPr>
              <a:xfrm>
                <a:off x="-1075731" y="3535076"/>
                <a:ext cx="4465489" cy="2321512"/>
                <a:chOff x="-891956" y="3885663"/>
                <a:chExt cx="4465489" cy="2321512"/>
              </a:xfrm>
            </p:grpSpPr>
            <p:sp>
              <p:nvSpPr>
                <p:cNvPr id="384" name="Google Shape;384;p10"/>
                <p:cNvSpPr/>
                <p:nvPr/>
              </p:nvSpPr>
              <p:spPr>
                <a:xfrm rot="223296">
                  <a:off x="-830202" y="4024424"/>
                  <a:ext cx="4341981" cy="2043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75" h="50732" extrusionOk="0">
                      <a:moveTo>
                        <a:pt x="19280" y="1"/>
                      </a:moveTo>
                      <a:cubicBezTo>
                        <a:pt x="14384" y="1"/>
                        <a:pt x="9338" y="2218"/>
                        <a:pt x="8075" y="7268"/>
                      </a:cubicBezTo>
                      <a:cubicBezTo>
                        <a:pt x="7241" y="10724"/>
                        <a:pt x="7598" y="14449"/>
                        <a:pt x="6615" y="17905"/>
                      </a:cubicBezTo>
                      <a:cubicBezTo>
                        <a:pt x="5721" y="21034"/>
                        <a:pt x="3755" y="23716"/>
                        <a:pt x="2414" y="26695"/>
                      </a:cubicBezTo>
                      <a:cubicBezTo>
                        <a:pt x="596" y="30777"/>
                        <a:pt x="0" y="35426"/>
                        <a:pt x="1162" y="39716"/>
                      </a:cubicBezTo>
                      <a:cubicBezTo>
                        <a:pt x="2324" y="44007"/>
                        <a:pt x="5364" y="47821"/>
                        <a:pt x="9476" y="49519"/>
                      </a:cubicBezTo>
                      <a:cubicBezTo>
                        <a:pt x="11357" y="50293"/>
                        <a:pt x="13318" y="50601"/>
                        <a:pt x="15314" y="50601"/>
                      </a:cubicBezTo>
                      <a:cubicBezTo>
                        <a:pt x="19547" y="50601"/>
                        <a:pt x="23938" y="49216"/>
                        <a:pt x="28069" y="47940"/>
                      </a:cubicBezTo>
                      <a:cubicBezTo>
                        <a:pt x="34622" y="45928"/>
                        <a:pt x="41399" y="44206"/>
                        <a:pt x="48226" y="44206"/>
                      </a:cubicBezTo>
                      <a:cubicBezTo>
                        <a:pt x="49283" y="44206"/>
                        <a:pt x="50341" y="44247"/>
                        <a:pt x="51399" y="44335"/>
                      </a:cubicBezTo>
                      <a:cubicBezTo>
                        <a:pt x="58282" y="44901"/>
                        <a:pt x="64868" y="47434"/>
                        <a:pt x="71602" y="49132"/>
                      </a:cubicBezTo>
                      <a:cubicBezTo>
                        <a:pt x="75244" y="50055"/>
                        <a:pt x="79063" y="50731"/>
                        <a:pt x="82819" y="50731"/>
                      </a:cubicBezTo>
                      <a:cubicBezTo>
                        <a:pt x="85975" y="50731"/>
                        <a:pt x="89087" y="50254"/>
                        <a:pt x="92012" y="49043"/>
                      </a:cubicBezTo>
                      <a:cubicBezTo>
                        <a:pt x="94426" y="48059"/>
                        <a:pt x="96661" y="46570"/>
                        <a:pt x="98150" y="44424"/>
                      </a:cubicBezTo>
                      <a:cubicBezTo>
                        <a:pt x="107775" y="30581"/>
                        <a:pt x="86591" y="19064"/>
                        <a:pt x="74895" y="19064"/>
                      </a:cubicBezTo>
                      <a:cubicBezTo>
                        <a:pt x="74533" y="19064"/>
                        <a:pt x="74179" y="19075"/>
                        <a:pt x="73836" y="19097"/>
                      </a:cubicBezTo>
                      <a:cubicBezTo>
                        <a:pt x="67567" y="19499"/>
                        <a:pt x="61181" y="22039"/>
                        <a:pt x="55078" y="22039"/>
                      </a:cubicBezTo>
                      <a:cubicBezTo>
                        <a:pt x="53030" y="22039"/>
                        <a:pt x="51014" y="21753"/>
                        <a:pt x="49046" y="21004"/>
                      </a:cubicBezTo>
                      <a:cubicBezTo>
                        <a:pt x="42043" y="18352"/>
                        <a:pt x="38319" y="10933"/>
                        <a:pt x="32836" y="5868"/>
                      </a:cubicBezTo>
                      <a:cubicBezTo>
                        <a:pt x="30959" y="4110"/>
                        <a:pt x="28843" y="2709"/>
                        <a:pt x="26549" y="1636"/>
                      </a:cubicBezTo>
                      <a:cubicBezTo>
                        <a:pt x="24851" y="862"/>
                        <a:pt x="23033" y="355"/>
                        <a:pt x="21215" y="117"/>
                      </a:cubicBezTo>
                      <a:cubicBezTo>
                        <a:pt x="20579" y="40"/>
                        <a:pt x="19931" y="1"/>
                        <a:pt x="1928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10"/>
                <p:cNvSpPr/>
                <p:nvPr/>
              </p:nvSpPr>
              <p:spPr>
                <a:xfrm>
                  <a:off x="-316390" y="4171925"/>
                  <a:ext cx="3797016" cy="1953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48" h="48480" fill="none" extrusionOk="0">
                      <a:moveTo>
                        <a:pt x="15196" y="1252"/>
                      </a:moveTo>
                      <a:cubicBezTo>
                        <a:pt x="20828" y="1"/>
                        <a:pt x="26698" y="1639"/>
                        <a:pt x="30899" y="5573"/>
                      </a:cubicBezTo>
                      <a:cubicBezTo>
                        <a:pt x="36173" y="10638"/>
                        <a:pt x="38051" y="18832"/>
                        <a:pt x="44129" y="22914"/>
                      </a:cubicBezTo>
                      <a:cubicBezTo>
                        <a:pt x="48450" y="25804"/>
                        <a:pt x="54081" y="25953"/>
                        <a:pt x="59206" y="25089"/>
                      </a:cubicBezTo>
                      <a:cubicBezTo>
                        <a:pt x="64331" y="24225"/>
                        <a:pt x="69307" y="22437"/>
                        <a:pt x="74492" y="21812"/>
                      </a:cubicBezTo>
                      <a:cubicBezTo>
                        <a:pt x="79647" y="21156"/>
                        <a:pt x="85308" y="21812"/>
                        <a:pt x="89241" y="25208"/>
                      </a:cubicBezTo>
                      <a:cubicBezTo>
                        <a:pt x="91625" y="27354"/>
                        <a:pt x="93234" y="30244"/>
                        <a:pt x="93830" y="33403"/>
                      </a:cubicBezTo>
                      <a:cubicBezTo>
                        <a:pt x="94187" y="35339"/>
                        <a:pt x="94247" y="37425"/>
                        <a:pt x="93472" y="39243"/>
                      </a:cubicBezTo>
                      <a:cubicBezTo>
                        <a:pt x="92549" y="41418"/>
                        <a:pt x="90642" y="42967"/>
                        <a:pt x="88586" y="44129"/>
                      </a:cubicBezTo>
                      <a:cubicBezTo>
                        <a:pt x="81017" y="48480"/>
                        <a:pt x="71333" y="48420"/>
                        <a:pt x="63318" y="44964"/>
                      </a:cubicBezTo>
                      <a:cubicBezTo>
                        <a:pt x="59623" y="43384"/>
                        <a:pt x="56226" y="41120"/>
                        <a:pt x="52383" y="40017"/>
                      </a:cubicBezTo>
                      <a:cubicBezTo>
                        <a:pt x="39868" y="36412"/>
                        <a:pt x="26668" y="45470"/>
                        <a:pt x="13826" y="43206"/>
                      </a:cubicBezTo>
                      <a:cubicBezTo>
                        <a:pt x="11085" y="42699"/>
                        <a:pt x="8373" y="41656"/>
                        <a:pt x="6377" y="39690"/>
                      </a:cubicBezTo>
                      <a:cubicBezTo>
                        <a:pt x="4202" y="37514"/>
                        <a:pt x="3129" y="34445"/>
                        <a:pt x="2473" y="31406"/>
                      </a:cubicBezTo>
                      <a:cubicBezTo>
                        <a:pt x="0" y="19964"/>
                        <a:pt x="1490" y="4381"/>
                        <a:pt x="15196" y="1252"/>
                      </a:cubicBezTo>
                      <a:close/>
                    </a:path>
                  </a:pathLst>
                </a:custGeom>
                <a:noFill/>
                <a:ln w="9675" cap="flat" cmpd="sng">
                  <a:solidFill>
                    <a:schemeClr val="accent1"/>
                  </a:solidFill>
                  <a:prstDash val="solid"/>
                  <a:miter lim="297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86" name="Google Shape;386;p10"/>
                <p:cNvGrpSpPr/>
                <p:nvPr/>
              </p:nvGrpSpPr>
              <p:grpSpPr>
                <a:xfrm>
                  <a:off x="174564" y="4842646"/>
                  <a:ext cx="824338" cy="865398"/>
                  <a:chOff x="126952" y="4637346"/>
                  <a:chExt cx="824338" cy="865398"/>
                </a:xfrm>
              </p:grpSpPr>
              <p:sp>
                <p:nvSpPr>
                  <p:cNvPr id="387" name="Google Shape;387;p10"/>
                  <p:cNvSpPr/>
                  <p:nvPr/>
                </p:nvSpPr>
                <p:spPr>
                  <a:xfrm>
                    <a:off x="787480" y="5298317"/>
                    <a:ext cx="94716" cy="65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1" h="1614" extrusionOk="0">
                        <a:moveTo>
                          <a:pt x="1259" y="0"/>
                        </a:moveTo>
                        <a:cubicBezTo>
                          <a:pt x="928" y="0"/>
                          <a:pt x="550" y="221"/>
                          <a:pt x="233" y="825"/>
                        </a:cubicBezTo>
                        <a:cubicBezTo>
                          <a:pt x="1" y="1270"/>
                          <a:pt x="471" y="1614"/>
                          <a:pt x="1025" y="1614"/>
                        </a:cubicBezTo>
                        <a:cubicBezTo>
                          <a:pt x="1325" y="1614"/>
                          <a:pt x="1650" y="1513"/>
                          <a:pt x="1901" y="1272"/>
                        </a:cubicBezTo>
                        <a:cubicBezTo>
                          <a:pt x="2351" y="803"/>
                          <a:pt x="1890" y="0"/>
                          <a:pt x="125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8" name="Google Shape;388;p10"/>
                  <p:cNvSpPr/>
                  <p:nvPr/>
                </p:nvSpPr>
                <p:spPr>
                  <a:xfrm>
                    <a:off x="857984" y="5042204"/>
                    <a:ext cx="93306" cy="876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6" h="2176" extrusionOk="0">
                        <a:moveTo>
                          <a:pt x="1092" y="1"/>
                        </a:moveTo>
                        <a:cubicBezTo>
                          <a:pt x="596" y="1"/>
                          <a:pt x="99" y="387"/>
                          <a:pt x="32" y="1402"/>
                        </a:cubicBezTo>
                        <a:cubicBezTo>
                          <a:pt x="0" y="1860"/>
                          <a:pt x="488" y="2176"/>
                          <a:pt x="1007" y="2176"/>
                        </a:cubicBezTo>
                        <a:cubicBezTo>
                          <a:pt x="1466" y="2176"/>
                          <a:pt x="1950" y="1928"/>
                          <a:pt x="2118" y="1312"/>
                        </a:cubicBezTo>
                        <a:cubicBezTo>
                          <a:pt x="2315" y="588"/>
                          <a:pt x="1704" y="1"/>
                          <a:pt x="109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9" name="Google Shape;389;p10"/>
                  <p:cNvSpPr/>
                  <p:nvPr/>
                </p:nvSpPr>
                <p:spPr>
                  <a:xfrm>
                    <a:off x="403088" y="5404356"/>
                    <a:ext cx="149346" cy="98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07" h="2442" extrusionOk="0">
                        <a:moveTo>
                          <a:pt x="1594" y="1"/>
                        </a:moveTo>
                        <a:cubicBezTo>
                          <a:pt x="1549" y="1"/>
                          <a:pt x="1504" y="4"/>
                          <a:pt x="1460" y="11"/>
                        </a:cubicBezTo>
                        <a:cubicBezTo>
                          <a:pt x="477" y="160"/>
                          <a:pt x="0" y="1143"/>
                          <a:pt x="268" y="1709"/>
                        </a:cubicBezTo>
                        <a:cubicBezTo>
                          <a:pt x="521" y="2230"/>
                          <a:pt x="890" y="2441"/>
                          <a:pt x="1336" y="2441"/>
                        </a:cubicBezTo>
                        <a:cubicBezTo>
                          <a:pt x="1733" y="2441"/>
                          <a:pt x="2191" y="2274"/>
                          <a:pt x="2682" y="2007"/>
                        </a:cubicBezTo>
                        <a:cubicBezTo>
                          <a:pt x="3707" y="1466"/>
                          <a:pt x="2556" y="1"/>
                          <a:pt x="159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0" name="Google Shape;390;p10"/>
                  <p:cNvSpPr/>
                  <p:nvPr/>
                </p:nvSpPr>
                <p:spPr>
                  <a:xfrm>
                    <a:off x="126952" y="5265602"/>
                    <a:ext cx="176540" cy="128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2" h="3198" extrusionOk="0">
                        <a:moveTo>
                          <a:pt x="2558" y="0"/>
                        </a:moveTo>
                        <a:cubicBezTo>
                          <a:pt x="1385" y="0"/>
                          <a:pt x="0" y="1673"/>
                          <a:pt x="329" y="2531"/>
                        </a:cubicBezTo>
                        <a:cubicBezTo>
                          <a:pt x="510" y="3028"/>
                          <a:pt x="888" y="3198"/>
                          <a:pt x="1296" y="3198"/>
                        </a:cubicBezTo>
                        <a:cubicBezTo>
                          <a:pt x="1694" y="3198"/>
                          <a:pt x="2120" y="3036"/>
                          <a:pt x="2415" y="2859"/>
                        </a:cubicBezTo>
                        <a:cubicBezTo>
                          <a:pt x="3130" y="2442"/>
                          <a:pt x="4381" y="1012"/>
                          <a:pt x="3159" y="177"/>
                        </a:cubicBezTo>
                        <a:cubicBezTo>
                          <a:pt x="2973" y="55"/>
                          <a:pt x="2769" y="0"/>
                          <a:pt x="255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1" name="Google Shape;391;p10"/>
                  <p:cNvSpPr/>
                  <p:nvPr/>
                </p:nvSpPr>
                <p:spPr>
                  <a:xfrm>
                    <a:off x="530319" y="4637346"/>
                    <a:ext cx="173357" cy="114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3" h="2839" extrusionOk="0">
                        <a:moveTo>
                          <a:pt x="1802" y="0"/>
                        </a:moveTo>
                        <a:cubicBezTo>
                          <a:pt x="1757" y="0"/>
                          <a:pt x="1713" y="3"/>
                          <a:pt x="1669" y="9"/>
                        </a:cubicBezTo>
                        <a:cubicBezTo>
                          <a:pt x="537" y="188"/>
                          <a:pt x="1" y="1320"/>
                          <a:pt x="299" y="1975"/>
                        </a:cubicBezTo>
                        <a:cubicBezTo>
                          <a:pt x="598" y="2590"/>
                          <a:pt x="1023" y="2838"/>
                          <a:pt x="1537" y="2838"/>
                        </a:cubicBezTo>
                        <a:cubicBezTo>
                          <a:pt x="1995" y="2838"/>
                          <a:pt x="2524" y="2642"/>
                          <a:pt x="3100" y="2333"/>
                        </a:cubicBezTo>
                        <a:cubicBezTo>
                          <a:pt x="4303" y="1731"/>
                          <a:pt x="2917" y="0"/>
                          <a:pt x="180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2" name="Google Shape;392;p10"/>
                  <p:cNvSpPr/>
                  <p:nvPr/>
                </p:nvSpPr>
                <p:spPr>
                  <a:xfrm>
                    <a:off x="304623" y="4999941"/>
                    <a:ext cx="192776" cy="157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5" h="3902" extrusionOk="0">
                        <a:moveTo>
                          <a:pt x="2645" y="1"/>
                        </a:moveTo>
                        <a:cubicBezTo>
                          <a:pt x="1976" y="1"/>
                          <a:pt x="1239" y="345"/>
                          <a:pt x="627" y="1020"/>
                        </a:cubicBezTo>
                        <a:cubicBezTo>
                          <a:pt x="1" y="1706"/>
                          <a:pt x="388" y="3315"/>
                          <a:pt x="1342" y="3821"/>
                        </a:cubicBezTo>
                        <a:cubicBezTo>
                          <a:pt x="1439" y="3876"/>
                          <a:pt x="1553" y="3901"/>
                          <a:pt x="1678" y="3901"/>
                        </a:cubicBezTo>
                        <a:cubicBezTo>
                          <a:pt x="2783" y="3901"/>
                          <a:pt x="4785" y="1939"/>
                          <a:pt x="4143" y="842"/>
                        </a:cubicBezTo>
                        <a:cubicBezTo>
                          <a:pt x="3790" y="278"/>
                          <a:pt x="3245" y="1"/>
                          <a:pt x="2645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3" name="Google Shape;393;p10"/>
                  <p:cNvSpPr/>
                  <p:nvPr/>
                </p:nvSpPr>
                <p:spPr>
                  <a:xfrm>
                    <a:off x="701142" y="4908003"/>
                    <a:ext cx="114940" cy="796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3" h="1977" extrusionOk="0">
                        <a:moveTo>
                          <a:pt x="1541" y="1"/>
                        </a:moveTo>
                        <a:cubicBezTo>
                          <a:pt x="1140" y="1"/>
                          <a:pt x="679" y="270"/>
                          <a:pt x="290" y="1008"/>
                        </a:cubicBezTo>
                        <a:cubicBezTo>
                          <a:pt x="0" y="1548"/>
                          <a:pt x="573" y="1976"/>
                          <a:pt x="1239" y="1976"/>
                        </a:cubicBezTo>
                        <a:cubicBezTo>
                          <a:pt x="1602" y="1976"/>
                          <a:pt x="1992" y="1849"/>
                          <a:pt x="2286" y="1544"/>
                        </a:cubicBezTo>
                        <a:cubicBezTo>
                          <a:pt x="2853" y="978"/>
                          <a:pt x="2305" y="1"/>
                          <a:pt x="1541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4" name="Google Shape;394;p10"/>
                  <p:cNvSpPr/>
                  <p:nvPr/>
                </p:nvSpPr>
                <p:spPr>
                  <a:xfrm>
                    <a:off x="549456" y="5148363"/>
                    <a:ext cx="93346" cy="877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7" h="2178" extrusionOk="0">
                        <a:moveTo>
                          <a:pt x="1068" y="0"/>
                        </a:moveTo>
                        <a:cubicBezTo>
                          <a:pt x="573" y="0"/>
                          <a:pt x="85" y="383"/>
                          <a:pt x="32" y="1389"/>
                        </a:cubicBezTo>
                        <a:cubicBezTo>
                          <a:pt x="1" y="1863"/>
                          <a:pt x="489" y="2178"/>
                          <a:pt x="1007" y="2178"/>
                        </a:cubicBezTo>
                        <a:cubicBezTo>
                          <a:pt x="1467" y="2178"/>
                          <a:pt x="1950" y="1931"/>
                          <a:pt x="2118" y="1329"/>
                        </a:cubicBezTo>
                        <a:cubicBezTo>
                          <a:pt x="2317" y="600"/>
                          <a:pt x="1687" y="0"/>
                          <a:pt x="106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95" name="Google Shape;395;p10"/>
              <p:cNvGrpSpPr/>
              <p:nvPr/>
            </p:nvGrpSpPr>
            <p:grpSpPr>
              <a:xfrm rot="-5189473">
                <a:off x="2083919" y="4475431"/>
                <a:ext cx="70211" cy="266572"/>
                <a:chOff x="5671669" y="3866922"/>
                <a:chExt cx="70213" cy="266579"/>
              </a:xfrm>
            </p:grpSpPr>
            <p:sp>
              <p:nvSpPr>
                <p:cNvPr id="396" name="Google Shape;396;p10"/>
                <p:cNvSpPr/>
                <p:nvPr/>
              </p:nvSpPr>
              <p:spPr>
                <a:xfrm>
                  <a:off x="5681247" y="3866922"/>
                  <a:ext cx="60635" cy="166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5" h="6480" extrusionOk="0">
                      <a:moveTo>
                        <a:pt x="880" y="0"/>
                      </a:moveTo>
                      <a:cubicBezTo>
                        <a:pt x="827" y="0"/>
                        <a:pt x="773" y="6"/>
                        <a:pt x="716" y="19"/>
                      </a:cubicBezTo>
                      <a:cubicBezTo>
                        <a:pt x="298" y="93"/>
                        <a:pt x="135" y="436"/>
                        <a:pt x="90" y="823"/>
                      </a:cubicBezTo>
                      <a:cubicBezTo>
                        <a:pt x="60" y="1077"/>
                        <a:pt x="60" y="1330"/>
                        <a:pt x="75" y="1583"/>
                      </a:cubicBezTo>
                      <a:cubicBezTo>
                        <a:pt x="135" y="2581"/>
                        <a:pt x="120" y="3564"/>
                        <a:pt x="30" y="4548"/>
                      </a:cubicBezTo>
                      <a:cubicBezTo>
                        <a:pt x="1" y="4905"/>
                        <a:pt x="15" y="5278"/>
                        <a:pt x="60" y="5635"/>
                      </a:cubicBezTo>
                      <a:cubicBezTo>
                        <a:pt x="120" y="6067"/>
                        <a:pt x="343" y="6410"/>
                        <a:pt x="805" y="6470"/>
                      </a:cubicBezTo>
                      <a:cubicBezTo>
                        <a:pt x="850" y="6476"/>
                        <a:pt x="895" y="6479"/>
                        <a:pt x="939" y="6479"/>
                      </a:cubicBezTo>
                      <a:cubicBezTo>
                        <a:pt x="1309" y="6479"/>
                        <a:pt x="1655" y="6262"/>
                        <a:pt x="1788" y="5903"/>
                      </a:cubicBezTo>
                      <a:cubicBezTo>
                        <a:pt x="1937" y="5620"/>
                        <a:pt x="2056" y="5308"/>
                        <a:pt x="2131" y="4995"/>
                      </a:cubicBezTo>
                      <a:cubicBezTo>
                        <a:pt x="2354" y="3654"/>
                        <a:pt x="2265" y="2268"/>
                        <a:pt x="1848" y="972"/>
                      </a:cubicBezTo>
                      <a:cubicBezTo>
                        <a:pt x="1788" y="838"/>
                        <a:pt x="1729" y="689"/>
                        <a:pt x="1669" y="555"/>
                      </a:cubicBezTo>
                      <a:cubicBezTo>
                        <a:pt x="1439" y="223"/>
                        <a:pt x="1198" y="0"/>
                        <a:pt x="88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" name="Google Shape;397;p10"/>
                <p:cNvSpPr/>
                <p:nvPr/>
              </p:nvSpPr>
              <p:spPr>
                <a:xfrm>
                  <a:off x="5671669" y="4073612"/>
                  <a:ext cx="48354" cy="59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8" h="2326" extrusionOk="0">
                      <a:moveTo>
                        <a:pt x="1026" y="0"/>
                      </a:moveTo>
                      <a:cubicBezTo>
                        <a:pt x="855" y="0"/>
                        <a:pt x="683" y="69"/>
                        <a:pt x="551" y="214"/>
                      </a:cubicBezTo>
                      <a:cubicBezTo>
                        <a:pt x="164" y="617"/>
                        <a:pt x="0" y="1168"/>
                        <a:pt x="89" y="1719"/>
                      </a:cubicBezTo>
                      <a:cubicBezTo>
                        <a:pt x="132" y="2084"/>
                        <a:pt x="447" y="2326"/>
                        <a:pt x="781" y="2326"/>
                      </a:cubicBezTo>
                      <a:cubicBezTo>
                        <a:pt x="910" y="2326"/>
                        <a:pt x="1042" y="2290"/>
                        <a:pt x="1162" y="2211"/>
                      </a:cubicBezTo>
                      <a:cubicBezTo>
                        <a:pt x="1639" y="1913"/>
                        <a:pt x="1877" y="795"/>
                        <a:pt x="1579" y="319"/>
                      </a:cubicBezTo>
                      <a:cubicBezTo>
                        <a:pt x="1454" y="111"/>
                        <a:pt x="1242" y="0"/>
                        <a:pt x="1026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98" name="Google Shape;398;p10"/>
            <p:cNvSpPr/>
            <p:nvPr/>
          </p:nvSpPr>
          <p:spPr>
            <a:xfrm>
              <a:off x="7475392" y="4048599"/>
              <a:ext cx="81355" cy="69471"/>
            </a:xfrm>
            <a:custGeom>
              <a:avLst/>
              <a:gdLst/>
              <a:ahLst/>
              <a:cxnLst/>
              <a:rect l="l" t="t" r="r" b="b"/>
              <a:pathLst>
                <a:path w="2444" h="2087" extrusionOk="0">
                  <a:moveTo>
                    <a:pt x="936" y="0"/>
                  </a:moveTo>
                  <a:cubicBezTo>
                    <a:pt x="562" y="0"/>
                    <a:pt x="220" y="138"/>
                    <a:pt x="120" y="496"/>
                  </a:cubicBezTo>
                  <a:cubicBezTo>
                    <a:pt x="1" y="764"/>
                    <a:pt x="1" y="1062"/>
                    <a:pt x="90" y="1331"/>
                  </a:cubicBezTo>
                  <a:cubicBezTo>
                    <a:pt x="150" y="1569"/>
                    <a:pt x="328" y="1778"/>
                    <a:pt x="537" y="1897"/>
                  </a:cubicBezTo>
                  <a:cubicBezTo>
                    <a:pt x="656" y="1956"/>
                    <a:pt x="746" y="2016"/>
                    <a:pt x="865" y="2046"/>
                  </a:cubicBezTo>
                  <a:cubicBezTo>
                    <a:pt x="966" y="2073"/>
                    <a:pt x="1071" y="2087"/>
                    <a:pt x="1175" y="2087"/>
                  </a:cubicBezTo>
                  <a:cubicBezTo>
                    <a:pt x="1408" y="2087"/>
                    <a:pt x="1642" y="2020"/>
                    <a:pt x="1848" y="1897"/>
                  </a:cubicBezTo>
                  <a:cubicBezTo>
                    <a:pt x="2265" y="1539"/>
                    <a:pt x="2444" y="764"/>
                    <a:pt x="1997" y="377"/>
                  </a:cubicBezTo>
                  <a:cubicBezTo>
                    <a:pt x="1781" y="161"/>
                    <a:pt x="1339" y="0"/>
                    <a:pt x="9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0"/>
            <p:cNvSpPr/>
            <p:nvPr/>
          </p:nvSpPr>
          <p:spPr>
            <a:xfrm>
              <a:off x="8409066" y="3100796"/>
              <a:ext cx="252885" cy="205750"/>
            </a:xfrm>
            <a:custGeom>
              <a:avLst/>
              <a:gdLst/>
              <a:ahLst/>
              <a:cxnLst/>
              <a:rect l="l" t="t" r="r" b="b"/>
              <a:pathLst>
                <a:path w="7597" h="6181" extrusionOk="0">
                  <a:moveTo>
                    <a:pt x="3559" y="0"/>
                  </a:moveTo>
                  <a:cubicBezTo>
                    <a:pt x="3292" y="0"/>
                    <a:pt x="3026" y="34"/>
                    <a:pt x="2769" y="101"/>
                  </a:cubicBezTo>
                  <a:cubicBezTo>
                    <a:pt x="2442" y="160"/>
                    <a:pt x="2144" y="279"/>
                    <a:pt x="1846" y="428"/>
                  </a:cubicBezTo>
                  <a:cubicBezTo>
                    <a:pt x="952" y="905"/>
                    <a:pt x="326" y="1769"/>
                    <a:pt x="147" y="2782"/>
                  </a:cubicBezTo>
                  <a:cubicBezTo>
                    <a:pt x="1" y="4337"/>
                    <a:pt x="1182" y="6181"/>
                    <a:pt x="2868" y="6181"/>
                  </a:cubicBezTo>
                  <a:cubicBezTo>
                    <a:pt x="2895" y="6181"/>
                    <a:pt x="2921" y="6180"/>
                    <a:pt x="2948" y="6179"/>
                  </a:cubicBezTo>
                  <a:cubicBezTo>
                    <a:pt x="4796" y="6090"/>
                    <a:pt x="7597" y="4153"/>
                    <a:pt x="6524" y="2067"/>
                  </a:cubicBezTo>
                  <a:cubicBezTo>
                    <a:pt x="6166" y="1322"/>
                    <a:pt x="5600" y="697"/>
                    <a:pt x="4885" y="279"/>
                  </a:cubicBezTo>
                  <a:cubicBezTo>
                    <a:pt x="4457" y="93"/>
                    <a:pt x="4005" y="0"/>
                    <a:pt x="35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0"/>
            <p:cNvSpPr/>
            <p:nvPr/>
          </p:nvSpPr>
          <p:spPr>
            <a:xfrm rot="-5248956" flipH="1">
              <a:off x="3115584" y="-410609"/>
              <a:ext cx="1508194" cy="1268221"/>
            </a:xfrm>
            <a:custGeom>
              <a:avLst/>
              <a:gdLst/>
              <a:ahLst/>
              <a:cxnLst/>
              <a:rect l="l" t="t" r="r" b="b"/>
              <a:pathLst>
                <a:path w="45295" h="38088" extrusionOk="0">
                  <a:moveTo>
                    <a:pt x="30867" y="1"/>
                  </a:moveTo>
                  <a:cubicBezTo>
                    <a:pt x="29369" y="1"/>
                    <a:pt x="23435" y="9789"/>
                    <a:pt x="20895" y="14514"/>
                  </a:cubicBezTo>
                  <a:cubicBezTo>
                    <a:pt x="20627" y="14693"/>
                    <a:pt x="20359" y="14901"/>
                    <a:pt x="20090" y="15110"/>
                  </a:cubicBezTo>
                  <a:lnTo>
                    <a:pt x="20031" y="15110"/>
                  </a:lnTo>
                  <a:cubicBezTo>
                    <a:pt x="18362" y="16361"/>
                    <a:pt x="16723" y="17702"/>
                    <a:pt x="15204" y="19133"/>
                  </a:cubicBezTo>
                  <a:cubicBezTo>
                    <a:pt x="14280" y="19967"/>
                    <a:pt x="13416" y="20831"/>
                    <a:pt x="12552" y="21695"/>
                  </a:cubicBezTo>
                  <a:cubicBezTo>
                    <a:pt x="14280" y="19430"/>
                    <a:pt x="16217" y="16361"/>
                    <a:pt x="17051" y="13292"/>
                  </a:cubicBezTo>
                  <a:cubicBezTo>
                    <a:pt x="18574" y="7539"/>
                    <a:pt x="17828" y="5256"/>
                    <a:pt x="16329" y="5256"/>
                  </a:cubicBezTo>
                  <a:cubicBezTo>
                    <a:pt x="16244" y="5256"/>
                    <a:pt x="16157" y="5263"/>
                    <a:pt x="16068" y="5277"/>
                  </a:cubicBezTo>
                  <a:cubicBezTo>
                    <a:pt x="14399" y="5515"/>
                    <a:pt x="10883" y="18566"/>
                    <a:pt x="9542" y="24913"/>
                  </a:cubicBezTo>
                  <a:cubicBezTo>
                    <a:pt x="7486" y="27237"/>
                    <a:pt x="5550" y="29651"/>
                    <a:pt x="3762" y="32154"/>
                  </a:cubicBezTo>
                  <a:cubicBezTo>
                    <a:pt x="5281" y="29263"/>
                    <a:pt x="6980" y="25330"/>
                    <a:pt x="7308" y="21576"/>
                  </a:cubicBezTo>
                  <a:cubicBezTo>
                    <a:pt x="7898" y="15138"/>
                    <a:pt x="6773" y="12636"/>
                    <a:pt x="5239" y="12636"/>
                  </a:cubicBezTo>
                  <a:cubicBezTo>
                    <a:pt x="5069" y="12636"/>
                    <a:pt x="4894" y="12667"/>
                    <a:pt x="4715" y="12726"/>
                  </a:cubicBezTo>
                  <a:cubicBezTo>
                    <a:pt x="2898" y="13322"/>
                    <a:pt x="1467" y="28518"/>
                    <a:pt x="1169" y="35997"/>
                  </a:cubicBezTo>
                  <a:cubicBezTo>
                    <a:pt x="782" y="36534"/>
                    <a:pt x="454" y="37100"/>
                    <a:pt x="127" y="37666"/>
                  </a:cubicBezTo>
                  <a:cubicBezTo>
                    <a:pt x="0" y="37877"/>
                    <a:pt x="187" y="38087"/>
                    <a:pt x="359" y="38087"/>
                  </a:cubicBezTo>
                  <a:cubicBezTo>
                    <a:pt x="431" y="38087"/>
                    <a:pt x="500" y="38051"/>
                    <a:pt x="544" y="37964"/>
                  </a:cubicBezTo>
                  <a:cubicBezTo>
                    <a:pt x="633" y="37815"/>
                    <a:pt x="723" y="37666"/>
                    <a:pt x="812" y="37517"/>
                  </a:cubicBezTo>
                  <a:cubicBezTo>
                    <a:pt x="8112" y="36176"/>
                    <a:pt x="23279" y="32452"/>
                    <a:pt x="23606" y="30604"/>
                  </a:cubicBezTo>
                  <a:cubicBezTo>
                    <a:pt x="23821" y="29393"/>
                    <a:pt x="22819" y="28489"/>
                    <a:pt x="20130" y="28489"/>
                  </a:cubicBezTo>
                  <a:cubicBezTo>
                    <a:pt x="18717" y="28489"/>
                    <a:pt x="16840" y="28738"/>
                    <a:pt x="14429" y="29323"/>
                  </a:cubicBezTo>
                  <a:cubicBezTo>
                    <a:pt x="8768" y="30664"/>
                    <a:pt x="3136" y="35193"/>
                    <a:pt x="1169" y="36921"/>
                  </a:cubicBezTo>
                  <a:cubicBezTo>
                    <a:pt x="2927" y="34090"/>
                    <a:pt x="4894" y="31379"/>
                    <a:pt x="6980" y="28787"/>
                  </a:cubicBezTo>
                  <a:cubicBezTo>
                    <a:pt x="7725" y="27863"/>
                    <a:pt x="8470" y="26969"/>
                    <a:pt x="9215" y="26105"/>
                  </a:cubicBezTo>
                  <a:cubicBezTo>
                    <a:pt x="15859" y="25986"/>
                    <a:pt x="29327" y="25002"/>
                    <a:pt x="29864" y="23453"/>
                  </a:cubicBezTo>
                  <a:cubicBezTo>
                    <a:pt x="30333" y="22124"/>
                    <a:pt x="28888" y="20933"/>
                    <a:pt x="24277" y="20933"/>
                  </a:cubicBezTo>
                  <a:cubicBezTo>
                    <a:pt x="23614" y="20933"/>
                    <a:pt x="22885" y="20957"/>
                    <a:pt x="22087" y="21010"/>
                  </a:cubicBezTo>
                  <a:cubicBezTo>
                    <a:pt x="17260" y="21337"/>
                    <a:pt x="12045" y="24109"/>
                    <a:pt x="9811" y="25420"/>
                  </a:cubicBezTo>
                  <a:cubicBezTo>
                    <a:pt x="13029" y="21665"/>
                    <a:pt x="16664" y="18268"/>
                    <a:pt x="20686" y="15319"/>
                  </a:cubicBezTo>
                  <a:cubicBezTo>
                    <a:pt x="25204" y="16460"/>
                    <a:pt x="33304" y="18136"/>
                    <a:pt x="36565" y="18136"/>
                  </a:cubicBezTo>
                  <a:cubicBezTo>
                    <a:pt x="37305" y="18136"/>
                    <a:pt x="37795" y="18050"/>
                    <a:pt x="37939" y="17851"/>
                  </a:cubicBezTo>
                  <a:cubicBezTo>
                    <a:pt x="38773" y="16689"/>
                    <a:pt x="37432" y="15199"/>
                    <a:pt x="32158" y="14067"/>
                  </a:cubicBezTo>
                  <a:cubicBezTo>
                    <a:pt x="31092" y="13847"/>
                    <a:pt x="29960" y="13759"/>
                    <a:pt x="28834" y="13759"/>
                  </a:cubicBezTo>
                  <a:cubicBezTo>
                    <a:pt x="25994" y="13759"/>
                    <a:pt x="23185" y="14317"/>
                    <a:pt x="21521" y="14723"/>
                  </a:cubicBezTo>
                  <a:cubicBezTo>
                    <a:pt x="22266" y="14216"/>
                    <a:pt x="23010" y="13710"/>
                    <a:pt x="23755" y="13263"/>
                  </a:cubicBezTo>
                  <a:cubicBezTo>
                    <a:pt x="25811" y="11981"/>
                    <a:pt x="27986" y="10938"/>
                    <a:pt x="30251" y="10104"/>
                  </a:cubicBezTo>
                  <a:cubicBezTo>
                    <a:pt x="35823" y="9508"/>
                    <a:pt x="44702" y="8138"/>
                    <a:pt x="45000" y="7005"/>
                  </a:cubicBezTo>
                  <a:cubicBezTo>
                    <a:pt x="45295" y="6009"/>
                    <a:pt x="44385" y="5237"/>
                    <a:pt x="41735" y="5237"/>
                  </a:cubicBezTo>
                  <a:cubicBezTo>
                    <a:pt x="40898" y="5237"/>
                    <a:pt x="39886" y="5314"/>
                    <a:pt x="38683" y="5486"/>
                  </a:cubicBezTo>
                  <a:cubicBezTo>
                    <a:pt x="33648" y="6171"/>
                    <a:pt x="28314" y="10283"/>
                    <a:pt x="28314" y="10283"/>
                  </a:cubicBezTo>
                  <a:lnTo>
                    <a:pt x="28344" y="10283"/>
                  </a:lnTo>
                  <a:cubicBezTo>
                    <a:pt x="27063" y="10849"/>
                    <a:pt x="25811" y="11445"/>
                    <a:pt x="24619" y="12130"/>
                  </a:cubicBezTo>
                  <a:cubicBezTo>
                    <a:pt x="26437" y="10730"/>
                    <a:pt x="28523" y="8823"/>
                    <a:pt x="29834" y="6707"/>
                  </a:cubicBezTo>
                  <a:cubicBezTo>
                    <a:pt x="32545" y="2178"/>
                    <a:pt x="32337" y="182"/>
                    <a:pt x="30907" y="3"/>
                  </a:cubicBezTo>
                  <a:cubicBezTo>
                    <a:pt x="30894" y="2"/>
                    <a:pt x="30881" y="1"/>
                    <a:pt x="30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1" name="Google Shape;401;p10"/>
            <p:cNvGrpSpPr/>
            <p:nvPr/>
          </p:nvGrpSpPr>
          <p:grpSpPr>
            <a:xfrm rot="2996445">
              <a:off x="5500646" y="-568216"/>
              <a:ext cx="740371" cy="757532"/>
              <a:chOff x="4391775" y="4244400"/>
              <a:chExt cx="715125" cy="731700"/>
            </a:xfrm>
          </p:grpSpPr>
          <p:sp>
            <p:nvSpPr>
              <p:cNvPr id="402" name="Google Shape;402;p10"/>
              <p:cNvSpPr/>
              <p:nvPr/>
            </p:nvSpPr>
            <p:spPr>
              <a:xfrm>
                <a:off x="4391775" y="4244400"/>
                <a:ext cx="715125" cy="731700"/>
              </a:xfrm>
              <a:custGeom>
                <a:avLst/>
                <a:gdLst/>
                <a:ahLst/>
                <a:cxnLst/>
                <a:rect l="l" t="t" r="r" b="b"/>
                <a:pathLst>
                  <a:path w="28605" h="29268" extrusionOk="0">
                    <a:moveTo>
                      <a:pt x="15770" y="550"/>
                    </a:moveTo>
                    <a:cubicBezTo>
                      <a:pt x="16901" y="550"/>
                      <a:pt x="18030" y="688"/>
                      <a:pt x="19130" y="988"/>
                    </a:cubicBezTo>
                    <a:cubicBezTo>
                      <a:pt x="27056" y="3134"/>
                      <a:pt x="28605" y="12907"/>
                      <a:pt x="26758" y="19820"/>
                    </a:cubicBezTo>
                    <a:cubicBezTo>
                      <a:pt x="26311" y="21548"/>
                      <a:pt x="25625" y="23217"/>
                      <a:pt x="24731" y="24766"/>
                    </a:cubicBezTo>
                    <a:cubicBezTo>
                      <a:pt x="24106" y="25809"/>
                      <a:pt x="23331" y="26912"/>
                      <a:pt x="22288" y="27597"/>
                    </a:cubicBezTo>
                    <a:cubicBezTo>
                      <a:pt x="21692" y="27954"/>
                      <a:pt x="21007" y="28163"/>
                      <a:pt x="20292" y="28252"/>
                    </a:cubicBezTo>
                    <a:cubicBezTo>
                      <a:pt x="19308" y="28431"/>
                      <a:pt x="18355" y="28550"/>
                      <a:pt x="17372" y="28640"/>
                    </a:cubicBezTo>
                    <a:cubicBezTo>
                      <a:pt x="16627" y="28703"/>
                      <a:pt x="15862" y="28738"/>
                      <a:pt x="15089" y="28738"/>
                    </a:cubicBezTo>
                    <a:cubicBezTo>
                      <a:pt x="10415" y="28738"/>
                      <a:pt x="5434" y="27452"/>
                      <a:pt x="2801" y="23336"/>
                    </a:cubicBezTo>
                    <a:cubicBezTo>
                      <a:pt x="2364" y="22665"/>
                      <a:pt x="2012" y="21966"/>
                      <a:pt x="1746" y="21239"/>
                    </a:cubicBezTo>
                    <a:lnTo>
                      <a:pt x="1746" y="21239"/>
                    </a:lnTo>
                    <a:cubicBezTo>
                      <a:pt x="1307" y="19763"/>
                      <a:pt x="1072" y="18286"/>
                      <a:pt x="983" y="16751"/>
                    </a:cubicBezTo>
                    <a:cubicBezTo>
                      <a:pt x="745" y="13682"/>
                      <a:pt x="1103" y="10464"/>
                      <a:pt x="2622" y="7752"/>
                    </a:cubicBezTo>
                    <a:cubicBezTo>
                      <a:pt x="4231" y="4832"/>
                      <a:pt x="7151" y="2806"/>
                      <a:pt x="10191" y="1614"/>
                    </a:cubicBezTo>
                    <a:cubicBezTo>
                      <a:pt x="11966" y="942"/>
                      <a:pt x="13870" y="550"/>
                      <a:pt x="15770" y="550"/>
                    </a:cubicBezTo>
                    <a:close/>
                    <a:moveTo>
                      <a:pt x="15687" y="0"/>
                    </a:moveTo>
                    <a:cubicBezTo>
                      <a:pt x="14592" y="0"/>
                      <a:pt x="13493" y="128"/>
                      <a:pt x="12425" y="363"/>
                    </a:cubicBezTo>
                    <a:cubicBezTo>
                      <a:pt x="9267" y="1078"/>
                      <a:pt x="6049" y="2746"/>
                      <a:pt x="3874" y="5190"/>
                    </a:cubicBezTo>
                    <a:cubicBezTo>
                      <a:pt x="119" y="9391"/>
                      <a:pt x="0" y="15827"/>
                      <a:pt x="1401" y="20982"/>
                    </a:cubicBezTo>
                    <a:cubicBezTo>
                      <a:pt x="1430" y="21101"/>
                      <a:pt x="1460" y="21220"/>
                      <a:pt x="1490" y="21340"/>
                    </a:cubicBezTo>
                    <a:cubicBezTo>
                      <a:pt x="1505" y="21394"/>
                      <a:pt x="1525" y="21439"/>
                      <a:pt x="1548" y="21472"/>
                    </a:cubicBezTo>
                    <a:lnTo>
                      <a:pt x="1548" y="21472"/>
                    </a:lnTo>
                    <a:cubicBezTo>
                      <a:pt x="2629" y="24299"/>
                      <a:pt x="4762" y="26594"/>
                      <a:pt x="7509" y="27805"/>
                    </a:cubicBezTo>
                    <a:cubicBezTo>
                      <a:pt x="9968" y="28920"/>
                      <a:pt x="12700" y="29267"/>
                      <a:pt x="15365" y="29267"/>
                    </a:cubicBezTo>
                    <a:cubicBezTo>
                      <a:pt x="15478" y="29267"/>
                      <a:pt x="15591" y="29267"/>
                      <a:pt x="15703" y="29265"/>
                    </a:cubicBezTo>
                    <a:cubicBezTo>
                      <a:pt x="17699" y="29265"/>
                      <a:pt x="19696" y="28997"/>
                      <a:pt x="21603" y="28521"/>
                    </a:cubicBezTo>
                    <a:cubicBezTo>
                      <a:pt x="22586" y="28252"/>
                      <a:pt x="23361" y="27478"/>
                      <a:pt x="23957" y="26703"/>
                    </a:cubicBezTo>
                    <a:cubicBezTo>
                      <a:pt x="24970" y="25392"/>
                      <a:pt x="25774" y="23932"/>
                      <a:pt x="26340" y="22353"/>
                    </a:cubicBezTo>
                    <a:cubicBezTo>
                      <a:pt x="27920" y="18270"/>
                      <a:pt x="28218" y="13771"/>
                      <a:pt x="27145" y="9510"/>
                    </a:cubicBezTo>
                    <a:cubicBezTo>
                      <a:pt x="26281" y="6143"/>
                      <a:pt x="24463" y="3015"/>
                      <a:pt x="21335" y="1346"/>
                    </a:cubicBezTo>
                    <a:cubicBezTo>
                      <a:pt x="19595" y="409"/>
                      <a:pt x="17647" y="0"/>
                      <a:pt x="15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0"/>
              <p:cNvSpPr/>
              <p:nvPr/>
            </p:nvSpPr>
            <p:spPr>
              <a:xfrm>
                <a:off x="4434225" y="4314550"/>
                <a:ext cx="592225" cy="558725"/>
              </a:xfrm>
              <a:custGeom>
                <a:avLst/>
                <a:gdLst/>
                <a:ahLst/>
                <a:cxnLst/>
                <a:rect l="l" t="t" r="r" b="b"/>
                <a:pathLst>
                  <a:path w="23689" h="22349" extrusionOk="0">
                    <a:moveTo>
                      <a:pt x="12524" y="547"/>
                    </a:moveTo>
                    <a:cubicBezTo>
                      <a:pt x="12794" y="547"/>
                      <a:pt x="13064" y="585"/>
                      <a:pt x="13320" y="656"/>
                    </a:cubicBezTo>
                    <a:cubicBezTo>
                      <a:pt x="13916" y="864"/>
                      <a:pt x="14512" y="1073"/>
                      <a:pt x="15108" y="1341"/>
                    </a:cubicBezTo>
                    <a:cubicBezTo>
                      <a:pt x="18773" y="2980"/>
                      <a:pt x="22914" y="6019"/>
                      <a:pt x="23093" y="10429"/>
                    </a:cubicBezTo>
                    <a:cubicBezTo>
                      <a:pt x="23122" y="11027"/>
                      <a:pt x="23068" y="11653"/>
                      <a:pt x="22959" y="12253"/>
                    </a:cubicBezTo>
                    <a:lnTo>
                      <a:pt x="22959" y="12253"/>
                    </a:lnTo>
                    <a:cubicBezTo>
                      <a:pt x="22942" y="12268"/>
                      <a:pt x="22927" y="12294"/>
                      <a:pt x="22914" y="12336"/>
                    </a:cubicBezTo>
                    <a:cubicBezTo>
                      <a:pt x="22646" y="13349"/>
                      <a:pt x="22259" y="14302"/>
                      <a:pt x="21782" y="15226"/>
                    </a:cubicBezTo>
                    <a:cubicBezTo>
                      <a:pt x="20888" y="17193"/>
                      <a:pt x="19517" y="18861"/>
                      <a:pt x="17789" y="20172"/>
                    </a:cubicBezTo>
                    <a:cubicBezTo>
                      <a:pt x="16182" y="21320"/>
                      <a:pt x="14240" y="21778"/>
                      <a:pt x="12274" y="21778"/>
                    </a:cubicBezTo>
                    <a:cubicBezTo>
                      <a:pt x="11688" y="21778"/>
                      <a:pt x="11100" y="21737"/>
                      <a:pt x="10519" y="21662"/>
                    </a:cubicBezTo>
                    <a:cubicBezTo>
                      <a:pt x="8016" y="21305"/>
                      <a:pt x="5602" y="20262"/>
                      <a:pt x="3934" y="18385"/>
                    </a:cubicBezTo>
                    <a:cubicBezTo>
                      <a:pt x="1" y="14004"/>
                      <a:pt x="2861" y="7449"/>
                      <a:pt x="6526" y="3874"/>
                    </a:cubicBezTo>
                    <a:cubicBezTo>
                      <a:pt x="7956" y="2503"/>
                      <a:pt x="9714" y="1192"/>
                      <a:pt x="11651" y="685"/>
                    </a:cubicBezTo>
                    <a:cubicBezTo>
                      <a:pt x="11931" y="592"/>
                      <a:pt x="12228" y="547"/>
                      <a:pt x="12524" y="547"/>
                    </a:cubicBezTo>
                    <a:close/>
                    <a:moveTo>
                      <a:pt x="12634" y="0"/>
                    </a:moveTo>
                    <a:cubicBezTo>
                      <a:pt x="11889" y="0"/>
                      <a:pt x="11145" y="179"/>
                      <a:pt x="10459" y="536"/>
                    </a:cubicBezTo>
                    <a:cubicBezTo>
                      <a:pt x="9506" y="954"/>
                      <a:pt x="8612" y="1490"/>
                      <a:pt x="7778" y="2145"/>
                    </a:cubicBezTo>
                    <a:cubicBezTo>
                      <a:pt x="5573" y="3814"/>
                      <a:pt x="3844" y="6019"/>
                      <a:pt x="2772" y="8552"/>
                    </a:cubicBezTo>
                    <a:cubicBezTo>
                      <a:pt x="1699" y="11144"/>
                      <a:pt x="1282" y="14124"/>
                      <a:pt x="2474" y="16776"/>
                    </a:cubicBezTo>
                    <a:cubicBezTo>
                      <a:pt x="3546" y="19070"/>
                      <a:pt x="5662" y="20709"/>
                      <a:pt x="8016" y="21543"/>
                    </a:cubicBezTo>
                    <a:cubicBezTo>
                      <a:pt x="9374" y="22056"/>
                      <a:pt x="10907" y="22349"/>
                      <a:pt x="12430" y="22349"/>
                    </a:cubicBezTo>
                    <a:cubicBezTo>
                      <a:pt x="13648" y="22349"/>
                      <a:pt x="14860" y="22162"/>
                      <a:pt x="15972" y="21752"/>
                    </a:cubicBezTo>
                    <a:cubicBezTo>
                      <a:pt x="19696" y="20381"/>
                      <a:pt x="22080" y="16567"/>
                      <a:pt x="23153" y="12932"/>
                    </a:cubicBezTo>
                    <a:cubicBezTo>
                      <a:pt x="23182" y="12842"/>
                      <a:pt x="23212" y="12753"/>
                      <a:pt x="23212" y="12664"/>
                    </a:cubicBezTo>
                    <a:cubicBezTo>
                      <a:pt x="23689" y="10280"/>
                      <a:pt x="23123" y="7807"/>
                      <a:pt x="21693" y="5840"/>
                    </a:cubicBezTo>
                    <a:cubicBezTo>
                      <a:pt x="20352" y="4082"/>
                      <a:pt x="18624" y="2622"/>
                      <a:pt x="16627" y="1609"/>
                    </a:cubicBezTo>
                    <a:cubicBezTo>
                      <a:pt x="15852" y="1162"/>
                      <a:pt x="15048" y="805"/>
                      <a:pt x="14214" y="477"/>
                    </a:cubicBezTo>
                    <a:cubicBezTo>
                      <a:pt x="13737" y="238"/>
                      <a:pt x="13201" y="89"/>
                      <a:pt x="126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10"/>
              <p:cNvSpPr/>
              <p:nvPr/>
            </p:nvSpPr>
            <p:spPr>
              <a:xfrm>
                <a:off x="4566075" y="4418825"/>
                <a:ext cx="377700" cy="387475"/>
              </a:xfrm>
              <a:custGeom>
                <a:avLst/>
                <a:gdLst/>
                <a:ahLst/>
                <a:cxnLst/>
                <a:rect l="l" t="t" r="r" b="b"/>
                <a:pathLst>
                  <a:path w="15108" h="15499" extrusionOk="0">
                    <a:moveTo>
                      <a:pt x="7661" y="581"/>
                    </a:moveTo>
                    <a:cubicBezTo>
                      <a:pt x="9320" y="581"/>
                      <a:pt x="10910" y="1118"/>
                      <a:pt x="12128" y="2533"/>
                    </a:cubicBezTo>
                    <a:cubicBezTo>
                      <a:pt x="12575" y="3219"/>
                      <a:pt x="12992" y="3934"/>
                      <a:pt x="13290" y="4708"/>
                    </a:cubicBezTo>
                    <a:cubicBezTo>
                      <a:pt x="13945" y="6258"/>
                      <a:pt x="14273" y="8016"/>
                      <a:pt x="13767" y="9655"/>
                    </a:cubicBezTo>
                    <a:cubicBezTo>
                      <a:pt x="12900" y="12505"/>
                      <a:pt x="9807" y="14962"/>
                      <a:pt x="6796" y="14962"/>
                    </a:cubicBezTo>
                    <a:cubicBezTo>
                      <a:pt x="6596" y="14962"/>
                      <a:pt x="6397" y="14951"/>
                      <a:pt x="6198" y="14929"/>
                    </a:cubicBezTo>
                    <a:cubicBezTo>
                      <a:pt x="2414" y="14512"/>
                      <a:pt x="448" y="10251"/>
                      <a:pt x="328" y="6884"/>
                    </a:cubicBezTo>
                    <a:cubicBezTo>
                      <a:pt x="269" y="5662"/>
                      <a:pt x="388" y="4262"/>
                      <a:pt x="984" y="3189"/>
                    </a:cubicBezTo>
                    <a:cubicBezTo>
                      <a:pt x="1371" y="2474"/>
                      <a:pt x="2265" y="2116"/>
                      <a:pt x="2980" y="1759"/>
                    </a:cubicBezTo>
                    <a:cubicBezTo>
                      <a:pt x="4423" y="1073"/>
                      <a:pt x="6073" y="581"/>
                      <a:pt x="7661" y="581"/>
                    </a:cubicBezTo>
                    <a:close/>
                    <a:moveTo>
                      <a:pt x="7748" y="1"/>
                    </a:moveTo>
                    <a:cubicBezTo>
                      <a:pt x="6198" y="30"/>
                      <a:pt x="4708" y="358"/>
                      <a:pt x="3338" y="1014"/>
                    </a:cubicBezTo>
                    <a:cubicBezTo>
                      <a:pt x="2802" y="1222"/>
                      <a:pt x="2295" y="1490"/>
                      <a:pt x="1788" y="1788"/>
                    </a:cubicBezTo>
                    <a:cubicBezTo>
                      <a:pt x="1461" y="1937"/>
                      <a:pt x="1163" y="2176"/>
                      <a:pt x="924" y="2474"/>
                    </a:cubicBezTo>
                    <a:cubicBezTo>
                      <a:pt x="179" y="3457"/>
                      <a:pt x="60" y="4917"/>
                      <a:pt x="30" y="6079"/>
                    </a:cubicBezTo>
                    <a:cubicBezTo>
                      <a:pt x="1" y="7956"/>
                      <a:pt x="418" y="9774"/>
                      <a:pt x="1252" y="11442"/>
                    </a:cubicBezTo>
                    <a:cubicBezTo>
                      <a:pt x="2116" y="13111"/>
                      <a:pt x="3397" y="14631"/>
                      <a:pt x="5215" y="15227"/>
                    </a:cubicBezTo>
                    <a:cubicBezTo>
                      <a:pt x="5779" y="15413"/>
                      <a:pt x="6351" y="15499"/>
                      <a:pt x="6921" y="15499"/>
                    </a:cubicBezTo>
                    <a:cubicBezTo>
                      <a:pt x="9727" y="15499"/>
                      <a:pt x="12464" y="13417"/>
                      <a:pt x="13677" y="10966"/>
                    </a:cubicBezTo>
                    <a:cubicBezTo>
                      <a:pt x="15107" y="8135"/>
                      <a:pt x="14005" y="4531"/>
                      <a:pt x="12218" y="2117"/>
                    </a:cubicBezTo>
                    <a:lnTo>
                      <a:pt x="12218" y="2117"/>
                    </a:lnTo>
                    <a:cubicBezTo>
                      <a:pt x="12218" y="2117"/>
                      <a:pt x="12218" y="2117"/>
                      <a:pt x="12217" y="2116"/>
                    </a:cubicBezTo>
                    <a:lnTo>
                      <a:pt x="12217" y="2116"/>
                    </a:lnTo>
                    <a:cubicBezTo>
                      <a:pt x="12217" y="2116"/>
                      <a:pt x="12217" y="2116"/>
                      <a:pt x="12217" y="2116"/>
                    </a:cubicBezTo>
                    <a:cubicBezTo>
                      <a:pt x="12208" y="2104"/>
                      <a:pt x="12199" y="2094"/>
                      <a:pt x="12191" y="2085"/>
                    </a:cubicBezTo>
                    <a:lnTo>
                      <a:pt x="12191" y="2085"/>
                    </a:lnTo>
                    <a:cubicBezTo>
                      <a:pt x="11060" y="764"/>
                      <a:pt x="9433" y="30"/>
                      <a:pt x="77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05" name="Google Shape;405;p10"/>
          <p:cNvSpPr txBox="1">
            <a:spLocks noGrp="1"/>
          </p:cNvSpPr>
          <p:nvPr>
            <p:ph type="body" idx="1"/>
          </p:nvPr>
        </p:nvSpPr>
        <p:spPr>
          <a:xfrm>
            <a:off x="3907226" y="378712"/>
            <a:ext cx="4529100" cy="15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100">
                <a:latin typeface="Chewy"/>
                <a:ea typeface="Chewy"/>
                <a:cs typeface="Chewy"/>
                <a:sym typeface="Chewy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11"/>
          <p:cNvGrpSpPr/>
          <p:nvPr/>
        </p:nvGrpSpPr>
        <p:grpSpPr>
          <a:xfrm>
            <a:off x="-1086612" y="-696684"/>
            <a:ext cx="10907194" cy="6470981"/>
            <a:chOff x="-1086612" y="-696684"/>
            <a:chExt cx="10907194" cy="6470981"/>
          </a:xfrm>
        </p:grpSpPr>
        <p:sp>
          <p:nvSpPr>
            <p:cNvPr id="408" name="Google Shape;408;p11"/>
            <p:cNvSpPr/>
            <p:nvPr/>
          </p:nvSpPr>
          <p:spPr>
            <a:xfrm rot="-269979">
              <a:off x="-390097" y="1085523"/>
              <a:ext cx="1508330" cy="1268336"/>
            </a:xfrm>
            <a:custGeom>
              <a:avLst/>
              <a:gdLst/>
              <a:ahLst/>
              <a:cxnLst/>
              <a:rect l="l" t="t" r="r" b="b"/>
              <a:pathLst>
                <a:path w="45295" h="38088" extrusionOk="0">
                  <a:moveTo>
                    <a:pt x="30867" y="1"/>
                  </a:moveTo>
                  <a:cubicBezTo>
                    <a:pt x="29369" y="1"/>
                    <a:pt x="23435" y="9789"/>
                    <a:pt x="20895" y="14514"/>
                  </a:cubicBezTo>
                  <a:cubicBezTo>
                    <a:pt x="20627" y="14693"/>
                    <a:pt x="20359" y="14901"/>
                    <a:pt x="20090" y="15110"/>
                  </a:cubicBezTo>
                  <a:lnTo>
                    <a:pt x="20031" y="15110"/>
                  </a:lnTo>
                  <a:cubicBezTo>
                    <a:pt x="18362" y="16361"/>
                    <a:pt x="16723" y="17702"/>
                    <a:pt x="15204" y="19133"/>
                  </a:cubicBezTo>
                  <a:cubicBezTo>
                    <a:pt x="14280" y="19967"/>
                    <a:pt x="13416" y="20831"/>
                    <a:pt x="12552" y="21695"/>
                  </a:cubicBezTo>
                  <a:cubicBezTo>
                    <a:pt x="14280" y="19430"/>
                    <a:pt x="16217" y="16361"/>
                    <a:pt x="17051" y="13292"/>
                  </a:cubicBezTo>
                  <a:cubicBezTo>
                    <a:pt x="18574" y="7539"/>
                    <a:pt x="17828" y="5256"/>
                    <a:pt x="16329" y="5256"/>
                  </a:cubicBezTo>
                  <a:cubicBezTo>
                    <a:pt x="16244" y="5256"/>
                    <a:pt x="16157" y="5263"/>
                    <a:pt x="16068" y="5277"/>
                  </a:cubicBezTo>
                  <a:cubicBezTo>
                    <a:pt x="14399" y="5515"/>
                    <a:pt x="10883" y="18566"/>
                    <a:pt x="9542" y="24913"/>
                  </a:cubicBezTo>
                  <a:cubicBezTo>
                    <a:pt x="7486" y="27237"/>
                    <a:pt x="5550" y="29651"/>
                    <a:pt x="3762" y="32154"/>
                  </a:cubicBezTo>
                  <a:cubicBezTo>
                    <a:pt x="5281" y="29263"/>
                    <a:pt x="6980" y="25330"/>
                    <a:pt x="7308" y="21576"/>
                  </a:cubicBezTo>
                  <a:cubicBezTo>
                    <a:pt x="7898" y="15138"/>
                    <a:pt x="6773" y="12636"/>
                    <a:pt x="5239" y="12636"/>
                  </a:cubicBezTo>
                  <a:cubicBezTo>
                    <a:pt x="5069" y="12636"/>
                    <a:pt x="4894" y="12667"/>
                    <a:pt x="4715" y="12726"/>
                  </a:cubicBezTo>
                  <a:cubicBezTo>
                    <a:pt x="2898" y="13322"/>
                    <a:pt x="1467" y="28518"/>
                    <a:pt x="1169" y="35997"/>
                  </a:cubicBezTo>
                  <a:cubicBezTo>
                    <a:pt x="782" y="36534"/>
                    <a:pt x="454" y="37100"/>
                    <a:pt x="127" y="37666"/>
                  </a:cubicBezTo>
                  <a:cubicBezTo>
                    <a:pt x="0" y="37877"/>
                    <a:pt x="187" y="38087"/>
                    <a:pt x="359" y="38087"/>
                  </a:cubicBezTo>
                  <a:cubicBezTo>
                    <a:pt x="431" y="38087"/>
                    <a:pt x="500" y="38051"/>
                    <a:pt x="544" y="37964"/>
                  </a:cubicBezTo>
                  <a:cubicBezTo>
                    <a:pt x="633" y="37815"/>
                    <a:pt x="723" y="37666"/>
                    <a:pt x="812" y="37517"/>
                  </a:cubicBezTo>
                  <a:cubicBezTo>
                    <a:pt x="8112" y="36176"/>
                    <a:pt x="23279" y="32452"/>
                    <a:pt x="23606" y="30604"/>
                  </a:cubicBezTo>
                  <a:cubicBezTo>
                    <a:pt x="23821" y="29393"/>
                    <a:pt x="22819" y="28489"/>
                    <a:pt x="20130" y="28489"/>
                  </a:cubicBezTo>
                  <a:cubicBezTo>
                    <a:pt x="18717" y="28489"/>
                    <a:pt x="16840" y="28738"/>
                    <a:pt x="14429" y="29323"/>
                  </a:cubicBezTo>
                  <a:cubicBezTo>
                    <a:pt x="8768" y="30664"/>
                    <a:pt x="3136" y="35193"/>
                    <a:pt x="1169" y="36921"/>
                  </a:cubicBezTo>
                  <a:cubicBezTo>
                    <a:pt x="2927" y="34090"/>
                    <a:pt x="4894" y="31379"/>
                    <a:pt x="6980" y="28787"/>
                  </a:cubicBezTo>
                  <a:cubicBezTo>
                    <a:pt x="7725" y="27863"/>
                    <a:pt x="8470" y="26969"/>
                    <a:pt x="9215" y="26105"/>
                  </a:cubicBezTo>
                  <a:cubicBezTo>
                    <a:pt x="15859" y="25986"/>
                    <a:pt x="29327" y="25002"/>
                    <a:pt x="29864" y="23453"/>
                  </a:cubicBezTo>
                  <a:cubicBezTo>
                    <a:pt x="30333" y="22124"/>
                    <a:pt x="28888" y="20933"/>
                    <a:pt x="24277" y="20933"/>
                  </a:cubicBezTo>
                  <a:cubicBezTo>
                    <a:pt x="23614" y="20933"/>
                    <a:pt x="22885" y="20957"/>
                    <a:pt x="22087" y="21010"/>
                  </a:cubicBezTo>
                  <a:cubicBezTo>
                    <a:pt x="17260" y="21337"/>
                    <a:pt x="12045" y="24109"/>
                    <a:pt x="9811" y="25420"/>
                  </a:cubicBezTo>
                  <a:cubicBezTo>
                    <a:pt x="13029" y="21665"/>
                    <a:pt x="16664" y="18268"/>
                    <a:pt x="20686" y="15319"/>
                  </a:cubicBezTo>
                  <a:cubicBezTo>
                    <a:pt x="25204" y="16460"/>
                    <a:pt x="33304" y="18136"/>
                    <a:pt x="36565" y="18136"/>
                  </a:cubicBezTo>
                  <a:cubicBezTo>
                    <a:pt x="37305" y="18136"/>
                    <a:pt x="37795" y="18050"/>
                    <a:pt x="37939" y="17851"/>
                  </a:cubicBezTo>
                  <a:cubicBezTo>
                    <a:pt x="38773" y="16689"/>
                    <a:pt x="37432" y="15199"/>
                    <a:pt x="32158" y="14067"/>
                  </a:cubicBezTo>
                  <a:cubicBezTo>
                    <a:pt x="31092" y="13847"/>
                    <a:pt x="29960" y="13759"/>
                    <a:pt x="28834" y="13759"/>
                  </a:cubicBezTo>
                  <a:cubicBezTo>
                    <a:pt x="25994" y="13759"/>
                    <a:pt x="23185" y="14317"/>
                    <a:pt x="21521" y="14723"/>
                  </a:cubicBezTo>
                  <a:cubicBezTo>
                    <a:pt x="22266" y="14216"/>
                    <a:pt x="23010" y="13710"/>
                    <a:pt x="23755" y="13263"/>
                  </a:cubicBezTo>
                  <a:cubicBezTo>
                    <a:pt x="25811" y="11981"/>
                    <a:pt x="27986" y="10938"/>
                    <a:pt x="30251" y="10104"/>
                  </a:cubicBezTo>
                  <a:cubicBezTo>
                    <a:pt x="35823" y="9508"/>
                    <a:pt x="44702" y="8138"/>
                    <a:pt x="45000" y="7005"/>
                  </a:cubicBezTo>
                  <a:cubicBezTo>
                    <a:pt x="45295" y="6009"/>
                    <a:pt x="44385" y="5237"/>
                    <a:pt x="41735" y="5237"/>
                  </a:cubicBezTo>
                  <a:cubicBezTo>
                    <a:pt x="40898" y="5237"/>
                    <a:pt x="39886" y="5314"/>
                    <a:pt x="38683" y="5486"/>
                  </a:cubicBezTo>
                  <a:cubicBezTo>
                    <a:pt x="33648" y="6171"/>
                    <a:pt x="28314" y="10283"/>
                    <a:pt x="28314" y="10283"/>
                  </a:cubicBezTo>
                  <a:lnTo>
                    <a:pt x="28344" y="10283"/>
                  </a:lnTo>
                  <a:cubicBezTo>
                    <a:pt x="27063" y="10849"/>
                    <a:pt x="25811" y="11445"/>
                    <a:pt x="24619" y="12130"/>
                  </a:cubicBezTo>
                  <a:cubicBezTo>
                    <a:pt x="26437" y="10730"/>
                    <a:pt x="28523" y="8823"/>
                    <a:pt x="29834" y="6707"/>
                  </a:cubicBezTo>
                  <a:cubicBezTo>
                    <a:pt x="32545" y="2178"/>
                    <a:pt x="32337" y="182"/>
                    <a:pt x="30907" y="3"/>
                  </a:cubicBezTo>
                  <a:cubicBezTo>
                    <a:pt x="30894" y="2"/>
                    <a:pt x="30881" y="1"/>
                    <a:pt x="30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1"/>
            <p:cNvSpPr/>
            <p:nvPr/>
          </p:nvSpPr>
          <p:spPr>
            <a:xfrm rot="10800000">
              <a:off x="4680575" y="-96623"/>
              <a:ext cx="1508210" cy="1268235"/>
            </a:xfrm>
            <a:custGeom>
              <a:avLst/>
              <a:gdLst/>
              <a:ahLst/>
              <a:cxnLst/>
              <a:rect l="l" t="t" r="r" b="b"/>
              <a:pathLst>
                <a:path w="45295" h="38088" extrusionOk="0">
                  <a:moveTo>
                    <a:pt x="30867" y="1"/>
                  </a:moveTo>
                  <a:cubicBezTo>
                    <a:pt x="29369" y="1"/>
                    <a:pt x="23435" y="9789"/>
                    <a:pt x="20895" y="14514"/>
                  </a:cubicBezTo>
                  <a:cubicBezTo>
                    <a:pt x="20627" y="14693"/>
                    <a:pt x="20359" y="14901"/>
                    <a:pt x="20090" y="15110"/>
                  </a:cubicBezTo>
                  <a:lnTo>
                    <a:pt x="20031" y="15110"/>
                  </a:lnTo>
                  <a:cubicBezTo>
                    <a:pt x="18362" y="16361"/>
                    <a:pt x="16723" y="17702"/>
                    <a:pt x="15204" y="19133"/>
                  </a:cubicBezTo>
                  <a:cubicBezTo>
                    <a:pt x="14280" y="19967"/>
                    <a:pt x="13416" y="20831"/>
                    <a:pt x="12552" y="21695"/>
                  </a:cubicBezTo>
                  <a:cubicBezTo>
                    <a:pt x="14280" y="19430"/>
                    <a:pt x="16217" y="16361"/>
                    <a:pt x="17051" y="13292"/>
                  </a:cubicBezTo>
                  <a:cubicBezTo>
                    <a:pt x="18574" y="7539"/>
                    <a:pt x="17828" y="5256"/>
                    <a:pt x="16329" y="5256"/>
                  </a:cubicBezTo>
                  <a:cubicBezTo>
                    <a:pt x="16244" y="5256"/>
                    <a:pt x="16157" y="5263"/>
                    <a:pt x="16068" y="5277"/>
                  </a:cubicBezTo>
                  <a:cubicBezTo>
                    <a:pt x="14399" y="5515"/>
                    <a:pt x="10883" y="18566"/>
                    <a:pt x="9542" y="24913"/>
                  </a:cubicBezTo>
                  <a:cubicBezTo>
                    <a:pt x="7486" y="27237"/>
                    <a:pt x="5550" y="29651"/>
                    <a:pt x="3762" y="32154"/>
                  </a:cubicBezTo>
                  <a:cubicBezTo>
                    <a:pt x="5281" y="29263"/>
                    <a:pt x="6980" y="25330"/>
                    <a:pt x="7308" y="21576"/>
                  </a:cubicBezTo>
                  <a:cubicBezTo>
                    <a:pt x="7898" y="15138"/>
                    <a:pt x="6773" y="12636"/>
                    <a:pt x="5239" y="12636"/>
                  </a:cubicBezTo>
                  <a:cubicBezTo>
                    <a:pt x="5069" y="12636"/>
                    <a:pt x="4894" y="12667"/>
                    <a:pt x="4715" y="12726"/>
                  </a:cubicBezTo>
                  <a:cubicBezTo>
                    <a:pt x="2898" y="13322"/>
                    <a:pt x="1467" y="28518"/>
                    <a:pt x="1169" y="35997"/>
                  </a:cubicBezTo>
                  <a:cubicBezTo>
                    <a:pt x="782" y="36534"/>
                    <a:pt x="454" y="37100"/>
                    <a:pt x="127" y="37666"/>
                  </a:cubicBezTo>
                  <a:cubicBezTo>
                    <a:pt x="0" y="37877"/>
                    <a:pt x="187" y="38087"/>
                    <a:pt x="359" y="38087"/>
                  </a:cubicBezTo>
                  <a:cubicBezTo>
                    <a:pt x="431" y="38087"/>
                    <a:pt x="500" y="38051"/>
                    <a:pt x="544" y="37964"/>
                  </a:cubicBezTo>
                  <a:cubicBezTo>
                    <a:pt x="633" y="37815"/>
                    <a:pt x="723" y="37666"/>
                    <a:pt x="812" y="37517"/>
                  </a:cubicBezTo>
                  <a:cubicBezTo>
                    <a:pt x="8112" y="36176"/>
                    <a:pt x="23279" y="32452"/>
                    <a:pt x="23606" y="30604"/>
                  </a:cubicBezTo>
                  <a:cubicBezTo>
                    <a:pt x="23821" y="29393"/>
                    <a:pt x="22819" y="28489"/>
                    <a:pt x="20130" y="28489"/>
                  </a:cubicBezTo>
                  <a:cubicBezTo>
                    <a:pt x="18717" y="28489"/>
                    <a:pt x="16840" y="28738"/>
                    <a:pt x="14429" y="29323"/>
                  </a:cubicBezTo>
                  <a:cubicBezTo>
                    <a:pt x="8768" y="30664"/>
                    <a:pt x="3136" y="35193"/>
                    <a:pt x="1169" y="36921"/>
                  </a:cubicBezTo>
                  <a:cubicBezTo>
                    <a:pt x="2927" y="34090"/>
                    <a:pt x="4894" y="31379"/>
                    <a:pt x="6980" y="28787"/>
                  </a:cubicBezTo>
                  <a:cubicBezTo>
                    <a:pt x="7725" y="27863"/>
                    <a:pt x="8470" y="26969"/>
                    <a:pt x="9215" y="26105"/>
                  </a:cubicBezTo>
                  <a:cubicBezTo>
                    <a:pt x="15859" y="25986"/>
                    <a:pt x="29327" y="25002"/>
                    <a:pt x="29864" y="23453"/>
                  </a:cubicBezTo>
                  <a:cubicBezTo>
                    <a:pt x="30333" y="22124"/>
                    <a:pt x="28888" y="20933"/>
                    <a:pt x="24277" y="20933"/>
                  </a:cubicBezTo>
                  <a:cubicBezTo>
                    <a:pt x="23614" y="20933"/>
                    <a:pt x="22885" y="20957"/>
                    <a:pt x="22087" y="21010"/>
                  </a:cubicBezTo>
                  <a:cubicBezTo>
                    <a:pt x="17260" y="21337"/>
                    <a:pt x="12045" y="24109"/>
                    <a:pt x="9811" y="25420"/>
                  </a:cubicBezTo>
                  <a:cubicBezTo>
                    <a:pt x="13029" y="21665"/>
                    <a:pt x="16664" y="18268"/>
                    <a:pt x="20686" y="15319"/>
                  </a:cubicBezTo>
                  <a:cubicBezTo>
                    <a:pt x="25204" y="16460"/>
                    <a:pt x="33304" y="18136"/>
                    <a:pt x="36565" y="18136"/>
                  </a:cubicBezTo>
                  <a:cubicBezTo>
                    <a:pt x="37305" y="18136"/>
                    <a:pt x="37795" y="18050"/>
                    <a:pt x="37939" y="17851"/>
                  </a:cubicBezTo>
                  <a:cubicBezTo>
                    <a:pt x="38773" y="16689"/>
                    <a:pt x="37432" y="15199"/>
                    <a:pt x="32158" y="14067"/>
                  </a:cubicBezTo>
                  <a:cubicBezTo>
                    <a:pt x="31092" y="13847"/>
                    <a:pt x="29960" y="13759"/>
                    <a:pt x="28834" y="13759"/>
                  </a:cubicBezTo>
                  <a:cubicBezTo>
                    <a:pt x="25994" y="13759"/>
                    <a:pt x="23185" y="14317"/>
                    <a:pt x="21521" y="14723"/>
                  </a:cubicBezTo>
                  <a:cubicBezTo>
                    <a:pt x="22266" y="14216"/>
                    <a:pt x="23010" y="13710"/>
                    <a:pt x="23755" y="13263"/>
                  </a:cubicBezTo>
                  <a:cubicBezTo>
                    <a:pt x="25811" y="11981"/>
                    <a:pt x="27986" y="10938"/>
                    <a:pt x="30251" y="10104"/>
                  </a:cubicBezTo>
                  <a:cubicBezTo>
                    <a:pt x="35823" y="9508"/>
                    <a:pt x="44702" y="8138"/>
                    <a:pt x="45000" y="7005"/>
                  </a:cubicBezTo>
                  <a:cubicBezTo>
                    <a:pt x="45295" y="6009"/>
                    <a:pt x="44385" y="5237"/>
                    <a:pt x="41735" y="5237"/>
                  </a:cubicBezTo>
                  <a:cubicBezTo>
                    <a:pt x="40898" y="5237"/>
                    <a:pt x="39886" y="5314"/>
                    <a:pt x="38683" y="5486"/>
                  </a:cubicBezTo>
                  <a:cubicBezTo>
                    <a:pt x="33648" y="6171"/>
                    <a:pt x="28314" y="10283"/>
                    <a:pt x="28314" y="10283"/>
                  </a:cubicBezTo>
                  <a:lnTo>
                    <a:pt x="28344" y="10283"/>
                  </a:lnTo>
                  <a:cubicBezTo>
                    <a:pt x="27063" y="10849"/>
                    <a:pt x="25811" y="11445"/>
                    <a:pt x="24619" y="12130"/>
                  </a:cubicBezTo>
                  <a:cubicBezTo>
                    <a:pt x="26437" y="10730"/>
                    <a:pt x="28523" y="8823"/>
                    <a:pt x="29834" y="6707"/>
                  </a:cubicBezTo>
                  <a:cubicBezTo>
                    <a:pt x="32545" y="2178"/>
                    <a:pt x="32337" y="182"/>
                    <a:pt x="30907" y="3"/>
                  </a:cubicBezTo>
                  <a:cubicBezTo>
                    <a:pt x="30894" y="2"/>
                    <a:pt x="30881" y="1"/>
                    <a:pt x="30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0" name="Google Shape;410;p11"/>
            <p:cNvGrpSpPr/>
            <p:nvPr/>
          </p:nvGrpSpPr>
          <p:grpSpPr>
            <a:xfrm>
              <a:off x="6954679" y="-696684"/>
              <a:ext cx="2865902" cy="2866186"/>
              <a:chOff x="7229917" y="-939609"/>
              <a:chExt cx="2865902" cy="2866186"/>
            </a:xfrm>
          </p:grpSpPr>
          <p:grpSp>
            <p:nvGrpSpPr>
              <p:cNvPr id="411" name="Google Shape;411;p11"/>
              <p:cNvGrpSpPr/>
              <p:nvPr/>
            </p:nvGrpSpPr>
            <p:grpSpPr>
              <a:xfrm>
                <a:off x="7229917" y="-938831"/>
                <a:ext cx="2865902" cy="2666882"/>
                <a:chOff x="7229917" y="-938831"/>
                <a:chExt cx="2865902" cy="2666882"/>
              </a:xfrm>
            </p:grpSpPr>
            <p:sp>
              <p:nvSpPr>
                <p:cNvPr id="412" name="Google Shape;412;p11"/>
                <p:cNvSpPr/>
                <p:nvPr/>
              </p:nvSpPr>
              <p:spPr>
                <a:xfrm rot="5202986" flipH="1">
                  <a:off x="7405437" y="-968556"/>
                  <a:ext cx="2514862" cy="27263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25" h="67670" extrusionOk="0">
                      <a:moveTo>
                        <a:pt x="42599" y="1"/>
                      </a:moveTo>
                      <a:cubicBezTo>
                        <a:pt x="33273" y="1"/>
                        <a:pt x="24436" y="5343"/>
                        <a:pt x="14889" y="5343"/>
                      </a:cubicBezTo>
                      <a:cubicBezTo>
                        <a:pt x="14388" y="5343"/>
                        <a:pt x="13885" y="5329"/>
                        <a:pt x="13379" y="5298"/>
                      </a:cubicBezTo>
                      <a:cubicBezTo>
                        <a:pt x="12134" y="5228"/>
                        <a:pt x="10849" y="5098"/>
                        <a:pt x="9587" y="5098"/>
                      </a:cubicBezTo>
                      <a:cubicBezTo>
                        <a:pt x="8161" y="5098"/>
                        <a:pt x="6763" y="5263"/>
                        <a:pt x="5483" y="5864"/>
                      </a:cubicBezTo>
                      <a:cubicBezTo>
                        <a:pt x="2831" y="7085"/>
                        <a:pt x="1252" y="9946"/>
                        <a:pt x="567" y="12806"/>
                      </a:cubicBezTo>
                      <a:cubicBezTo>
                        <a:pt x="1" y="15279"/>
                        <a:pt x="1" y="17812"/>
                        <a:pt x="537" y="20285"/>
                      </a:cubicBezTo>
                      <a:cubicBezTo>
                        <a:pt x="1461" y="24695"/>
                        <a:pt x="3993" y="28598"/>
                        <a:pt x="7658" y="31221"/>
                      </a:cubicBezTo>
                      <a:cubicBezTo>
                        <a:pt x="13350" y="35184"/>
                        <a:pt x="21603" y="35958"/>
                        <a:pt x="25209" y="41918"/>
                      </a:cubicBezTo>
                      <a:cubicBezTo>
                        <a:pt x="27801" y="46208"/>
                        <a:pt x="26937" y="51721"/>
                        <a:pt x="28337" y="56518"/>
                      </a:cubicBezTo>
                      <a:cubicBezTo>
                        <a:pt x="30524" y="64017"/>
                        <a:pt x="36902" y="67669"/>
                        <a:pt x="43484" y="67669"/>
                      </a:cubicBezTo>
                      <a:cubicBezTo>
                        <a:pt x="49010" y="67669"/>
                        <a:pt x="54680" y="65095"/>
                        <a:pt x="58134" y="60064"/>
                      </a:cubicBezTo>
                      <a:cubicBezTo>
                        <a:pt x="61531" y="55117"/>
                        <a:pt x="62425" y="48622"/>
                        <a:pt x="60875" y="42841"/>
                      </a:cubicBezTo>
                      <a:cubicBezTo>
                        <a:pt x="59713" y="38521"/>
                        <a:pt x="57300" y="34647"/>
                        <a:pt x="56108" y="30356"/>
                      </a:cubicBezTo>
                      <a:cubicBezTo>
                        <a:pt x="55274" y="27436"/>
                        <a:pt x="55005" y="24367"/>
                        <a:pt x="55363" y="21358"/>
                      </a:cubicBezTo>
                      <a:cubicBezTo>
                        <a:pt x="55840" y="16888"/>
                        <a:pt x="57598" y="12270"/>
                        <a:pt x="56197" y="7979"/>
                      </a:cubicBezTo>
                      <a:cubicBezTo>
                        <a:pt x="54767" y="3599"/>
                        <a:pt x="50208" y="828"/>
                        <a:pt x="45649" y="202"/>
                      </a:cubicBezTo>
                      <a:cubicBezTo>
                        <a:pt x="44626" y="63"/>
                        <a:pt x="43609" y="1"/>
                        <a:pt x="4259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13" name="Google Shape;413;p11"/>
                <p:cNvGrpSpPr/>
                <p:nvPr/>
              </p:nvGrpSpPr>
              <p:grpSpPr>
                <a:xfrm rot="8100000">
                  <a:off x="8939114" y="1159920"/>
                  <a:ext cx="70212" cy="266577"/>
                  <a:chOff x="5735123" y="3863031"/>
                  <a:chExt cx="70213" cy="266579"/>
                </a:xfrm>
              </p:grpSpPr>
              <p:sp>
                <p:nvSpPr>
                  <p:cNvPr id="414" name="Google Shape;414;p11"/>
                  <p:cNvSpPr/>
                  <p:nvPr/>
                </p:nvSpPr>
                <p:spPr>
                  <a:xfrm>
                    <a:off x="5744701" y="3863031"/>
                    <a:ext cx="60635" cy="1668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6480" extrusionOk="0">
                        <a:moveTo>
                          <a:pt x="880" y="0"/>
                        </a:moveTo>
                        <a:cubicBezTo>
                          <a:pt x="827" y="0"/>
                          <a:pt x="773" y="6"/>
                          <a:pt x="716" y="19"/>
                        </a:cubicBezTo>
                        <a:cubicBezTo>
                          <a:pt x="298" y="93"/>
                          <a:pt x="135" y="436"/>
                          <a:pt x="90" y="823"/>
                        </a:cubicBezTo>
                        <a:cubicBezTo>
                          <a:pt x="60" y="1077"/>
                          <a:pt x="60" y="1330"/>
                          <a:pt x="75" y="1583"/>
                        </a:cubicBezTo>
                        <a:cubicBezTo>
                          <a:pt x="135" y="2581"/>
                          <a:pt x="120" y="3564"/>
                          <a:pt x="30" y="4548"/>
                        </a:cubicBezTo>
                        <a:cubicBezTo>
                          <a:pt x="1" y="4905"/>
                          <a:pt x="15" y="5278"/>
                          <a:pt x="60" y="5635"/>
                        </a:cubicBezTo>
                        <a:cubicBezTo>
                          <a:pt x="120" y="6067"/>
                          <a:pt x="343" y="6410"/>
                          <a:pt x="805" y="6470"/>
                        </a:cubicBezTo>
                        <a:cubicBezTo>
                          <a:pt x="850" y="6476"/>
                          <a:pt x="895" y="6479"/>
                          <a:pt x="939" y="6479"/>
                        </a:cubicBezTo>
                        <a:cubicBezTo>
                          <a:pt x="1309" y="6479"/>
                          <a:pt x="1655" y="6262"/>
                          <a:pt x="1788" y="5903"/>
                        </a:cubicBezTo>
                        <a:cubicBezTo>
                          <a:pt x="1937" y="5620"/>
                          <a:pt x="2056" y="5308"/>
                          <a:pt x="2131" y="4995"/>
                        </a:cubicBezTo>
                        <a:cubicBezTo>
                          <a:pt x="2354" y="3654"/>
                          <a:pt x="2265" y="2268"/>
                          <a:pt x="1848" y="972"/>
                        </a:cubicBezTo>
                        <a:cubicBezTo>
                          <a:pt x="1788" y="838"/>
                          <a:pt x="1729" y="689"/>
                          <a:pt x="1669" y="555"/>
                        </a:cubicBezTo>
                        <a:cubicBezTo>
                          <a:pt x="1439" y="223"/>
                          <a:pt x="1198" y="0"/>
                          <a:pt x="880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5" name="Google Shape;415;p11"/>
                  <p:cNvSpPr/>
                  <p:nvPr/>
                </p:nvSpPr>
                <p:spPr>
                  <a:xfrm>
                    <a:off x="5735123" y="4069722"/>
                    <a:ext cx="48354" cy="598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78" h="2326" extrusionOk="0">
                        <a:moveTo>
                          <a:pt x="1026" y="0"/>
                        </a:moveTo>
                        <a:cubicBezTo>
                          <a:pt x="855" y="0"/>
                          <a:pt x="683" y="69"/>
                          <a:pt x="551" y="214"/>
                        </a:cubicBezTo>
                        <a:cubicBezTo>
                          <a:pt x="164" y="617"/>
                          <a:pt x="0" y="1168"/>
                          <a:pt x="89" y="1719"/>
                        </a:cubicBezTo>
                        <a:cubicBezTo>
                          <a:pt x="132" y="2084"/>
                          <a:pt x="447" y="2326"/>
                          <a:pt x="781" y="2326"/>
                        </a:cubicBezTo>
                        <a:cubicBezTo>
                          <a:pt x="910" y="2326"/>
                          <a:pt x="1042" y="2290"/>
                          <a:pt x="1162" y="2211"/>
                        </a:cubicBezTo>
                        <a:cubicBezTo>
                          <a:pt x="1639" y="1913"/>
                          <a:pt x="1877" y="795"/>
                          <a:pt x="1579" y="319"/>
                        </a:cubicBezTo>
                        <a:cubicBezTo>
                          <a:pt x="1454" y="111"/>
                          <a:pt x="1242" y="0"/>
                          <a:pt x="1026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416" name="Google Shape;416;p11"/>
              <p:cNvSpPr/>
              <p:nvPr/>
            </p:nvSpPr>
            <p:spPr>
              <a:xfrm rot="4740398" flipH="1">
                <a:off x="7473622" y="-684296"/>
                <a:ext cx="2462087" cy="2355561"/>
              </a:xfrm>
              <a:custGeom>
                <a:avLst/>
                <a:gdLst/>
                <a:ahLst/>
                <a:cxnLst/>
                <a:rect l="l" t="t" r="r" b="b"/>
                <a:pathLst>
                  <a:path w="61114" h="58462" fill="none" extrusionOk="0">
                    <a:moveTo>
                      <a:pt x="2920" y="14929"/>
                    </a:moveTo>
                    <a:cubicBezTo>
                      <a:pt x="4231" y="18594"/>
                      <a:pt x="7479" y="21216"/>
                      <a:pt x="10995" y="22825"/>
                    </a:cubicBezTo>
                    <a:cubicBezTo>
                      <a:pt x="13617" y="24047"/>
                      <a:pt x="16478" y="24821"/>
                      <a:pt x="18951" y="26341"/>
                    </a:cubicBezTo>
                    <a:cubicBezTo>
                      <a:pt x="22735" y="28695"/>
                      <a:pt x="25298" y="32598"/>
                      <a:pt x="25953" y="37008"/>
                    </a:cubicBezTo>
                    <a:cubicBezTo>
                      <a:pt x="26340" y="39600"/>
                      <a:pt x="26013" y="42223"/>
                      <a:pt x="26251" y="44815"/>
                    </a:cubicBezTo>
                    <a:cubicBezTo>
                      <a:pt x="26579" y="48778"/>
                      <a:pt x="28277" y="52741"/>
                      <a:pt x="31495" y="55065"/>
                    </a:cubicBezTo>
                    <a:cubicBezTo>
                      <a:pt x="33641" y="56614"/>
                      <a:pt x="36263" y="57359"/>
                      <a:pt x="38885" y="57627"/>
                    </a:cubicBezTo>
                    <a:cubicBezTo>
                      <a:pt x="46185" y="58462"/>
                      <a:pt x="54320" y="55601"/>
                      <a:pt x="57925" y="49195"/>
                    </a:cubicBezTo>
                    <a:cubicBezTo>
                      <a:pt x="61113" y="43474"/>
                      <a:pt x="60160" y="36412"/>
                      <a:pt x="58580" y="30066"/>
                    </a:cubicBezTo>
                    <a:cubicBezTo>
                      <a:pt x="57001" y="23749"/>
                      <a:pt x="54856" y="17253"/>
                      <a:pt x="55899" y="10817"/>
                    </a:cubicBezTo>
                    <a:cubicBezTo>
                      <a:pt x="56286" y="8612"/>
                      <a:pt x="56971" y="6348"/>
                      <a:pt x="56227" y="4232"/>
                    </a:cubicBezTo>
                    <a:cubicBezTo>
                      <a:pt x="55213" y="1342"/>
                      <a:pt x="51757" y="1"/>
                      <a:pt x="48688" y="239"/>
                    </a:cubicBezTo>
                    <a:cubicBezTo>
                      <a:pt x="45619" y="448"/>
                      <a:pt x="42788" y="1818"/>
                      <a:pt x="39838" y="2712"/>
                    </a:cubicBezTo>
                    <a:cubicBezTo>
                      <a:pt x="35488" y="4023"/>
                      <a:pt x="30870" y="4292"/>
                      <a:pt x="26370" y="3517"/>
                    </a:cubicBezTo>
                    <a:cubicBezTo>
                      <a:pt x="22556" y="2861"/>
                      <a:pt x="18862" y="1431"/>
                      <a:pt x="14958" y="1103"/>
                    </a:cubicBezTo>
                    <a:cubicBezTo>
                      <a:pt x="7420" y="537"/>
                      <a:pt x="0" y="6765"/>
                      <a:pt x="2920" y="14929"/>
                    </a:cubicBezTo>
                    <a:close/>
                  </a:path>
                </a:pathLst>
              </a:custGeom>
              <a:noFill/>
              <a:ln w="9675" cap="flat" cmpd="sng">
                <a:solidFill>
                  <a:schemeClr val="accent1"/>
                </a:solidFill>
                <a:prstDash val="solid"/>
                <a:miter lim="297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17" name="Google Shape;417;p11"/>
              <p:cNvGrpSpPr/>
              <p:nvPr/>
            </p:nvGrpSpPr>
            <p:grpSpPr>
              <a:xfrm rot="-3298310">
                <a:off x="8268470" y="-365522"/>
                <a:ext cx="781177" cy="840852"/>
                <a:chOff x="8604632" y="-457076"/>
                <a:chExt cx="781149" cy="840821"/>
              </a:xfrm>
            </p:grpSpPr>
            <p:sp>
              <p:nvSpPr>
                <p:cNvPr id="418" name="Google Shape;418;p11"/>
                <p:cNvSpPr/>
                <p:nvPr/>
              </p:nvSpPr>
              <p:spPr>
                <a:xfrm>
                  <a:off x="8617645" y="162156"/>
                  <a:ext cx="91775" cy="76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" h="1902" extrusionOk="0">
                      <a:moveTo>
                        <a:pt x="958" y="0"/>
                      </a:moveTo>
                      <a:cubicBezTo>
                        <a:pt x="479" y="0"/>
                        <a:pt x="1" y="856"/>
                        <a:pt x="362" y="1556"/>
                      </a:cubicBezTo>
                      <a:cubicBezTo>
                        <a:pt x="486" y="1794"/>
                        <a:pt x="716" y="1901"/>
                        <a:pt x="956" y="1901"/>
                      </a:cubicBezTo>
                      <a:cubicBezTo>
                        <a:pt x="1585" y="1901"/>
                        <a:pt x="2278" y="1169"/>
                        <a:pt x="1286" y="155"/>
                      </a:cubicBezTo>
                      <a:cubicBezTo>
                        <a:pt x="1184" y="47"/>
                        <a:pt x="1071" y="0"/>
                        <a:pt x="9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" name="Google Shape;419;p11"/>
                <p:cNvSpPr/>
                <p:nvPr/>
              </p:nvSpPr>
              <p:spPr>
                <a:xfrm>
                  <a:off x="8805309" y="295309"/>
                  <a:ext cx="134480" cy="88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8" h="2195" extrusionOk="0">
                      <a:moveTo>
                        <a:pt x="1367" y="1"/>
                      </a:moveTo>
                      <a:cubicBezTo>
                        <a:pt x="636" y="1"/>
                        <a:pt x="0" y="1354"/>
                        <a:pt x="1008" y="2035"/>
                      </a:cubicBezTo>
                      <a:cubicBezTo>
                        <a:pt x="1183" y="2145"/>
                        <a:pt x="1368" y="2194"/>
                        <a:pt x="1547" y="2194"/>
                      </a:cubicBezTo>
                      <a:cubicBezTo>
                        <a:pt x="2524" y="2194"/>
                        <a:pt x="3337" y="744"/>
                        <a:pt x="1574" y="38"/>
                      </a:cubicBezTo>
                      <a:cubicBezTo>
                        <a:pt x="1505" y="13"/>
                        <a:pt x="1436" y="1"/>
                        <a:pt x="13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" name="Google Shape;420;p11"/>
                <p:cNvSpPr/>
                <p:nvPr/>
              </p:nvSpPr>
              <p:spPr>
                <a:xfrm>
                  <a:off x="8604632" y="-232871"/>
                  <a:ext cx="102935" cy="110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5" h="2747" extrusionOk="0">
                      <a:moveTo>
                        <a:pt x="1324" y="1"/>
                      </a:moveTo>
                      <a:cubicBezTo>
                        <a:pt x="1290" y="1"/>
                        <a:pt x="1255" y="3"/>
                        <a:pt x="1222" y="8"/>
                      </a:cubicBezTo>
                      <a:cubicBezTo>
                        <a:pt x="149" y="127"/>
                        <a:pt x="0" y="991"/>
                        <a:pt x="179" y="2154"/>
                      </a:cubicBezTo>
                      <a:cubicBezTo>
                        <a:pt x="255" y="2576"/>
                        <a:pt x="551" y="2746"/>
                        <a:pt x="905" y="2746"/>
                      </a:cubicBezTo>
                      <a:cubicBezTo>
                        <a:pt x="1524" y="2746"/>
                        <a:pt x="2319" y="2224"/>
                        <a:pt x="2414" y="1617"/>
                      </a:cubicBezTo>
                      <a:cubicBezTo>
                        <a:pt x="2554" y="690"/>
                        <a:pt x="1899" y="1"/>
                        <a:pt x="132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" name="Google Shape;421;p11"/>
                <p:cNvSpPr/>
                <p:nvPr/>
              </p:nvSpPr>
              <p:spPr>
                <a:xfrm>
                  <a:off x="8790684" y="-457076"/>
                  <a:ext cx="142376" cy="145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4" h="3617" extrusionOk="0">
                      <a:moveTo>
                        <a:pt x="1139" y="0"/>
                      </a:moveTo>
                      <a:cubicBezTo>
                        <a:pt x="1127" y="0"/>
                        <a:pt x="1115" y="1"/>
                        <a:pt x="1103" y="1"/>
                      </a:cubicBezTo>
                      <a:cubicBezTo>
                        <a:pt x="60" y="61"/>
                        <a:pt x="1" y="1193"/>
                        <a:pt x="150" y="1849"/>
                      </a:cubicBezTo>
                      <a:cubicBezTo>
                        <a:pt x="292" y="2467"/>
                        <a:pt x="947" y="3616"/>
                        <a:pt x="1766" y="3616"/>
                      </a:cubicBezTo>
                      <a:cubicBezTo>
                        <a:pt x="1974" y="3616"/>
                        <a:pt x="2191" y="3543"/>
                        <a:pt x="2414" y="3368"/>
                      </a:cubicBezTo>
                      <a:cubicBezTo>
                        <a:pt x="3533" y="2514"/>
                        <a:pt x="2178" y="0"/>
                        <a:pt x="113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" name="Google Shape;422;p11"/>
                <p:cNvSpPr/>
                <p:nvPr/>
              </p:nvSpPr>
              <p:spPr>
                <a:xfrm>
                  <a:off x="9263669" y="116510"/>
                  <a:ext cx="122111" cy="129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1" h="3206" extrusionOk="0">
                      <a:moveTo>
                        <a:pt x="1533" y="0"/>
                      </a:moveTo>
                      <a:cubicBezTo>
                        <a:pt x="1499" y="0"/>
                        <a:pt x="1464" y="3"/>
                        <a:pt x="1431" y="7"/>
                      </a:cubicBezTo>
                      <a:cubicBezTo>
                        <a:pt x="179" y="186"/>
                        <a:pt x="0" y="1169"/>
                        <a:pt x="239" y="2510"/>
                      </a:cubicBezTo>
                      <a:cubicBezTo>
                        <a:pt x="325" y="3006"/>
                        <a:pt x="666" y="3206"/>
                        <a:pt x="1075" y="3206"/>
                      </a:cubicBezTo>
                      <a:cubicBezTo>
                        <a:pt x="1795" y="3206"/>
                        <a:pt x="2728" y="2587"/>
                        <a:pt x="2861" y="1884"/>
                      </a:cubicBezTo>
                      <a:cubicBezTo>
                        <a:pt x="3031" y="808"/>
                        <a:pt x="2204" y="0"/>
                        <a:pt x="153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" name="Google Shape;423;p11"/>
                <p:cNvSpPr/>
                <p:nvPr/>
              </p:nvSpPr>
              <p:spPr>
                <a:xfrm>
                  <a:off x="8937495" y="-208053"/>
                  <a:ext cx="179763" cy="162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2" h="4035" extrusionOk="0">
                      <a:moveTo>
                        <a:pt x="2115" y="0"/>
                      </a:moveTo>
                      <a:cubicBezTo>
                        <a:pt x="1605" y="0"/>
                        <a:pt x="1084" y="161"/>
                        <a:pt x="737" y="495"/>
                      </a:cubicBezTo>
                      <a:cubicBezTo>
                        <a:pt x="1" y="1202"/>
                        <a:pt x="1201" y="4035"/>
                        <a:pt x="2498" y="4035"/>
                      </a:cubicBezTo>
                      <a:cubicBezTo>
                        <a:pt x="2566" y="4035"/>
                        <a:pt x="2635" y="4027"/>
                        <a:pt x="2703" y="4011"/>
                      </a:cubicBezTo>
                      <a:cubicBezTo>
                        <a:pt x="4074" y="3713"/>
                        <a:pt x="4461" y="2163"/>
                        <a:pt x="3597" y="703"/>
                      </a:cubicBezTo>
                      <a:cubicBezTo>
                        <a:pt x="3351" y="243"/>
                        <a:pt x="2741" y="0"/>
                        <a:pt x="211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" name="Google Shape;424;p11"/>
                <p:cNvSpPr/>
                <p:nvPr/>
              </p:nvSpPr>
              <p:spPr>
                <a:xfrm>
                  <a:off x="8990474" y="198053"/>
                  <a:ext cx="112040" cy="93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1" h="2328" extrusionOk="0">
                      <a:moveTo>
                        <a:pt x="1169" y="1"/>
                      </a:moveTo>
                      <a:cubicBezTo>
                        <a:pt x="583" y="1"/>
                        <a:pt x="0" y="1047"/>
                        <a:pt x="435" y="1916"/>
                      </a:cubicBezTo>
                      <a:cubicBezTo>
                        <a:pt x="589" y="2200"/>
                        <a:pt x="868" y="2328"/>
                        <a:pt x="1157" y="2328"/>
                      </a:cubicBezTo>
                      <a:cubicBezTo>
                        <a:pt x="1929" y="2328"/>
                        <a:pt x="2781" y="1423"/>
                        <a:pt x="1567" y="188"/>
                      </a:cubicBezTo>
                      <a:cubicBezTo>
                        <a:pt x="1443" y="58"/>
                        <a:pt x="1306" y="1"/>
                        <a:pt x="116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" name="Google Shape;425;p11"/>
                <p:cNvSpPr/>
                <p:nvPr/>
              </p:nvSpPr>
              <p:spPr>
                <a:xfrm>
                  <a:off x="8799628" y="-25507"/>
                  <a:ext cx="134157" cy="87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0" h="2172" extrusionOk="0">
                      <a:moveTo>
                        <a:pt x="1341" y="1"/>
                      </a:moveTo>
                      <a:cubicBezTo>
                        <a:pt x="617" y="1"/>
                        <a:pt x="1" y="1337"/>
                        <a:pt x="1000" y="2012"/>
                      </a:cubicBezTo>
                      <a:cubicBezTo>
                        <a:pt x="1176" y="2123"/>
                        <a:pt x="1360" y="2172"/>
                        <a:pt x="1539" y="2172"/>
                      </a:cubicBezTo>
                      <a:cubicBezTo>
                        <a:pt x="2517" y="2172"/>
                        <a:pt x="3329" y="726"/>
                        <a:pt x="1566" y="46"/>
                      </a:cubicBezTo>
                      <a:cubicBezTo>
                        <a:pt x="1491" y="15"/>
                        <a:pt x="1415" y="1"/>
                        <a:pt x="134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26" name="Google Shape;426;p11"/>
            <p:cNvGrpSpPr/>
            <p:nvPr/>
          </p:nvGrpSpPr>
          <p:grpSpPr>
            <a:xfrm>
              <a:off x="8006047" y="4777554"/>
              <a:ext cx="763146" cy="697824"/>
              <a:chOff x="3681125" y="1846650"/>
              <a:chExt cx="515500" cy="471375"/>
            </a:xfrm>
          </p:grpSpPr>
          <p:sp>
            <p:nvSpPr>
              <p:cNvPr id="427" name="Google Shape;427;p11"/>
              <p:cNvSpPr/>
              <p:nvPr/>
            </p:nvSpPr>
            <p:spPr>
              <a:xfrm>
                <a:off x="3681125" y="1846650"/>
                <a:ext cx="515500" cy="471375"/>
              </a:xfrm>
              <a:custGeom>
                <a:avLst/>
                <a:gdLst/>
                <a:ahLst/>
                <a:cxnLst/>
                <a:rect l="l" t="t" r="r" b="b"/>
                <a:pathLst>
                  <a:path w="20620" h="18855" extrusionOk="0">
                    <a:moveTo>
                      <a:pt x="9854" y="228"/>
                    </a:moveTo>
                    <a:cubicBezTo>
                      <a:pt x="11621" y="228"/>
                      <a:pt x="13416" y="541"/>
                      <a:pt x="14988" y="1401"/>
                    </a:cubicBezTo>
                    <a:cubicBezTo>
                      <a:pt x="16984" y="2533"/>
                      <a:pt x="18415" y="4559"/>
                      <a:pt x="19219" y="6674"/>
                    </a:cubicBezTo>
                    <a:cubicBezTo>
                      <a:pt x="20024" y="8611"/>
                      <a:pt x="20173" y="10786"/>
                      <a:pt x="19666" y="12842"/>
                    </a:cubicBezTo>
                    <a:cubicBezTo>
                      <a:pt x="18542" y="17002"/>
                      <a:pt x="14415" y="18633"/>
                      <a:pt x="10396" y="18633"/>
                    </a:cubicBezTo>
                    <a:cubicBezTo>
                      <a:pt x="9089" y="18633"/>
                      <a:pt x="7793" y="18461"/>
                      <a:pt x="6615" y="18146"/>
                    </a:cubicBezTo>
                    <a:cubicBezTo>
                      <a:pt x="5423" y="17818"/>
                      <a:pt x="4261" y="17371"/>
                      <a:pt x="3188" y="16746"/>
                    </a:cubicBezTo>
                    <a:cubicBezTo>
                      <a:pt x="2414" y="16329"/>
                      <a:pt x="1728" y="15733"/>
                      <a:pt x="1222" y="15047"/>
                    </a:cubicBezTo>
                    <a:cubicBezTo>
                      <a:pt x="983" y="14630"/>
                      <a:pt x="834" y="14153"/>
                      <a:pt x="775" y="13647"/>
                    </a:cubicBezTo>
                    <a:cubicBezTo>
                      <a:pt x="656" y="12991"/>
                      <a:pt x="566" y="12306"/>
                      <a:pt x="507" y="11621"/>
                    </a:cubicBezTo>
                    <a:cubicBezTo>
                      <a:pt x="209" y="7986"/>
                      <a:pt x="864" y="3665"/>
                      <a:pt x="4172" y="1520"/>
                    </a:cubicBezTo>
                    <a:cubicBezTo>
                      <a:pt x="4621" y="1239"/>
                      <a:pt x="5096" y="1011"/>
                      <a:pt x="5573" y="812"/>
                    </a:cubicBezTo>
                    <a:lnTo>
                      <a:pt x="5573" y="812"/>
                    </a:lnTo>
                    <a:cubicBezTo>
                      <a:pt x="5582" y="810"/>
                      <a:pt x="5592" y="807"/>
                      <a:pt x="5602" y="805"/>
                    </a:cubicBezTo>
                    <a:cubicBezTo>
                      <a:pt x="6615" y="507"/>
                      <a:pt x="7688" y="328"/>
                      <a:pt x="8731" y="268"/>
                    </a:cubicBezTo>
                    <a:cubicBezTo>
                      <a:pt x="9102" y="242"/>
                      <a:pt x="9478" y="228"/>
                      <a:pt x="9854" y="228"/>
                    </a:cubicBezTo>
                    <a:close/>
                    <a:moveTo>
                      <a:pt x="10006" y="1"/>
                    </a:moveTo>
                    <a:cubicBezTo>
                      <a:pt x="8568" y="1"/>
                      <a:pt x="7129" y="215"/>
                      <a:pt x="5811" y="566"/>
                    </a:cubicBezTo>
                    <a:lnTo>
                      <a:pt x="5615" y="610"/>
                    </a:lnTo>
                    <a:lnTo>
                      <a:pt x="5615" y="610"/>
                    </a:lnTo>
                    <a:cubicBezTo>
                      <a:pt x="5614" y="610"/>
                      <a:pt x="5613" y="610"/>
                      <a:pt x="5613" y="610"/>
                    </a:cubicBezTo>
                    <a:cubicBezTo>
                      <a:pt x="5581" y="610"/>
                      <a:pt x="5546" y="615"/>
                      <a:pt x="5513" y="626"/>
                    </a:cubicBezTo>
                    <a:cubicBezTo>
                      <a:pt x="3546" y="1371"/>
                      <a:pt x="1937" y="2861"/>
                      <a:pt x="1073" y="4797"/>
                    </a:cubicBezTo>
                    <a:cubicBezTo>
                      <a:pt x="328" y="6585"/>
                      <a:pt x="0" y="8522"/>
                      <a:pt x="90" y="10488"/>
                    </a:cubicBezTo>
                    <a:cubicBezTo>
                      <a:pt x="90" y="11859"/>
                      <a:pt x="268" y="13230"/>
                      <a:pt x="596" y="14571"/>
                    </a:cubicBezTo>
                    <a:cubicBezTo>
                      <a:pt x="834" y="15226"/>
                      <a:pt x="1281" y="15822"/>
                      <a:pt x="1848" y="16209"/>
                    </a:cubicBezTo>
                    <a:cubicBezTo>
                      <a:pt x="2771" y="16895"/>
                      <a:pt x="3784" y="17461"/>
                      <a:pt x="4857" y="17848"/>
                    </a:cubicBezTo>
                    <a:cubicBezTo>
                      <a:pt x="6586" y="18515"/>
                      <a:pt x="8402" y="18854"/>
                      <a:pt x="10220" y="18854"/>
                    </a:cubicBezTo>
                    <a:cubicBezTo>
                      <a:pt x="11410" y="18854"/>
                      <a:pt x="12600" y="18709"/>
                      <a:pt x="13766" y="18414"/>
                    </a:cubicBezTo>
                    <a:cubicBezTo>
                      <a:pt x="16120" y="17818"/>
                      <a:pt x="18266" y="16537"/>
                      <a:pt x="19428" y="14392"/>
                    </a:cubicBezTo>
                    <a:cubicBezTo>
                      <a:pt x="20381" y="12455"/>
                      <a:pt x="20619" y="10280"/>
                      <a:pt x="20113" y="8194"/>
                    </a:cubicBezTo>
                    <a:cubicBezTo>
                      <a:pt x="19636" y="5930"/>
                      <a:pt x="18444" y="3874"/>
                      <a:pt x="16746" y="2265"/>
                    </a:cubicBezTo>
                    <a:cubicBezTo>
                      <a:pt x="14921" y="628"/>
                      <a:pt x="12467" y="1"/>
                      <a:pt x="100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1"/>
              <p:cNvSpPr/>
              <p:nvPr/>
            </p:nvSpPr>
            <p:spPr>
              <a:xfrm>
                <a:off x="3748900" y="1895900"/>
                <a:ext cx="391850" cy="374500"/>
              </a:xfrm>
              <a:custGeom>
                <a:avLst/>
                <a:gdLst/>
                <a:ahLst/>
                <a:cxnLst/>
                <a:rect l="l" t="t" r="r" b="b"/>
                <a:pathLst>
                  <a:path w="15674" h="14980" extrusionOk="0">
                    <a:moveTo>
                      <a:pt x="6437" y="198"/>
                    </a:moveTo>
                    <a:cubicBezTo>
                      <a:pt x="8838" y="198"/>
                      <a:pt x="11362" y="1635"/>
                      <a:pt x="12992" y="3304"/>
                    </a:cubicBezTo>
                    <a:cubicBezTo>
                      <a:pt x="13946" y="4287"/>
                      <a:pt x="14869" y="5509"/>
                      <a:pt x="15227" y="6880"/>
                    </a:cubicBezTo>
                    <a:cubicBezTo>
                      <a:pt x="15316" y="7237"/>
                      <a:pt x="15316" y="7625"/>
                      <a:pt x="15227" y="8012"/>
                    </a:cubicBezTo>
                    <a:cubicBezTo>
                      <a:pt x="15078" y="8429"/>
                      <a:pt x="14929" y="8846"/>
                      <a:pt x="14750" y="9234"/>
                    </a:cubicBezTo>
                    <a:cubicBezTo>
                      <a:pt x="13618" y="11796"/>
                      <a:pt x="11502" y="14657"/>
                      <a:pt x="8463" y="14776"/>
                    </a:cubicBezTo>
                    <a:cubicBezTo>
                      <a:pt x="8351" y="14783"/>
                      <a:pt x="8239" y="14787"/>
                      <a:pt x="8128" y="14787"/>
                    </a:cubicBezTo>
                    <a:cubicBezTo>
                      <a:pt x="7813" y="14787"/>
                      <a:pt x="7499" y="14757"/>
                      <a:pt x="7185" y="14699"/>
                    </a:cubicBezTo>
                    <a:lnTo>
                      <a:pt x="7185" y="14699"/>
                    </a:lnTo>
                    <a:cubicBezTo>
                      <a:pt x="7176" y="14694"/>
                      <a:pt x="7165" y="14690"/>
                      <a:pt x="7152" y="14686"/>
                    </a:cubicBezTo>
                    <a:cubicBezTo>
                      <a:pt x="6437" y="14478"/>
                      <a:pt x="5781" y="14210"/>
                      <a:pt x="5156" y="13882"/>
                    </a:cubicBezTo>
                    <a:cubicBezTo>
                      <a:pt x="3785" y="13256"/>
                      <a:pt x="2623" y="12332"/>
                      <a:pt x="1729" y="11141"/>
                    </a:cubicBezTo>
                    <a:cubicBezTo>
                      <a:pt x="686" y="9681"/>
                      <a:pt x="448" y="7833"/>
                      <a:pt x="686" y="6105"/>
                    </a:cubicBezTo>
                    <a:cubicBezTo>
                      <a:pt x="865" y="4347"/>
                      <a:pt x="1669" y="2708"/>
                      <a:pt x="2951" y="1516"/>
                    </a:cubicBezTo>
                    <a:cubicBezTo>
                      <a:pt x="3986" y="582"/>
                      <a:pt x="5195" y="198"/>
                      <a:pt x="6437" y="198"/>
                    </a:cubicBezTo>
                    <a:close/>
                    <a:moveTo>
                      <a:pt x="6457" y="0"/>
                    </a:moveTo>
                    <a:cubicBezTo>
                      <a:pt x="5636" y="0"/>
                      <a:pt x="4821" y="151"/>
                      <a:pt x="4053" y="503"/>
                    </a:cubicBezTo>
                    <a:cubicBezTo>
                      <a:pt x="2474" y="1278"/>
                      <a:pt x="1282" y="2678"/>
                      <a:pt x="716" y="4317"/>
                    </a:cubicBezTo>
                    <a:cubicBezTo>
                      <a:pt x="60" y="6105"/>
                      <a:pt x="1" y="8042"/>
                      <a:pt x="597" y="9859"/>
                    </a:cubicBezTo>
                    <a:cubicBezTo>
                      <a:pt x="1550" y="12422"/>
                      <a:pt x="4172" y="14090"/>
                      <a:pt x="6705" y="14835"/>
                    </a:cubicBezTo>
                    <a:lnTo>
                      <a:pt x="6871" y="14863"/>
                    </a:lnTo>
                    <a:lnTo>
                      <a:pt x="6871" y="14863"/>
                    </a:lnTo>
                    <a:cubicBezTo>
                      <a:pt x="6875" y="14864"/>
                      <a:pt x="6879" y="14864"/>
                      <a:pt x="6884" y="14865"/>
                    </a:cubicBezTo>
                    <a:cubicBezTo>
                      <a:pt x="6884" y="14865"/>
                      <a:pt x="6884" y="14865"/>
                      <a:pt x="6884" y="14865"/>
                    </a:cubicBezTo>
                    <a:lnTo>
                      <a:pt x="6884" y="14865"/>
                    </a:lnTo>
                    <a:cubicBezTo>
                      <a:pt x="6884" y="14865"/>
                      <a:pt x="6884" y="14865"/>
                      <a:pt x="6885" y="14865"/>
                    </a:cubicBezTo>
                    <a:lnTo>
                      <a:pt x="6885" y="14865"/>
                    </a:lnTo>
                    <a:cubicBezTo>
                      <a:pt x="7274" y="14942"/>
                      <a:pt x="7666" y="14979"/>
                      <a:pt x="8054" y="14979"/>
                    </a:cubicBezTo>
                    <a:cubicBezTo>
                      <a:pt x="9328" y="14979"/>
                      <a:pt x="10571" y="14576"/>
                      <a:pt x="11621" y="13822"/>
                    </a:cubicBezTo>
                    <a:cubicBezTo>
                      <a:pt x="12843" y="12869"/>
                      <a:pt x="13856" y="11677"/>
                      <a:pt x="14571" y="10306"/>
                    </a:cubicBezTo>
                    <a:cubicBezTo>
                      <a:pt x="14869" y="9770"/>
                      <a:pt x="15137" y="9204"/>
                      <a:pt x="15346" y="8638"/>
                    </a:cubicBezTo>
                    <a:cubicBezTo>
                      <a:pt x="15525" y="8310"/>
                      <a:pt x="15614" y="7923"/>
                      <a:pt x="15674" y="7535"/>
                    </a:cubicBezTo>
                    <a:cubicBezTo>
                      <a:pt x="15674" y="7029"/>
                      <a:pt x="15555" y="6492"/>
                      <a:pt x="15316" y="6045"/>
                    </a:cubicBezTo>
                    <a:cubicBezTo>
                      <a:pt x="15018" y="5360"/>
                      <a:pt x="14631" y="4734"/>
                      <a:pt x="14184" y="4168"/>
                    </a:cubicBezTo>
                    <a:cubicBezTo>
                      <a:pt x="13022" y="2649"/>
                      <a:pt x="11502" y="1457"/>
                      <a:pt x="9744" y="712"/>
                    </a:cubicBezTo>
                    <a:cubicBezTo>
                      <a:pt x="8712" y="282"/>
                      <a:pt x="7580" y="0"/>
                      <a:pt x="6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1"/>
              <p:cNvSpPr/>
              <p:nvPr/>
            </p:nvSpPr>
            <p:spPr>
              <a:xfrm>
                <a:off x="3786900" y="1956875"/>
                <a:ext cx="286075" cy="248100"/>
              </a:xfrm>
              <a:custGeom>
                <a:avLst/>
                <a:gdLst/>
                <a:ahLst/>
                <a:cxnLst/>
                <a:rect l="l" t="t" r="r" b="b"/>
                <a:pathLst>
                  <a:path w="11443" h="9924" extrusionOk="0">
                    <a:moveTo>
                      <a:pt x="6972" y="217"/>
                    </a:moveTo>
                    <a:cubicBezTo>
                      <a:pt x="7693" y="217"/>
                      <a:pt x="8417" y="390"/>
                      <a:pt x="9058" y="686"/>
                    </a:cubicBezTo>
                    <a:cubicBezTo>
                      <a:pt x="9565" y="954"/>
                      <a:pt x="9803" y="1580"/>
                      <a:pt x="10072" y="2087"/>
                    </a:cubicBezTo>
                    <a:cubicBezTo>
                      <a:pt x="11055" y="4113"/>
                      <a:pt x="11442" y="6765"/>
                      <a:pt x="9535" y="8404"/>
                    </a:cubicBezTo>
                    <a:cubicBezTo>
                      <a:pt x="9058" y="8731"/>
                      <a:pt x="8552" y="9000"/>
                      <a:pt x="8016" y="9238"/>
                    </a:cubicBezTo>
                    <a:cubicBezTo>
                      <a:pt x="7333" y="9560"/>
                      <a:pt x="6591" y="9713"/>
                      <a:pt x="5849" y="9713"/>
                    </a:cubicBezTo>
                    <a:cubicBezTo>
                      <a:pt x="5425" y="9713"/>
                      <a:pt x="5001" y="9663"/>
                      <a:pt x="4589" y="9566"/>
                    </a:cubicBezTo>
                    <a:cubicBezTo>
                      <a:pt x="2503" y="8910"/>
                      <a:pt x="715" y="6526"/>
                      <a:pt x="954" y="4292"/>
                    </a:cubicBezTo>
                    <a:cubicBezTo>
                      <a:pt x="1252" y="1699"/>
                      <a:pt x="4172" y="329"/>
                      <a:pt x="6526" y="239"/>
                    </a:cubicBezTo>
                    <a:cubicBezTo>
                      <a:pt x="6674" y="224"/>
                      <a:pt x="6823" y="217"/>
                      <a:pt x="6972" y="217"/>
                    </a:cubicBezTo>
                    <a:close/>
                    <a:moveTo>
                      <a:pt x="7062" y="1"/>
                    </a:moveTo>
                    <a:cubicBezTo>
                      <a:pt x="5781" y="1"/>
                      <a:pt x="4500" y="269"/>
                      <a:pt x="3338" y="865"/>
                    </a:cubicBezTo>
                    <a:cubicBezTo>
                      <a:pt x="2205" y="1461"/>
                      <a:pt x="1133" y="2355"/>
                      <a:pt x="745" y="3606"/>
                    </a:cubicBezTo>
                    <a:cubicBezTo>
                      <a:pt x="0" y="5930"/>
                      <a:pt x="1639" y="8463"/>
                      <a:pt x="3695" y="9476"/>
                    </a:cubicBezTo>
                    <a:cubicBezTo>
                      <a:pt x="4309" y="9788"/>
                      <a:pt x="4984" y="9923"/>
                      <a:pt x="5671" y="9923"/>
                    </a:cubicBezTo>
                    <a:cubicBezTo>
                      <a:pt x="7139" y="9923"/>
                      <a:pt x="8669" y="9308"/>
                      <a:pt x="9805" y="8484"/>
                    </a:cubicBezTo>
                    <a:lnTo>
                      <a:pt x="9805" y="8484"/>
                    </a:lnTo>
                    <a:cubicBezTo>
                      <a:pt x="9816" y="8477"/>
                      <a:pt x="9826" y="8471"/>
                      <a:pt x="9833" y="8463"/>
                    </a:cubicBezTo>
                    <a:lnTo>
                      <a:pt x="9833" y="8463"/>
                    </a:lnTo>
                    <a:cubicBezTo>
                      <a:pt x="9833" y="8463"/>
                      <a:pt x="9833" y="8463"/>
                      <a:pt x="9833" y="8463"/>
                    </a:cubicBezTo>
                    <a:cubicBezTo>
                      <a:pt x="9865" y="8447"/>
                      <a:pt x="9879" y="8434"/>
                      <a:pt x="9880" y="8424"/>
                    </a:cubicBezTo>
                    <a:lnTo>
                      <a:pt x="9880" y="8424"/>
                    </a:lnTo>
                    <a:cubicBezTo>
                      <a:pt x="10774" y="7650"/>
                      <a:pt x="11264" y="6536"/>
                      <a:pt x="11293" y="5364"/>
                    </a:cubicBezTo>
                    <a:cubicBezTo>
                      <a:pt x="11263" y="4292"/>
                      <a:pt x="11025" y="3249"/>
                      <a:pt x="10578" y="2295"/>
                    </a:cubicBezTo>
                    <a:cubicBezTo>
                      <a:pt x="10429" y="1938"/>
                      <a:pt x="10250" y="1580"/>
                      <a:pt x="10042" y="1252"/>
                    </a:cubicBezTo>
                    <a:cubicBezTo>
                      <a:pt x="9923" y="1014"/>
                      <a:pt x="9774" y="805"/>
                      <a:pt x="9565" y="627"/>
                    </a:cubicBezTo>
                    <a:cubicBezTo>
                      <a:pt x="8880" y="120"/>
                      <a:pt x="7896" y="31"/>
                      <a:pt x="70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0" name="Google Shape;430;p11"/>
            <p:cNvGrpSpPr/>
            <p:nvPr/>
          </p:nvGrpSpPr>
          <p:grpSpPr>
            <a:xfrm>
              <a:off x="-1086612" y="3673502"/>
              <a:ext cx="4341985" cy="2100795"/>
              <a:chOff x="-1013962" y="3673802"/>
              <a:chExt cx="4341985" cy="2100795"/>
            </a:xfrm>
          </p:grpSpPr>
          <p:grpSp>
            <p:nvGrpSpPr>
              <p:cNvPr id="431" name="Google Shape;431;p11"/>
              <p:cNvGrpSpPr/>
              <p:nvPr/>
            </p:nvGrpSpPr>
            <p:grpSpPr>
              <a:xfrm>
                <a:off x="-1013962" y="3673802"/>
                <a:ext cx="4341985" cy="2100795"/>
                <a:chOff x="-830187" y="4024390"/>
                <a:chExt cx="4341985" cy="2100795"/>
              </a:xfrm>
            </p:grpSpPr>
            <p:sp>
              <p:nvSpPr>
                <p:cNvPr id="432" name="Google Shape;432;p11"/>
                <p:cNvSpPr/>
                <p:nvPr/>
              </p:nvSpPr>
              <p:spPr>
                <a:xfrm>
                  <a:off x="-830187" y="4024390"/>
                  <a:ext cx="4341985" cy="2043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75" h="50732" extrusionOk="0">
                      <a:moveTo>
                        <a:pt x="19280" y="1"/>
                      </a:moveTo>
                      <a:cubicBezTo>
                        <a:pt x="14384" y="1"/>
                        <a:pt x="9338" y="2218"/>
                        <a:pt x="8075" y="7268"/>
                      </a:cubicBezTo>
                      <a:cubicBezTo>
                        <a:pt x="7241" y="10724"/>
                        <a:pt x="7598" y="14449"/>
                        <a:pt x="6615" y="17905"/>
                      </a:cubicBezTo>
                      <a:cubicBezTo>
                        <a:pt x="5721" y="21034"/>
                        <a:pt x="3755" y="23716"/>
                        <a:pt x="2414" y="26695"/>
                      </a:cubicBezTo>
                      <a:cubicBezTo>
                        <a:pt x="596" y="30777"/>
                        <a:pt x="0" y="35426"/>
                        <a:pt x="1162" y="39716"/>
                      </a:cubicBezTo>
                      <a:cubicBezTo>
                        <a:pt x="2324" y="44007"/>
                        <a:pt x="5364" y="47821"/>
                        <a:pt x="9476" y="49519"/>
                      </a:cubicBezTo>
                      <a:cubicBezTo>
                        <a:pt x="11357" y="50293"/>
                        <a:pt x="13318" y="50601"/>
                        <a:pt x="15314" y="50601"/>
                      </a:cubicBezTo>
                      <a:cubicBezTo>
                        <a:pt x="19547" y="50601"/>
                        <a:pt x="23938" y="49216"/>
                        <a:pt x="28069" y="47940"/>
                      </a:cubicBezTo>
                      <a:cubicBezTo>
                        <a:pt x="34622" y="45928"/>
                        <a:pt x="41399" y="44206"/>
                        <a:pt x="48226" y="44206"/>
                      </a:cubicBezTo>
                      <a:cubicBezTo>
                        <a:pt x="49283" y="44206"/>
                        <a:pt x="50341" y="44247"/>
                        <a:pt x="51399" y="44335"/>
                      </a:cubicBezTo>
                      <a:cubicBezTo>
                        <a:pt x="58282" y="44901"/>
                        <a:pt x="64868" y="47434"/>
                        <a:pt x="71602" y="49132"/>
                      </a:cubicBezTo>
                      <a:cubicBezTo>
                        <a:pt x="75244" y="50055"/>
                        <a:pt x="79063" y="50731"/>
                        <a:pt x="82819" y="50731"/>
                      </a:cubicBezTo>
                      <a:cubicBezTo>
                        <a:pt x="85975" y="50731"/>
                        <a:pt x="89087" y="50254"/>
                        <a:pt x="92012" y="49043"/>
                      </a:cubicBezTo>
                      <a:cubicBezTo>
                        <a:pt x="94426" y="48059"/>
                        <a:pt x="96661" y="46570"/>
                        <a:pt x="98150" y="44424"/>
                      </a:cubicBezTo>
                      <a:cubicBezTo>
                        <a:pt x="107775" y="30581"/>
                        <a:pt x="86591" y="19064"/>
                        <a:pt x="74895" y="19064"/>
                      </a:cubicBezTo>
                      <a:cubicBezTo>
                        <a:pt x="74533" y="19064"/>
                        <a:pt x="74179" y="19075"/>
                        <a:pt x="73836" y="19097"/>
                      </a:cubicBezTo>
                      <a:cubicBezTo>
                        <a:pt x="67567" y="19499"/>
                        <a:pt x="61181" y="22039"/>
                        <a:pt x="55078" y="22039"/>
                      </a:cubicBezTo>
                      <a:cubicBezTo>
                        <a:pt x="53030" y="22039"/>
                        <a:pt x="51014" y="21753"/>
                        <a:pt x="49046" y="21004"/>
                      </a:cubicBezTo>
                      <a:cubicBezTo>
                        <a:pt x="42043" y="18352"/>
                        <a:pt x="38319" y="10933"/>
                        <a:pt x="32836" y="5868"/>
                      </a:cubicBezTo>
                      <a:cubicBezTo>
                        <a:pt x="30959" y="4110"/>
                        <a:pt x="28843" y="2709"/>
                        <a:pt x="26549" y="1636"/>
                      </a:cubicBezTo>
                      <a:cubicBezTo>
                        <a:pt x="24851" y="862"/>
                        <a:pt x="23033" y="355"/>
                        <a:pt x="21215" y="117"/>
                      </a:cubicBezTo>
                      <a:cubicBezTo>
                        <a:pt x="20579" y="40"/>
                        <a:pt x="19931" y="1"/>
                        <a:pt x="1928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11"/>
                <p:cNvSpPr/>
                <p:nvPr/>
              </p:nvSpPr>
              <p:spPr>
                <a:xfrm>
                  <a:off x="-316390" y="4171925"/>
                  <a:ext cx="3797016" cy="1953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48" h="48480" fill="none" extrusionOk="0">
                      <a:moveTo>
                        <a:pt x="15196" y="1252"/>
                      </a:moveTo>
                      <a:cubicBezTo>
                        <a:pt x="20828" y="1"/>
                        <a:pt x="26698" y="1639"/>
                        <a:pt x="30899" y="5573"/>
                      </a:cubicBezTo>
                      <a:cubicBezTo>
                        <a:pt x="36173" y="10638"/>
                        <a:pt x="38051" y="18832"/>
                        <a:pt x="44129" y="22914"/>
                      </a:cubicBezTo>
                      <a:cubicBezTo>
                        <a:pt x="48450" y="25804"/>
                        <a:pt x="54081" y="25953"/>
                        <a:pt x="59206" y="25089"/>
                      </a:cubicBezTo>
                      <a:cubicBezTo>
                        <a:pt x="64331" y="24225"/>
                        <a:pt x="69307" y="22437"/>
                        <a:pt x="74492" y="21812"/>
                      </a:cubicBezTo>
                      <a:cubicBezTo>
                        <a:pt x="79647" y="21156"/>
                        <a:pt x="85308" y="21812"/>
                        <a:pt x="89241" y="25208"/>
                      </a:cubicBezTo>
                      <a:cubicBezTo>
                        <a:pt x="91625" y="27354"/>
                        <a:pt x="93234" y="30244"/>
                        <a:pt x="93830" y="33403"/>
                      </a:cubicBezTo>
                      <a:cubicBezTo>
                        <a:pt x="94187" y="35339"/>
                        <a:pt x="94247" y="37425"/>
                        <a:pt x="93472" y="39243"/>
                      </a:cubicBezTo>
                      <a:cubicBezTo>
                        <a:pt x="92549" y="41418"/>
                        <a:pt x="90642" y="42967"/>
                        <a:pt x="88586" y="44129"/>
                      </a:cubicBezTo>
                      <a:cubicBezTo>
                        <a:pt x="81017" y="48480"/>
                        <a:pt x="71333" y="48420"/>
                        <a:pt x="63318" y="44964"/>
                      </a:cubicBezTo>
                      <a:cubicBezTo>
                        <a:pt x="59623" y="43384"/>
                        <a:pt x="56226" y="41120"/>
                        <a:pt x="52383" y="40017"/>
                      </a:cubicBezTo>
                      <a:cubicBezTo>
                        <a:pt x="39868" y="36412"/>
                        <a:pt x="26668" y="45470"/>
                        <a:pt x="13826" y="43206"/>
                      </a:cubicBezTo>
                      <a:cubicBezTo>
                        <a:pt x="11085" y="42699"/>
                        <a:pt x="8373" y="41656"/>
                        <a:pt x="6377" y="39690"/>
                      </a:cubicBezTo>
                      <a:cubicBezTo>
                        <a:pt x="4202" y="37514"/>
                        <a:pt x="3129" y="34445"/>
                        <a:pt x="2473" y="31406"/>
                      </a:cubicBezTo>
                      <a:cubicBezTo>
                        <a:pt x="0" y="19964"/>
                        <a:pt x="1490" y="4381"/>
                        <a:pt x="15196" y="1252"/>
                      </a:cubicBezTo>
                      <a:close/>
                    </a:path>
                  </a:pathLst>
                </a:custGeom>
                <a:noFill/>
                <a:ln w="9675" cap="flat" cmpd="sng">
                  <a:solidFill>
                    <a:schemeClr val="accent1"/>
                  </a:solidFill>
                  <a:prstDash val="solid"/>
                  <a:miter lim="297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34" name="Google Shape;434;p11"/>
                <p:cNvGrpSpPr/>
                <p:nvPr/>
              </p:nvGrpSpPr>
              <p:grpSpPr>
                <a:xfrm>
                  <a:off x="174564" y="4842646"/>
                  <a:ext cx="824338" cy="865398"/>
                  <a:chOff x="126952" y="4637346"/>
                  <a:chExt cx="824338" cy="865398"/>
                </a:xfrm>
              </p:grpSpPr>
              <p:sp>
                <p:nvSpPr>
                  <p:cNvPr id="435" name="Google Shape;435;p11"/>
                  <p:cNvSpPr/>
                  <p:nvPr/>
                </p:nvSpPr>
                <p:spPr>
                  <a:xfrm>
                    <a:off x="787480" y="5298317"/>
                    <a:ext cx="94716" cy="65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1" h="1614" extrusionOk="0">
                        <a:moveTo>
                          <a:pt x="1259" y="0"/>
                        </a:moveTo>
                        <a:cubicBezTo>
                          <a:pt x="928" y="0"/>
                          <a:pt x="550" y="221"/>
                          <a:pt x="233" y="825"/>
                        </a:cubicBezTo>
                        <a:cubicBezTo>
                          <a:pt x="1" y="1270"/>
                          <a:pt x="471" y="1614"/>
                          <a:pt x="1025" y="1614"/>
                        </a:cubicBezTo>
                        <a:cubicBezTo>
                          <a:pt x="1325" y="1614"/>
                          <a:pt x="1650" y="1513"/>
                          <a:pt x="1901" y="1272"/>
                        </a:cubicBezTo>
                        <a:cubicBezTo>
                          <a:pt x="2351" y="803"/>
                          <a:pt x="1890" y="0"/>
                          <a:pt x="125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6" name="Google Shape;436;p11"/>
                  <p:cNvSpPr/>
                  <p:nvPr/>
                </p:nvSpPr>
                <p:spPr>
                  <a:xfrm>
                    <a:off x="857984" y="5042204"/>
                    <a:ext cx="93306" cy="876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6" h="2176" extrusionOk="0">
                        <a:moveTo>
                          <a:pt x="1092" y="1"/>
                        </a:moveTo>
                        <a:cubicBezTo>
                          <a:pt x="596" y="1"/>
                          <a:pt x="99" y="387"/>
                          <a:pt x="32" y="1402"/>
                        </a:cubicBezTo>
                        <a:cubicBezTo>
                          <a:pt x="0" y="1860"/>
                          <a:pt x="488" y="2176"/>
                          <a:pt x="1007" y="2176"/>
                        </a:cubicBezTo>
                        <a:cubicBezTo>
                          <a:pt x="1466" y="2176"/>
                          <a:pt x="1950" y="1928"/>
                          <a:pt x="2118" y="1312"/>
                        </a:cubicBezTo>
                        <a:cubicBezTo>
                          <a:pt x="2315" y="588"/>
                          <a:pt x="1704" y="1"/>
                          <a:pt x="109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7" name="Google Shape;437;p11"/>
                  <p:cNvSpPr/>
                  <p:nvPr/>
                </p:nvSpPr>
                <p:spPr>
                  <a:xfrm>
                    <a:off x="403088" y="5404356"/>
                    <a:ext cx="149346" cy="98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07" h="2442" extrusionOk="0">
                        <a:moveTo>
                          <a:pt x="1594" y="1"/>
                        </a:moveTo>
                        <a:cubicBezTo>
                          <a:pt x="1549" y="1"/>
                          <a:pt x="1504" y="4"/>
                          <a:pt x="1460" y="11"/>
                        </a:cubicBezTo>
                        <a:cubicBezTo>
                          <a:pt x="477" y="160"/>
                          <a:pt x="0" y="1143"/>
                          <a:pt x="268" y="1709"/>
                        </a:cubicBezTo>
                        <a:cubicBezTo>
                          <a:pt x="521" y="2230"/>
                          <a:pt x="890" y="2441"/>
                          <a:pt x="1336" y="2441"/>
                        </a:cubicBezTo>
                        <a:cubicBezTo>
                          <a:pt x="1733" y="2441"/>
                          <a:pt x="2191" y="2274"/>
                          <a:pt x="2682" y="2007"/>
                        </a:cubicBezTo>
                        <a:cubicBezTo>
                          <a:pt x="3707" y="1466"/>
                          <a:pt x="2556" y="1"/>
                          <a:pt x="159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8" name="Google Shape;438;p11"/>
                  <p:cNvSpPr/>
                  <p:nvPr/>
                </p:nvSpPr>
                <p:spPr>
                  <a:xfrm>
                    <a:off x="126952" y="5265602"/>
                    <a:ext cx="176540" cy="128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2" h="3198" extrusionOk="0">
                        <a:moveTo>
                          <a:pt x="2558" y="0"/>
                        </a:moveTo>
                        <a:cubicBezTo>
                          <a:pt x="1385" y="0"/>
                          <a:pt x="0" y="1673"/>
                          <a:pt x="329" y="2531"/>
                        </a:cubicBezTo>
                        <a:cubicBezTo>
                          <a:pt x="510" y="3028"/>
                          <a:pt x="888" y="3198"/>
                          <a:pt x="1296" y="3198"/>
                        </a:cubicBezTo>
                        <a:cubicBezTo>
                          <a:pt x="1694" y="3198"/>
                          <a:pt x="2120" y="3036"/>
                          <a:pt x="2415" y="2859"/>
                        </a:cubicBezTo>
                        <a:cubicBezTo>
                          <a:pt x="3130" y="2442"/>
                          <a:pt x="4381" y="1012"/>
                          <a:pt x="3159" y="177"/>
                        </a:cubicBezTo>
                        <a:cubicBezTo>
                          <a:pt x="2973" y="55"/>
                          <a:pt x="2769" y="0"/>
                          <a:pt x="255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9" name="Google Shape;439;p11"/>
                  <p:cNvSpPr/>
                  <p:nvPr/>
                </p:nvSpPr>
                <p:spPr>
                  <a:xfrm>
                    <a:off x="530319" y="4637346"/>
                    <a:ext cx="173357" cy="114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3" h="2839" extrusionOk="0">
                        <a:moveTo>
                          <a:pt x="1802" y="0"/>
                        </a:moveTo>
                        <a:cubicBezTo>
                          <a:pt x="1757" y="0"/>
                          <a:pt x="1713" y="3"/>
                          <a:pt x="1669" y="9"/>
                        </a:cubicBezTo>
                        <a:cubicBezTo>
                          <a:pt x="537" y="188"/>
                          <a:pt x="1" y="1320"/>
                          <a:pt x="299" y="1975"/>
                        </a:cubicBezTo>
                        <a:cubicBezTo>
                          <a:pt x="598" y="2590"/>
                          <a:pt x="1023" y="2838"/>
                          <a:pt x="1537" y="2838"/>
                        </a:cubicBezTo>
                        <a:cubicBezTo>
                          <a:pt x="1995" y="2838"/>
                          <a:pt x="2524" y="2642"/>
                          <a:pt x="3100" y="2333"/>
                        </a:cubicBezTo>
                        <a:cubicBezTo>
                          <a:pt x="4303" y="1731"/>
                          <a:pt x="2917" y="0"/>
                          <a:pt x="180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0" name="Google Shape;440;p11"/>
                  <p:cNvSpPr/>
                  <p:nvPr/>
                </p:nvSpPr>
                <p:spPr>
                  <a:xfrm>
                    <a:off x="304623" y="4999941"/>
                    <a:ext cx="192776" cy="157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5" h="3902" extrusionOk="0">
                        <a:moveTo>
                          <a:pt x="2645" y="1"/>
                        </a:moveTo>
                        <a:cubicBezTo>
                          <a:pt x="1976" y="1"/>
                          <a:pt x="1239" y="345"/>
                          <a:pt x="627" y="1020"/>
                        </a:cubicBezTo>
                        <a:cubicBezTo>
                          <a:pt x="1" y="1706"/>
                          <a:pt x="388" y="3315"/>
                          <a:pt x="1342" y="3821"/>
                        </a:cubicBezTo>
                        <a:cubicBezTo>
                          <a:pt x="1439" y="3876"/>
                          <a:pt x="1553" y="3901"/>
                          <a:pt x="1678" y="3901"/>
                        </a:cubicBezTo>
                        <a:cubicBezTo>
                          <a:pt x="2783" y="3901"/>
                          <a:pt x="4785" y="1939"/>
                          <a:pt x="4143" y="842"/>
                        </a:cubicBezTo>
                        <a:cubicBezTo>
                          <a:pt x="3790" y="278"/>
                          <a:pt x="3245" y="1"/>
                          <a:pt x="2645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1" name="Google Shape;441;p11"/>
                  <p:cNvSpPr/>
                  <p:nvPr/>
                </p:nvSpPr>
                <p:spPr>
                  <a:xfrm>
                    <a:off x="701142" y="4908003"/>
                    <a:ext cx="114940" cy="796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3" h="1977" extrusionOk="0">
                        <a:moveTo>
                          <a:pt x="1541" y="1"/>
                        </a:moveTo>
                        <a:cubicBezTo>
                          <a:pt x="1140" y="1"/>
                          <a:pt x="679" y="270"/>
                          <a:pt x="290" y="1008"/>
                        </a:cubicBezTo>
                        <a:cubicBezTo>
                          <a:pt x="0" y="1548"/>
                          <a:pt x="573" y="1976"/>
                          <a:pt x="1239" y="1976"/>
                        </a:cubicBezTo>
                        <a:cubicBezTo>
                          <a:pt x="1602" y="1976"/>
                          <a:pt x="1992" y="1849"/>
                          <a:pt x="2286" y="1544"/>
                        </a:cubicBezTo>
                        <a:cubicBezTo>
                          <a:pt x="2853" y="978"/>
                          <a:pt x="2305" y="1"/>
                          <a:pt x="1541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2" name="Google Shape;442;p11"/>
                  <p:cNvSpPr/>
                  <p:nvPr/>
                </p:nvSpPr>
                <p:spPr>
                  <a:xfrm>
                    <a:off x="549456" y="5148363"/>
                    <a:ext cx="93346" cy="877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7" h="2178" extrusionOk="0">
                        <a:moveTo>
                          <a:pt x="1068" y="0"/>
                        </a:moveTo>
                        <a:cubicBezTo>
                          <a:pt x="573" y="0"/>
                          <a:pt x="85" y="383"/>
                          <a:pt x="32" y="1389"/>
                        </a:cubicBezTo>
                        <a:cubicBezTo>
                          <a:pt x="1" y="1863"/>
                          <a:pt x="489" y="2178"/>
                          <a:pt x="1007" y="2178"/>
                        </a:cubicBezTo>
                        <a:cubicBezTo>
                          <a:pt x="1467" y="2178"/>
                          <a:pt x="1950" y="1931"/>
                          <a:pt x="2118" y="1329"/>
                        </a:cubicBezTo>
                        <a:cubicBezTo>
                          <a:pt x="2317" y="600"/>
                          <a:pt x="1687" y="0"/>
                          <a:pt x="106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43" name="Google Shape;443;p11"/>
              <p:cNvGrpSpPr/>
              <p:nvPr/>
            </p:nvGrpSpPr>
            <p:grpSpPr>
              <a:xfrm rot="-5189473">
                <a:off x="2083919" y="4411860"/>
                <a:ext cx="70211" cy="266572"/>
                <a:chOff x="5735123" y="3863031"/>
                <a:chExt cx="70213" cy="266579"/>
              </a:xfrm>
            </p:grpSpPr>
            <p:sp>
              <p:nvSpPr>
                <p:cNvPr id="444" name="Google Shape;444;p11"/>
                <p:cNvSpPr/>
                <p:nvPr/>
              </p:nvSpPr>
              <p:spPr>
                <a:xfrm>
                  <a:off x="5744701" y="3863031"/>
                  <a:ext cx="60635" cy="166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5" h="6480" extrusionOk="0">
                      <a:moveTo>
                        <a:pt x="880" y="0"/>
                      </a:moveTo>
                      <a:cubicBezTo>
                        <a:pt x="827" y="0"/>
                        <a:pt x="773" y="6"/>
                        <a:pt x="716" y="19"/>
                      </a:cubicBezTo>
                      <a:cubicBezTo>
                        <a:pt x="298" y="93"/>
                        <a:pt x="135" y="436"/>
                        <a:pt x="90" y="823"/>
                      </a:cubicBezTo>
                      <a:cubicBezTo>
                        <a:pt x="60" y="1077"/>
                        <a:pt x="60" y="1330"/>
                        <a:pt x="75" y="1583"/>
                      </a:cubicBezTo>
                      <a:cubicBezTo>
                        <a:pt x="135" y="2581"/>
                        <a:pt x="120" y="3564"/>
                        <a:pt x="30" y="4548"/>
                      </a:cubicBezTo>
                      <a:cubicBezTo>
                        <a:pt x="1" y="4905"/>
                        <a:pt x="15" y="5278"/>
                        <a:pt x="60" y="5635"/>
                      </a:cubicBezTo>
                      <a:cubicBezTo>
                        <a:pt x="120" y="6067"/>
                        <a:pt x="343" y="6410"/>
                        <a:pt x="805" y="6470"/>
                      </a:cubicBezTo>
                      <a:cubicBezTo>
                        <a:pt x="850" y="6476"/>
                        <a:pt x="895" y="6479"/>
                        <a:pt x="939" y="6479"/>
                      </a:cubicBezTo>
                      <a:cubicBezTo>
                        <a:pt x="1309" y="6479"/>
                        <a:pt x="1655" y="6262"/>
                        <a:pt x="1788" y="5903"/>
                      </a:cubicBezTo>
                      <a:cubicBezTo>
                        <a:pt x="1937" y="5620"/>
                        <a:pt x="2056" y="5308"/>
                        <a:pt x="2131" y="4995"/>
                      </a:cubicBezTo>
                      <a:cubicBezTo>
                        <a:pt x="2354" y="3654"/>
                        <a:pt x="2265" y="2268"/>
                        <a:pt x="1848" y="972"/>
                      </a:cubicBezTo>
                      <a:cubicBezTo>
                        <a:pt x="1788" y="838"/>
                        <a:pt x="1729" y="689"/>
                        <a:pt x="1669" y="555"/>
                      </a:cubicBezTo>
                      <a:cubicBezTo>
                        <a:pt x="1439" y="223"/>
                        <a:pt x="1198" y="0"/>
                        <a:pt x="88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" name="Google Shape;445;p11"/>
                <p:cNvSpPr/>
                <p:nvPr/>
              </p:nvSpPr>
              <p:spPr>
                <a:xfrm>
                  <a:off x="5735123" y="4069722"/>
                  <a:ext cx="48354" cy="59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8" h="2326" extrusionOk="0">
                      <a:moveTo>
                        <a:pt x="1026" y="0"/>
                      </a:moveTo>
                      <a:cubicBezTo>
                        <a:pt x="855" y="0"/>
                        <a:pt x="683" y="69"/>
                        <a:pt x="551" y="214"/>
                      </a:cubicBezTo>
                      <a:cubicBezTo>
                        <a:pt x="164" y="617"/>
                        <a:pt x="0" y="1168"/>
                        <a:pt x="89" y="1719"/>
                      </a:cubicBezTo>
                      <a:cubicBezTo>
                        <a:pt x="132" y="2084"/>
                        <a:pt x="447" y="2326"/>
                        <a:pt x="781" y="2326"/>
                      </a:cubicBezTo>
                      <a:cubicBezTo>
                        <a:pt x="910" y="2326"/>
                        <a:pt x="1042" y="2290"/>
                        <a:pt x="1162" y="2211"/>
                      </a:cubicBezTo>
                      <a:cubicBezTo>
                        <a:pt x="1639" y="1913"/>
                        <a:pt x="1877" y="795"/>
                        <a:pt x="1579" y="319"/>
                      </a:cubicBezTo>
                      <a:cubicBezTo>
                        <a:pt x="1454" y="111"/>
                        <a:pt x="1242" y="0"/>
                        <a:pt x="1026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46" name="Google Shape;446;p11"/>
            <p:cNvSpPr/>
            <p:nvPr/>
          </p:nvSpPr>
          <p:spPr>
            <a:xfrm rot="10800000" flipH="1">
              <a:off x="4520398" y="4844644"/>
              <a:ext cx="103225" cy="85382"/>
            </a:xfrm>
            <a:custGeom>
              <a:avLst/>
              <a:gdLst/>
              <a:ahLst/>
              <a:cxnLst/>
              <a:rect l="l" t="t" r="r" b="b"/>
              <a:pathLst>
                <a:path w="3101" h="2565" extrusionOk="0">
                  <a:moveTo>
                    <a:pt x="1531" y="1"/>
                  </a:moveTo>
                  <a:cubicBezTo>
                    <a:pt x="1460" y="1"/>
                    <a:pt x="1386" y="8"/>
                    <a:pt x="1311" y="23"/>
                  </a:cubicBezTo>
                  <a:cubicBezTo>
                    <a:pt x="894" y="83"/>
                    <a:pt x="507" y="351"/>
                    <a:pt x="298" y="738"/>
                  </a:cubicBezTo>
                  <a:cubicBezTo>
                    <a:pt x="0" y="1334"/>
                    <a:pt x="239" y="2287"/>
                    <a:pt x="954" y="2496"/>
                  </a:cubicBezTo>
                  <a:cubicBezTo>
                    <a:pt x="1096" y="2542"/>
                    <a:pt x="1264" y="2564"/>
                    <a:pt x="1441" y="2564"/>
                  </a:cubicBezTo>
                  <a:cubicBezTo>
                    <a:pt x="2188" y="2564"/>
                    <a:pt x="3100" y="2159"/>
                    <a:pt x="2980" y="1364"/>
                  </a:cubicBezTo>
                  <a:cubicBezTo>
                    <a:pt x="2950" y="1006"/>
                    <a:pt x="2801" y="649"/>
                    <a:pt x="2563" y="381"/>
                  </a:cubicBezTo>
                  <a:cubicBezTo>
                    <a:pt x="2324" y="172"/>
                    <a:pt x="2056" y="53"/>
                    <a:pt x="1728" y="23"/>
                  </a:cubicBezTo>
                  <a:cubicBezTo>
                    <a:pt x="1669" y="8"/>
                    <a:pt x="1602" y="1"/>
                    <a:pt x="15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1"/>
            <p:cNvSpPr/>
            <p:nvPr/>
          </p:nvSpPr>
          <p:spPr>
            <a:xfrm rot="10800000" flipH="1">
              <a:off x="2744645" y="329635"/>
              <a:ext cx="172096" cy="143602"/>
            </a:xfrm>
            <a:custGeom>
              <a:avLst/>
              <a:gdLst/>
              <a:ahLst/>
              <a:cxnLst/>
              <a:rect l="l" t="t" r="r" b="b"/>
              <a:pathLst>
                <a:path w="5170" h="4314" extrusionOk="0">
                  <a:moveTo>
                    <a:pt x="2507" y="0"/>
                  </a:moveTo>
                  <a:cubicBezTo>
                    <a:pt x="2392" y="0"/>
                    <a:pt x="2280" y="8"/>
                    <a:pt x="2176" y="23"/>
                  </a:cubicBezTo>
                  <a:cubicBezTo>
                    <a:pt x="1431" y="142"/>
                    <a:pt x="835" y="589"/>
                    <a:pt x="477" y="1214"/>
                  </a:cubicBezTo>
                  <a:cubicBezTo>
                    <a:pt x="0" y="2257"/>
                    <a:pt x="388" y="3837"/>
                    <a:pt x="1550" y="4194"/>
                  </a:cubicBezTo>
                  <a:cubicBezTo>
                    <a:pt x="1795" y="4274"/>
                    <a:pt x="2080" y="4313"/>
                    <a:pt x="2379" y="4313"/>
                  </a:cubicBezTo>
                  <a:cubicBezTo>
                    <a:pt x="3647" y="4313"/>
                    <a:pt x="5169" y="3607"/>
                    <a:pt x="4976" y="2257"/>
                  </a:cubicBezTo>
                  <a:cubicBezTo>
                    <a:pt x="4887" y="1661"/>
                    <a:pt x="4649" y="1125"/>
                    <a:pt x="4261" y="678"/>
                  </a:cubicBezTo>
                  <a:cubicBezTo>
                    <a:pt x="3874" y="291"/>
                    <a:pt x="3397" y="52"/>
                    <a:pt x="2861" y="23"/>
                  </a:cubicBezTo>
                  <a:cubicBezTo>
                    <a:pt x="2742" y="8"/>
                    <a:pt x="2622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1"/>
            <p:cNvSpPr/>
            <p:nvPr/>
          </p:nvSpPr>
          <p:spPr>
            <a:xfrm rot="10800000" flipH="1">
              <a:off x="588128" y="2721165"/>
              <a:ext cx="252885" cy="205750"/>
            </a:xfrm>
            <a:custGeom>
              <a:avLst/>
              <a:gdLst/>
              <a:ahLst/>
              <a:cxnLst/>
              <a:rect l="l" t="t" r="r" b="b"/>
              <a:pathLst>
                <a:path w="7597" h="6181" extrusionOk="0">
                  <a:moveTo>
                    <a:pt x="3559" y="0"/>
                  </a:moveTo>
                  <a:cubicBezTo>
                    <a:pt x="3292" y="0"/>
                    <a:pt x="3026" y="34"/>
                    <a:pt x="2769" y="101"/>
                  </a:cubicBezTo>
                  <a:cubicBezTo>
                    <a:pt x="2442" y="160"/>
                    <a:pt x="2144" y="279"/>
                    <a:pt x="1846" y="428"/>
                  </a:cubicBezTo>
                  <a:cubicBezTo>
                    <a:pt x="952" y="905"/>
                    <a:pt x="326" y="1769"/>
                    <a:pt x="147" y="2782"/>
                  </a:cubicBezTo>
                  <a:cubicBezTo>
                    <a:pt x="1" y="4337"/>
                    <a:pt x="1182" y="6181"/>
                    <a:pt x="2868" y="6181"/>
                  </a:cubicBezTo>
                  <a:cubicBezTo>
                    <a:pt x="2895" y="6181"/>
                    <a:pt x="2921" y="6180"/>
                    <a:pt x="2948" y="6179"/>
                  </a:cubicBezTo>
                  <a:cubicBezTo>
                    <a:pt x="4796" y="6090"/>
                    <a:pt x="7597" y="4153"/>
                    <a:pt x="6524" y="2067"/>
                  </a:cubicBezTo>
                  <a:cubicBezTo>
                    <a:pt x="6166" y="1322"/>
                    <a:pt x="5600" y="697"/>
                    <a:pt x="4885" y="279"/>
                  </a:cubicBezTo>
                  <a:cubicBezTo>
                    <a:pt x="4457" y="93"/>
                    <a:pt x="4005" y="0"/>
                    <a:pt x="35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9" name="Google Shape;449;p11"/>
          <p:cNvSpPr txBox="1">
            <a:spLocks noGrp="1"/>
          </p:cNvSpPr>
          <p:nvPr>
            <p:ph type="title" hasCustomPrompt="1"/>
          </p:nvPr>
        </p:nvSpPr>
        <p:spPr>
          <a:xfrm>
            <a:off x="4489816" y="1323500"/>
            <a:ext cx="3738000" cy="213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0" name="Google Shape;450;p11"/>
          <p:cNvSpPr txBox="1">
            <a:spLocks noGrp="1"/>
          </p:cNvSpPr>
          <p:nvPr>
            <p:ph type="subTitle" idx="1"/>
          </p:nvPr>
        </p:nvSpPr>
        <p:spPr>
          <a:xfrm>
            <a:off x="4489714" y="3320792"/>
            <a:ext cx="3738000" cy="63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30">
            <a:extLst>
              <a:ext uri="{FF2B5EF4-FFF2-40B4-BE49-F238E27FC236}">
                <a16:creationId xmlns:a16="http://schemas.microsoft.com/office/drawing/2014/main" id="{CA7A8F6B-8FE4-A748-9D3A-F5C813B07024}"/>
              </a:ext>
            </a:extLst>
          </p:cNvPr>
          <p:cNvGrpSpPr/>
          <p:nvPr userDrawn="1"/>
        </p:nvGrpSpPr>
        <p:grpSpPr>
          <a:xfrm>
            <a:off x="33867" y="23283"/>
            <a:ext cx="9014365" cy="5144172"/>
            <a:chOff x="65827" y="0"/>
            <a:chExt cx="9014365" cy="5144172"/>
          </a:xfrm>
          <a:solidFill>
            <a:srgbClr val="9A1AFF">
              <a:alpha val="10000"/>
            </a:srgbClr>
          </a:solidFill>
        </p:grpSpPr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34525A1A-D7AC-C44B-B9AD-F52EB75EB816}"/>
                </a:ext>
              </a:extLst>
            </p:cNvPr>
            <p:cNvSpPr/>
            <p:nvPr/>
          </p:nvSpPr>
          <p:spPr>
            <a:xfrm>
              <a:off x="8500009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" name="Freeform: Shape 5">
              <a:extLst>
                <a:ext uri="{FF2B5EF4-FFF2-40B4-BE49-F238E27FC236}">
                  <a16:creationId xmlns:a16="http://schemas.microsoft.com/office/drawing/2014/main" id="{14AC1170-2EE0-5F40-B2B1-55CFA8CE5722}"/>
                </a:ext>
              </a:extLst>
            </p:cNvPr>
            <p:cNvSpPr/>
            <p:nvPr/>
          </p:nvSpPr>
          <p:spPr>
            <a:xfrm>
              <a:off x="8500009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id="{C2896BD1-91B8-1E4B-B9FF-8B409042D1FB}"/>
                </a:ext>
              </a:extLst>
            </p:cNvPr>
            <p:cNvSpPr/>
            <p:nvPr/>
          </p:nvSpPr>
          <p:spPr>
            <a:xfrm>
              <a:off x="8500009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reeform: Shape 8">
              <a:extLst>
                <a:ext uri="{FF2B5EF4-FFF2-40B4-BE49-F238E27FC236}">
                  <a16:creationId xmlns:a16="http://schemas.microsoft.com/office/drawing/2014/main" id="{AE0C96D0-E22E-784E-A04A-81F8C593642A}"/>
                </a:ext>
              </a:extLst>
            </p:cNvPr>
            <p:cNvSpPr/>
            <p:nvPr/>
          </p:nvSpPr>
          <p:spPr>
            <a:xfrm>
              <a:off x="8500009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reeform: Shape 10">
              <a:extLst>
                <a:ext uri="{FF2B5EF4-FFF2-40B4-BE49-F238E27FC236}">
                  <a16:creationId xmlns:a16="http://schemas.microsoft.com/office/drawing/2014/main" id="{7EFD4867-CDD9-C54A-97B3-ED52BDBCD679}"/>
                </a:ext>
              </a:extLst>
            </p:cNvPr>
            <p:cNvSpPr/>
            <p:nvPr/>
          </p:nvSpPr>
          <p:spPr>
            <a:xfrm>
              <a:off x="8500009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" name="Freeform: Shape 11">
              <a:extLst>
                <a:ext uri="{FF2B5EF4-FFF2-40B4-BE49-F238E27FC236}">
                  <a16:creationId xmlns:a16="http://schemas.microsoft.com/office/drawing/2014/main" id="{6F3A4F84-BDAC-3B4A-BE93-771CC4368759}"/>
                </a:ext>
              </a:extLst>
            </p:cNvPr>
            <p:cNvSpPr/>
            <p:nvPr/>
          </p:nvSpPr>
          <p:spPr>
            <a:xfrm>
              <a:off x="8500009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43B01B65-C1A8-DC4B-AA40-99B9EAC74B02}"/>
                </a:ext>
              </a:extLst>
            </p:cNvPr>
            <p:cNvSpPr/>
            <p:nvPr/>
          </p:nvSpPr>
          <p:spPr>
            <a:xfrm>
              <a:off x="8500009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" name="Freeform: Shape 21">
              <a:extLst>
                <a:ext uri="{FF2B5EF4-FFF2-40B4-BE49-F238E27FC236}">
                  <a16:creationId xmlns:a16="http://schemas.microsoft.com/office/drawing/2014/main" id="{330241FA-BAC5-4F47-8F31-0F77318C98BC}"/>
                </a:ext>
              </a:extLst>
            </p:cNvPr>
            <p:cNvSpPr/>
            <p:nvPr/>
          </p:nvSpPr>
          <p:spPr>
            <a:xfrm>
              <a:off x="8500009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" name="Freeform: Shape 23">
              <a:extLst>
                <a:ext uri="{FF2B5EF4-FFF2-40B4-BE49-F238E27FC236}">
                  <a16:creationId xmlns:a16="http://schemas.microsoft.com/office/drawing/2014/main" id="{16FBB144-EC45-B047-BDFC-2E77BAD10C01}"/>
                </a:ext>
              </a:extLst>
            </p:cNvPr>
            <p:cNvSpPr/>
            <p:nvPr/>
          </p:nvSpPr>
          <p:spPr>
            <a:xfrm>
              <a:off x="8500009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" name="Freeform: Shape 29">
              <a:extLst>
                <a:ext uri="{FF2B5EF4-FFF2-40B4-BE49-F238E27FC236}">
                  <a16:creationId xmlns:a16="http://schemas.microsoft.com/office/drawing/2014/main" id="{8F9E091A-3596-8844-A830-D450FAAC7652}"/>
                </a:ext>
              </a:extLst>
            </p:cNvPr>
            <p:cNvSpPr/>
            <p:nvPr/>
          </p:nvSpPr>
          <p:spPr>
            <a:xfrm>
              <a:off x="8500009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reeform: Shape 31">
              <a:extLst>
                <a:ext uri="{FF2B5EF4-FFF2-40B4-BE49-F238E27FC236}">
                  <a16:creationId xmlns:a16="http://schemas.microsoft.com/office/drawing/2014/main" id="{191F259D-EF61-7140-A065-7F2677FC8FCD}"/>
                </a:ext>
              </a:extLst>
            </p:cNvPr>
            <p:cNvSpPr/>
            <p:nvPr/>
          </p:nvSpPr>
          <p:spPr>
            <a:xfrm>
              <a:off x="8500009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" name="Freeform: Shape 32">
              <a:extLst>
                <a:ext uri="{FF2B5EF4-FFF2-40B4-BE49-F238E27FC236}">
                  <a16:creationId xmlns:a16="http://schemas.microsoft.com/office/drawing/2014/main" id="{A8FFB85F-9231-4D43-9542-251FC60693F6}"/>
                </a:ext>
              </a:extLst>
            </p:cNvPr>
            <p:cNvSpPr/>
            <p:nvPr/>
          </p:nvSpPr>
          <p:spPr>
            <a:xfrm>
              <a:off x="8500009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reeform: Shape 33">
              <a:extLst>
                <a:ext uri="{FF2B5EF4-FFF2-40B4-BE49-F238E27FC236}">
                  <a16:creationId xmlns:a16="http://schemas.microsoft.com/office/drawing/2014/main" id="{3EFF0761-E015-B645-A89B-82D069CE0A82}"/>
                </a:ext>
              </a:extLst>
            </p:cNvPr>
            <p:cNvSpPr/>
            <p:nvPr/>
          </p:nvSpPr>
          <p:spPr>
            <a:xfrm>
              <a:off x="8500009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reeform: Shape 34">
              <a:extLst>
                <a:ext uri="{FF2B5EF4-FFF2-40B4-BE49-F238E27FC236}">
                  <a16:creationId xmlns:a16="http://schemas.microsoft.com/office/drawing/2014/main" id="{357C20F8-8808-8647-B028-9E70D47F39CC}"/>
                </a:ext>
              </a:extLst>
            </p:cNvPr>
            <p:cNvSpPr/>
            <p:nvPr/>
          </p:nvSpPr>
          <p:spPr>
            <a:xfrm>
              <a:off x="8500009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reeform: Shape 35">
              <a:extLst>
                <a:ext uri="{FF2B5EF4-FFF2-40B4-BE49-F238E27FC236}">
                  <a16:creationId xmlns:a16="http://schemas.microsoft.com/office/drawing/2014/main" id="{9A8DA61F-6EEC-B143-8020-DFCF23E29623}"/>
                </a:ext>
              </a:extLst>
            </p:cNvPr>
            <p:cNvSpPr/>
            <p:nvPr/>
          </p:nvSpPr>
          <p:spPr>
            <a:xfrm>
              <a:off x="8500009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reeform: Shape 36">
              <a:extLst>
                <a:ext uri="{FF2B5EF4-FFF2-40B4-BE49-F238E27FC236}">
                  <a16:creationId xmlns:a16="http://schemas.microsoft.com/office/drawing/2014/main" id="{00D3E385-0E17-5B42-92E8-EE3E14738B3C}"/>
                </a:ext>
              </a:extLst>
            </p:cNvPr>
            <p:cNvSpPr/>
            <p:nvPr/>
          </p:nvSpPr>
          <p:spPr>
            <a:xfrm>
              <a:off x="8500009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reeform: Shape 37">
              <a:extLst>
                <a:ext uri="{FF2B5EF4-FFF2-40B4-BE49-F238E27FC236}">
                  <a16:creationId xmlns:a16="http://schemas.microsoft.com/office/drawing/2014/main" id="{27FADF8A-9723-684F-A5A3-4906B10F7A29}"/>
                </a:ext>
              </a:extLst>
            </p:cNvPr>
            <p:cNvSpPr/>
            <p:nvPr/>
          </p:nvSpPr>
          <p:spPr>
            <a:xfrm>
              <a:off x="8500009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reeform: Shape 38">
              <a:extLst>
                <a:ext uri="{FF2B5EF4-FFF2-40B4-BE49-F238E27FC236}">
                  <a16:creationId xmlns:a16="http://schemas.microsoft.com/office/drawing/2014/main" id="{76A99610-3450-7B44-8276-484A9092A556}"/>
                </a:ext>
              </a:extLst>
            </p:cNvPr>
            <p:cNvSpPr/>
            <p:nvPr/>
          </p:nvSpPr>
          <p:spPr>
            <a:xfrm>
              <a:off x="8500009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" name="Freeform: Shape 39">
              <a:extLst>
                <a:ext uri="{FF2B5EF4-FFF2-40B4-BE49-F238E27FC236}">
                  <a16:creationId xmlns:a16="http://schemas.microsoft.com/office/drawing/2014/main" id="{E13A11A9-50AC-9E47-B6C8-FCAC820C53FC}"/>
                </a:ext>
              </a:extLst>
            </p:cNvPr>
            <p:cNvSpPr/>
            <p:nvPr/>
          </p:nvSpPr>
          <p:spPr>
            <a:xfrm>
              <a:off x="8500009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" name="Freeform: Shape 40">
              <a:extLst>
                <a:ext uri="{FF2B5EF4-FFF2-40B4-BE49-F238E27FC236}">
                  <a16:creationId xmlns:a16="http://schemas.microsoft.com/office/drawing/2014/main" id="{FA72B5B9-5444-A44C-9C2C-B6FD38FD4D18}"/>
                </a:ext>
              </a:extLst>
            </p:cNvPr>
            <p:cNvSpPr/>
            <p:nvPr/>
          </p:nvSpPr>
          <p:spPr>
            <a:xfrm>
              <a:off x="8500009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reeform: Shape 41">
              <a:extLst>
                <a:ext uri="{FF2B5EF4-FFF2-40B4-BE49-F238E27FC236}">
                  <a16:creationId xmlns:a16="http://schemas.microsoft.com/office/drawing/2014/main" id="{20525619-0DCB-5144-A128-F14D892E3686}"/>
                </a:ext>
              </a:extLst>
            </p:cNvPr>
            <p:cNvSpPr/>
            <p:nvPr/>
          </p:nvSpPr>
          <p:spPr>
            <a:xfrm>
              <a:off x="8227418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reeform: Shape 42">
              <a:extLst>
                <a:ext uri="{FF2B5EF4-FFF2-40B4-BE49-F238E27FC236}">
                  <a16:creationId xmlns:a16="http://schemas.microsoft.com/office/drawing/2014/main" id="{A4762746-0AB0-5142-AE38-A725D8952748}"/>
                </a:ext>
              </a:extLst>
            </p:cNvPr>
            <p:cNvSpPr/>
            <p:nvPr/>
          </p:nvSpPr>
          <p:spPr>
            <a:xfrm>
              <a:off x="8227418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reeform: Shape 43">
              <a:extLst>
                <a:ext uri="{FF2B5EF4-FFF2-40B4-BE49-F238E27FC236}">
                  <a16:creationId xmlns:a16="http://schemas.microsoft.com/office/drawing/2014/main" id="{E5C685BE-BC66-4C4F-9857-BAC1046926CF}"/>
                </a:ext>
              </a:extLst>
            </p:cNvPr>
            <p:cNvSpPr/>
            <p:nvPr/>
          </p:nvSpPr>
          <p:spPr>
            <a:xfrm>
              <a:off x="8227418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reeform: Shape 44">
              <a:extLst>
                <a:ext uri="{FF2B5EF4-FFF2-40B4-BE49-F238E27FC236}">
                  <a16:creationId xmlns:a16="http://schemas.microsoft.com/office/drawing/2014/main" id="{32961DD5-2735-EE49-A4A6-A7A9C473D667}"/>
                </a:ext>
              </a:extLst>
            </p:cNvPr>
            <p:cNvSpPr/>
            <p:nvPr/>
          </p:nvSpPr>
          <p:spPr>
            <a:xfrm>
              <a:off x="8227418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reeform: Shape 45">
              <a:extLst>
                <a:ext uri="{FF2B5EF4-FFF2-40B4-BE49-F238E27FC236}">
                  <a16:creationId xmlns:a16="http://schemas.microsoft.com/office/drawing/2014/main" id="{66AE6E82-4826-5C48-9AC0-5E19E5062CE9}"/>
                </a:ext>
              </a:extLst>
            </p:cNvPr>
            <p:cNvSpPr/>
            <p:nvPr/>
          </p:nvSpPr>
          <p:spPr>
            <a:xfrm>
              <a:off x="8227418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reeform: Shape 46">
              <a:extLst>
                <a:ext uri="{FF2B5EF4-FFF2-40B4-BE49-F238E27FC236}">
                  <a16:creationId xmlns:a16="http://schemas.microsoft.com/office/drawing/2014/main" id="{09DDB0DB-64CF-8343-B99A-230E5A29C119}"/>
                </a:ext>
              </a:extLst>
            </p:cNvPr>
            <p:cNvSpPr/>
            <p:nvPr/>
          </p:nvSpPr>
          <p:spPr>
            <a:xfrm>
              <a:off x="8227418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reeform: Shape 47">
              <a:extLst>
                <a:ext uri="{FF2B5EF4-FFF2-40B4-BE49-F238E27FC236}">
                  <a16:creationId xmlns:a16="http://schemas.microsoft.com/office/drawing/2014/main" id="{740829BF-B0C7-8546-A1EF-07BA6419C808}"/>
                </a:ext>
              </a:extLst>
            </p:cNvPr>
            <p:cNvSpPr/>
            <p:nvPr/>
          </p:nvSpPr>
          <p:spPr>
            <a:xfrm>
              <a:off x="8227418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reeform: Shape 48">
              <a:extLst>
                <a:ext uri="{FF2B5EF4-FFF2-40B4-BE49-F238E27FC236}">
                  <a16:creationId xmlns:a16="http://schemas.microsoft.com/office/drawing/2014/main" id="{C6F65ACD-6997-F54E-AF76-E009693E7917}"/>
                </a:ext>
              </a:extLst>
            </p:cNvPr>
            <p:cNvSpPr/>
            <p:nvPr/>
          </p:nvSpPr>
          <p:spPr>
            <a:xfrm>
              <a:off x="8227418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reeform: Shape 49">
              <a:extLst>
                <a:ext uri="{FF2B5EF4-FFF2-40B4-BE49-F238E27FC236}">
                  <a16:creationId xmlns:a16="http://schemas.microsoft.com/office/drawing/2014/main" id="{28D0B2B0-5678-6A42-B1AB-377AA5A17357}"/>
                </a:ext>
              </a:extLst>
            </p:cNvPr>
            <p:cNvSpPr/>
            <p:nvPr/>
          </p:nvSpPr>
          <p:spPr>
            <a:xfrm>
              <a:off x="8227418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reeform: Shape 50">
              <a:extLst>
                <a:ext uri="{FF2B5EF4-FFF2-40B4-BE49-F238E27FC236}">
                  <a16:creationId xmlns:a16="http://schemas.microsoft.com/office/drawing/2014/main" id="{AB3352DC-E3E4-0343-B10F-A1E594A90A7E}"/>
                </a:ext>
              </a:extLst>
            </p:cNvPr>
            <p:cNvSpPr/>
            <p:nvPr/>
          </p:nvSpPr>
          <p:spPr>
            <a:xfrm>
              <a:off x="8227418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reeform: Shape 51">
              <a:extLst>
                <a:ext uri="{FF2B5EF4-FFF2-40B4-BE49-F238E27FC236}">
                  <a16:creationId xmlns:a16="http://schemas.microsoft.com/office/drawing/2014/main" id="{0C365039-58FF-0245-BC5E-713F1AFEFEC3}"/>
                </a:ext>
              </a:extLst>
            </p:cNvPr>
            <p:cNvSpPr/>
            <p:nvPr/>
          </p:nvSpPr>
          <p:spPr>
            <a:xfrm>
              <a:off x="8227418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reeform: Shape 52">
              <a:extLst>
                <a:ext uri="{FF2B5EF4-FFF2-40B4-BE49-F238E27FC236}">
                  <a16:creationId xmlns:a16="http://schemas.microsoft.com/office/drawing/2014/main" id="{E0159279-A820-8A4E-ABA6-67B1798FE9E5}"/>
                </a:ext>
              </a:extLst>
            </p:cNvPr>
            <p:cNvSpPr/>
            <p:nvPr/>
          </p:nvSpPr>
          <p:spPr>
            <a:xfrm>
              <a:off x="8227418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reeform: Shape 53">
              <a:extLst>
                <a:ext uri="{FF2B5EF4-FFF2-40B4-BE49-F238E27FC236}">
                  <a16:creationId xmlns:a16="http://schemas.microsoft.com/office/drawing/2014/main" id="{01A0A8FF-B511-BA4F-A386-FDF68782EEA4}"/>
                </a:ext>
              </a:extLst>
            </p:cNvPr>
            <p:cNvSpPr/>
            <p:nvPr/>
          </p:nvSpPr>
          <p:spPr>
            <a:xfrm>
              <a:off x="8227418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reeform: Shape 54">
              <a:extLst>
                <a:ext uri="{FF2B5EF4-FFF2-40B4-BE49-F238E27FC236}">
                  <a16:creationId xmlns:a16="http://schemas.microsoft.com/office/drawing/2014/main" id="{18547667-E0BB-384B-8A6B-195F488D584C}"/>
                </a:ext>
              </a:extLst>
            </p:cNvPr>
            <p:cNvSpPr/>
            <p:nvPr/>
          </p:nvSpPr>
          <p:spPr>
            <a:xfrm>
              <a:off x="8227418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reeform: Shape 55">
              <a:extLst>
                <a:ext uri="{FF2B5EF4-FFF2-40B4-BE49-F238E27FC236}">
                  <a16:creationId xmlns:a16="http://schemas.microsoft.com/office/drawing/2014/main" id="{22C2F2C2-722F-DD4F-9C25-EA77BDDBA6B7}"/>
                </a:ext>
              </a:extLst>
            </p:cNvPr>
            <p:cNvSpPr/>
            <p:nvPr/>
          </p:nvSpPr>
          <p:spPr>
            <a:xfrm>
              <a:off x="8227418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reeform: Shape 56">
              <a:extLst>
                <a:ext uri="{FF2B5EF4-FFF2-40B4-BE49-F238E27FC236}">
                  <a16:creationId xmlns:a16="http://schemas.microsoft.com/office/drawing/2014/main" id="{B6691C84-AD2F-5E4B-88CC-F0E2D7F2DC4B}"/>
                </a:ext>
              </a:extLst>
            </p:cNvPr>
            <p:cNvSpPr/>
            <p:nvPr/>
          </p:nvSpPr>
          <p:spPr>
            <a:xfrm>
              <a:off x="8227418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reeform: Shape 57">
              <a:extLst>
                <a:ext uri="{FF2B5EF4-FFF2-40B4-BE49-F238E27FC236}">
                  <a16:creationId xmlns:a16="http://schemas.microsoft.com/office/drawing/2014/main" id="{C26B524B-42C2-5F4B-A3E1-D25E65B3C56E}"/>
                </a:ext>
              </a:extLst>
            </p:cNvPr>
            <p:cNvSpPr/>
            <p:nvPr/>
          </p:nvSpPr>
          <p:spPr>
            <a:xfrm>
              <a:off x="8227418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reeform: Shape 58">
              <a:extLst>
                <a:ext uri="{FF2B5EF4-FFF2-40B4-BE49-F238E27FC236}">
                  <a16:creationId xmlns:a16="http://schemas.microsoft.com/office/drawing/2014/main" id="{F27A4DC0-85FD-AD4D-A8AF-F8A4BCC08424}"/>
                </a:ext>
              </a:extLst>
            </p:cNvPr>
            <p:cNvSpPr/>
            <p:nvPr/>
          </p:nvSpPr>
          <p:spPr>
            <a:xfrm>
              <a:off x="8227418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reeform: Shape 59">
              <a:extLst>
                <a:ext uri="{FF2B5EF4-FFF2-40B4-BE49-F238E27FC236}">
                  <a16:creationId xmlns:a16="http://schemas.microsoft.com/office/drawing/2014/main" id="{E497A215-D707-244E-A9D6-EAD6115B4EEE}"/>
                </a:ext>
              </a:extLst>
            </p:cNvPr>
            <p:cNvSpPr/>
            <p:nvPr/>
          </p:nvSpPr>
          <p:spPr>
            <a:xfrm>
              <a:off x="8227418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reeform: Shape 60">
              <a:extLst>
                <a:ext uri="{FF2B5EF4-FFF2-40B4-BE49-F238E27FC236}">
                  <a16:creationId xmlns:a16="http://schemas.microsoft.com/office/drawing/2014/main" id="{BDB68F82-524B-1F4A-A07B-12A2C76186B0}"/>
                </a:ext>
              </a:extLst>
            </p:cNvPr>
            <p:cNvSpPr/>
            <p:nvPr/>
          </p:nvSpPr>
          <p:spPr>
            <a:xfrm>
              <a:off x="8227418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reeform: Shape 61">
              <a:extLst>
                <a:ext uri="{FF2B5EF4-FFF2-40B4-BE49-F238E27FC236}">
                  <a16:creationId xmlns:a16="http://schemas.microsoft.com/office/drawing/2014/main" id="{D5757B44-4866-674A-8760-1537F330A810}"/>
                </a:ext>
              </a:extLst>
            </p:cNvPr>
            <p:cNvSpPr/>
            <p:nvPr/>
          </p:nvSpPr>
          <p:spPr>
            <a:xfrm>
              <a:off x="7955499" y="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reeform: Shape 62">
              <a:extLst>
                <a:ext uri="{FF2B5EF4-FFF2-40B4-BE49-F238E27FC236}">
                  <a16:creationId xmlns:a16="http://schemas.microsoft.com/office/drawing/2014/main" id="{D4DE4C3E-41D1-8F45-A380-A8B9D1EC93FD}"/>
                </a:ext>
              </a:extLst>
            </p:cNvPr>
            <p:cNvSpPr/>
            <p:nvPr/>
          </p:nvSpPr>
          <p:spPr>
            <a:xfrm>
              <a:off x="7955499" y="2689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reeform: Shape 63">
              <a:extLst>
                <a:ext uri="{FF2B5EF4-FFF2-40B4-BE49-F238E27FC236}">
                  <a16:creationId xmlns:a16="http://schemas.microsoft.com/office/drawing/2014/main" id="{A0F28A00-0C5D-C64C-9D32-67CAD476B357}"/>
                </a:ext>
              </a:extLst>
            </p:cNvPr>
            <p:cNvSpPr/>
            <p:nvPr/>
          </p:nvSpPr>
          <p:spPr>
            <a:xfrm>
              <a:off x="7955499" y="53721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reeform: Shape 64">
              <a:extLst>
                <a:ext uri="{FF2B5EF4-FFF2-40B4-BE49-F238E27FC236}">
                  <a16:creationId xmlns:a16="http://schemas.microsoft.com/office/drawing/2014/main" id="{5A63A3F7-D420-AA4B-A1C1-C93AD91811DB}"/>
                </a:ext>
              </a:extLst>
            </p:cNvPr>
            <p:cNvSpPr/>
            <p:nvPr/>
          </p:nvSpPr>
          <p:spPr>
            <a:xfrm>
              <a:off x="7955499" y="80615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reeform: Shape 65">
              <a:extLst>
                <a:ext uri="{FF2B5EF4-FFF2-40B4-BE49-F238E27FC236}">
                  <a16:creationId xmlns:a16="http://schemas.microsoft.com/office/drawing/2014/main" id="{3667EBBD-2824-E64F-A225-03505A315BC8}"/>
                </a:ext>
              </a:extLst>
            </p:cNvPr>
            <p:cNvSpPr/>
            <p:nvPr/>
          </p:nvSpPr>
          <p:spPr>
            <a:xfrm>
              <a:off x="7955499" y="107509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reeform: Shape 66">
              <a:extLst>
                <a:ext uri="{FF2B5EF4-FFF2-40B4-BE49-F238E27FC236}">
                  <a16:creationId xmlns:a16="http://schemas.microsoft.com/office/drawing/2014/main" id="{B2290529-09E0-BE40-816F-805013559CB6}"/>
                </a:ext>
              </a:extLst>
            </p:cNvPr>
            <p:cNvSpPr/>
            <p:nvPr/>
          </p:nvSpPr>
          <p:spPr>
            <a:xfrm>
              <a:off x="7955499" y="1344033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reeform: Shape 67">
              <a:extLst>
                <a:ext uri="{FF2B5EF4-FFF2-40B4-BE49-F238E27FC236}">
                  <a16:creationId xmlns:a16="http://schemas.microsoft.com/office/drawing/2014/main" id="{BAB5F903-BB3B-6E44-9926-4F56DFFA53EC}"/>
                </a:ext>
              </a:extLst>
            </p:cNvPr>
            <p:cNvSpPr/>
            <p:nvPr/>
          </p:nvSpPr>
          <p:spPr>
            <a:xfrm>
              <a:off x="7955499" y="161297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reeform: Shape 68">
              <a:extLst>
                <a:ext uri="{FF2B5EF4-FFF2-40B4-BE49-F238E27FC236}">
                  <a16:creationId xmlns:a16="http://schemas.microsoft.com/office/drawing/2014/main" id="{F40FE198-AE71-3F46-A0E8-8983CCEA4DD6}"/>
                </a:ext>
              </a:extLst>
            </p:cNvPr>
            <p:cNvSpPr/>
            <p:nvPr/>
          </p:nvSpPr>
          <p:spPr>
            <a:xfrm>
              <a:off x="7955499" y="188191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reeform: Shape 69">
              <a:extLst>
                <a:ext uri="{FF2B5EF4-FFF2-40B4-BE49-F238E27FC236}">
                  <a16:creationId xmlns:a16="http://schemas.microsoft.com/office/drawing/2014/main" id="{918C9920-50E6-A94A-9E6F-913098291988}"/>
                </a:ext>
              </a:extLst>
            </p:cNvPr>
            <p:cNvSpPr/>
            <p:nvPr/>
          </p:nvSpPr>
          <p:spPr>
            <a:xfrm>
              <a:off x="7955499" y="215085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reeform: Shape 70">
              <a:extLst>
                <a:ext uri="{FF2B5EF4-FFF2-40B4-BE49-F238E27FC236}">
                  <a16:creationId xmlns:a16="http://schemas.microsoft.com/office/drawing/2014/main" id="{1A191BD7-95B0-3842-89B6-7E6650CAD6B8}"/>
                </a:ext>
              </a:extLst>
            </p:cNvPr>
            <p:cNvSpPr/>
            <p:nvPr/>
          </p:nvSpPr>
          <p:spPr>
            <a:xfrm>
              <a:off x="7955499" y="241912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reeform: Shape 71">
              <a:extLst>
                <a:ext uri="{FF2B5EF4-FFF2-40B4-BE49-F238E27FC236}">
                  <a16:creationId xmlns:a16="http://schemas.microsoft.com/office/drawing/2014/main" id="{912BB0EC-1AF4-1644-9929-10A87622CD8E}"/>
                </a:ext>
              </a:extLst>
            </p:cNvPr>
            <p:cNvSpPr/>
            <p:nvPr/>
          </p:nvSpPr>
          <p:spPr>
            <a:xfrm>
              <a:off x="7955499" y="268806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reeform: Shape 72">
              <a:extLst>
                <a:ext uri="{FF2B5EF4-FFF2-40B4-BE49-F238E27FC236}">
                  <a16:creationId xmlns:a16="http://schemas.microsoft.com/office/drawing/2014/main" id="{B5D25062-A38B-B749-9068-01ED5C0D7164}"/>
                </a:ext>
              </a:extLst>
            </p:cNvPr>
            <p:cNvSpPr/>
            <p:nvPr/>
          </p:nvSpPr>
          <p:spPr>
            <a:xfrm>
              <a:off x="7955499" y="2957008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reeform: Shape 73">
              <a:extLst>
                <a:ext uri="{FF2B5EF4-FFF2-40B4-BE49-F238E27FC236}">
                  <a16:creationId xmlns:a16="http://schemas.microsoft.com/office/drawing/2014/main" id="{EECEFEB1-9E06-5A4B-AA39-98436B0E3329}"/>
                </a:ext>
              </a:extLst>
            </p:cNvPr>
            <p:cNvSpPr/>
            <p:nvPr/>
          </p:nvSpPr>
          <p:spPr>
            <a:xfrm>
              <a:off x="7955499" y="3225949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reeform: Shape 74">
              <a:extLst>
                <a:ext uri="{FF2B5EF4-FFF2-40B4-BE49-F238E27FC236}">
                  <a16:creationId xmlns:a16="http://schemas.microsoft.com/office/drawing/2014/main" id="{D886EAAA-65F1-1545-A0FC-EEEE8A7EEA67}"/>
                </a:ext>
              </a:extLst>
            </p:cNvPr>
            <p:cNvSpPr/>
            <p:nvPr/>
          </p:nvSpPr>
          <p:spPr>
            <a:xfrm>
              <a:off x="7955499" y="349489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reeform: Shape 75">
              <a:extLst>
                <a:ext uri="{FF2B5EF4-FFF2-40B4-BE49-F238E27FC236}">
                  <a16:creationId xmlns:a16="http://schemas.microsoft.com/office/drawing/2014/main" id="{D6A0A0BC-5B69-1646-931E-0679452C3035}"/>
                </a:ext>
              </a:extLst>
            </p:cNvPr>
            <p:cNvSpPr/>
            <p:nvPr/>
          </p:nvSpPr>
          <p:spPr>
            <a:xfrm>
              <a:off x="7955499" y="376383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" name="Freeform: Shape 76">
              <a:extLst>
                <a:ext uri="{FF2B5EF4-FFF2-40B4-BE49-F238E27FC236}">
                  <a16:creationId xmlns:a16="http://schemas.microsoft.com/office/drawing/2014/main" id="{0F049EF4-36B8-0F44-B9D5-8F183B34F6E1}"/>
                </a:ext>
              </a:extLst>
            </p:cNvPr>
            <p:cNvSpPr/>
            <p:nvPr/>
          </p:nvSpPr>
          <p:spPr>
            <a:xfrm>
              <a:off x="7955499" y="403210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" name="Freeform: Shape 77">
              <a:extLst>
                <a:ext uri="{FF2B5EF4-FFF2-40B4-BE49-F238E27FC236}">
                  <a16:creationId xmlns:a16="http://schemas.microsoft.com/office/drawing/2014/main" id="{07233B08-4D3A-5841-B949-FB5463B35AF8}"/>
                </a:ext>
              </a:extLst>
            </p:cNvPr>
            <p:cNvSpPr/>
            <p:nvPr/>
          </p:nvSpPr>
          <p:spPr>
            <a:xfrm>
              <a:off x="7955499" y="43010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" name="Freeform: Shape 78">
              <a:extLst>
                <a:ext uri="{FF2B5EF4-FFF2-40B4-BE49-F238E27FC236}">
                  <a16:creationId xmlns:a16="http://schemas.microsoft.com/office/drawing/2014/main" id="{FDF58D92-E86A-534B-8921-23D8739392C8}"/>
                </a:ext>
              </a:extLst>
            </p:cNvPr>
            <p:cNvSpPr/>
            <p:nvPr/>
          </p:nvSpPr>
          <p:spPr>
            <a:xfrm>
              <a:off x="7955499" y="456998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9" name="Freeform: Shape 79">
              <a:extLst>
                <a:ext uri="{FF2B5EF4-FFF2-40B4-BE49-F238E27FC236}">
                  <a16:creationId xmlns:a16="http://schemas.microsoft.com/office/drawing/2014/main" id="{75898138-520C-5F46-BCE9-CA4CA3903CCE}"/>
                </a:ext>
              </a:extLst>
            </p:cNvPr>
            <p:cNvSpPr/>
            <p:nvPr/>
          </p:nvSpPr>
          <p:spPr>
            <a:xfrm>
              <a:off x="7955499" y="483892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0" name="Freeform: Shape 80">
              <a:extLst>
                <a:ext uri="{FF2B5EF4-FFF2-40B4-BE49-F238E27FC236}">
                  <a16:creationId xmlns:a16="http://schemas.microsoft.com/office/drawing/2014/main" id="{B666DEE2-3B35-6C47-8C56-05BB4EF14F37}"/>
                </a:ext>
              </a:extLst>
            </p:cNvPr>
            <p:cNvSpPr/>
            <p:nvPr/>
          </p:nvSpPr>
          <p:spPr>
            <a:xfrm>
              <a:off x="7955499" y="510786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reeform: Shape 81">
              <a:extLst>
                <a:ext uri="{FF2B5EF4-FFF2-40B4-BE49-F238E27FC236}">
                  <a16:creationId xmlns:a16="http://schemas.microsoft.com/office/drawing/2014/main" id="{BF4087B5-4BD6-8549-916F-4AAAB6E28C16}"/>
                </a:ext>
              </a:extLst>
            </p:cNvPr>
            <p:cNvSpPr/>
            <p:nvPr/>
          </p:nvSpPr>
          <p:spPr>
            <a:xfrm>
              <a:off x="9043846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reeform: Shape 82">
              <a:extLst>
                <a:ext uri="{FF2B5EF4-FFF2-40B4-BE49-F238E27FC236}">
                  <a16:creationId xmlns:a16="http://schemas.microsoft.com/office/drawing/2014/main" id="{28E4884E-C6EE-3945-9EFE-18B2217FBDB8}"/>
                </a:ext>
              </a:extLst>
            </p:cNvPr>
            <p:cNvSpPr/>
            <p:nvPr/>
          </p:nvSpPr>
          <p:spPr>
            <a:xfrm>
              <a:off x="9043846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3" name="Freeform: Shape 83">
              <a:extLst>
                <a:ext uri="{FF2B5EF4-FFF2-40B4-BE49-F238E27FC236}">
                  <a16:creationId xmlns:a16="http://schemas.microsoft.com/office/drawing/2014/main" id="{A1EDAE88-61FA-0B45-8579-F4631770899E}"/>
                </a:ext>
              </a:extLst>
            </p:cNvPr>
            <p:cNvSpPr/>
            <p:nvPr/>
          </p:nvSpPr>
          <p:spPr>
            <a:xfrm>
              <a:off x="9043846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reeform: Shape 84">
              <a:extLst>
                <a:ext uri="{FF2B5EF4-FFF2-40B4-BE49-F238E27FC236}">
                  <a16:creationId xmlns:a16="http://schemas.microsoft.com/office/drawing/2014/main" id="{9C03D0D1-E1DA-C74B-8F6B-1DC6E89F2B9C}"/>
                </a:ext>
              </a:extLst>
            </p:cNvPr>
            <p:cNvSpPr/>
            <p:nvPr/>
          </p:nvSpPr>
          <p:spPr>
            <a:xfrm>
              <a:off x="9043846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" name="Freeform: Shape 85">
              <a:extLst>
                <a:ext uri="{FF2B5EF4-FFF2-40B4-BE49-F238E27FC236}">
                  <a16:creationId xmlns:a16="http://schemas.microsoft.com/office/drawing/2014/main" id="{F3ADCC70-45EF-3B4A-87BC-2E9C70097D4A}"/>
                </a:ext>
              </a:extLst>
            </p:cNvPr>
            <p:cNvSpPr/>
            <p:nvPr/>
          </p:nvSpPr>
          <p:spPr>
            <a:xfrm>
              <a:off x="9043846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6" name="Freeform: Shape 86">
              <a:extLst>
                <a:ext uri="{FF2B5EF4-FFF2-40B4-BE49-F238E27FC236}">
                  <a16:creationId xmlns:a16="http://schemas.microsoft.com/office/drawing/2014/main" id="{E3A8AB97-D5DD-684A-8EB1-995412DF9E14}"/>
                </a:ext>
              </a:extLst>
            </p:cNvPr>
            <p:cNvSpPr/>
            <p:nvPr/>
          </p:nvSpPr>
          <p:spPr>
            <a:xfrm>
              <a:off x="9043846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7" name="Freeform: Shape 87">
              <a:extLst>
                <a:ext uri="{FF2B5EF4-FFF2-40B4-BE49-F238E27FC236}">
                  <a16:creationId xmlns:a16="http://schemas.microsoft.com/office/drawing/2014/main" id="{F6A17C09-2286-E44D-8CFA-D9584BDA4A87}"/>
                </a:ext>
              </a:extLst>
            </p:cNvPr>
            <p:cNvSpPr/>
            <p:nvPr/>
          </p:nvSpPr>
          <p:spPr>
            <a:xfrm>
              <a:off x="9043846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8" name="Freeform: Shape 88">
              <a:extLst>
                <a:ext uri="{FF2B5EF4-FFF2-40B4-BE49-F238E27FC236}">
                  <a16:creationId xmlns:a16="http://schemas.microsoft.com/office/drawing/2014/main" id="{67949D51-CF2B-6243-88E8-F7A38D935028}"/>
                </a:ext>
              </a:extLst>
            </p:cNvPr>
            <p:cNvSpPr/>
            <p:nvPr/>
          </p:nvSpPr>
          <p:spPr>
            <a:xfrm>
              <a:off x="9043846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9" name="Freeform: Shape 89">
              <a:extLst>
                <a:ext uri="{FF2B5EF4-FFF2-40B4-BE49-F238E27FC236}">
                  <a16:creationId xmlns:a16="http://schemas.microsoft.com/office/drawing/2014/main" id="{100BAC3B-4DDE-D14B-B150-ED8E1A1418DE}"/>
                </a:ext>
              </a:extLst>
            </p:cNvPr>
            <p:cNvSpPr/>
            <p:nvPr/>
          </p:nvSpPr>
          <p:spPr>
            <a:xfrm>
              <a:off x="9043846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0" name="Freeform: Shape 90">
              <a:extLst>
                <a:ext uri="{FF2B5EF4-FFF2-40B4-BE49-F238E27FC236}">
                  <a16:creationId xmlns:a16="http://schemas.microsoft.com/office/drawing/2014/main" id="{2158B4EC-6ABE-B641-A832-A87DE58AAE0D}"/>
                </a:ext>
              </a:extLst>
            </p:cNvPr>
            <p:cNvSpPr/>
            <p:nvPr/>
          </p:nvSpPr>
          <p:spPr>
            <a:xfrm>
              <a:off x="9043846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1" name="Freeform: Shape 91">
              <a:extLst>
                <a:ext uri="{FF2B5EF4-FFF2-40B4-BE49-F238E27FC236}">
                  <a16:creationId xmlns:a16="http://schemas.microsoft.com/office/drawing/2014/main" id="{2837B228-3E19-A643-8039-8379AC44B82D}"/>
                </a:ext>
              </a:extLst>
            </p:cNvPr>
            <p:cNvSpPr/>
            <p:nvPr/>
          </p:nvSpPr>
          <p:spPr>
            <a:xfrm>
              <a:off x="9043846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2" name="Freeform: Shape 92">
              <a:extLst>
                <a:ext uri="{FF2B5EF4-FFF2-40B4-BE49-F238E27FC236}">
                  <a16:creationId xmlns:a16="http://schemas.microsoft.com/office/drawing/2014/main" id="{005FA915-2944-994A-BD7D-20A4D6E79119}"/>
                </a:ext>
              </a:extLst>
            </p:cNvPr>
            <p:cNvSpPr/>
            <p:nvPr/>
          </p:nvSpPr>
          <p:spPr>
            <a:xfrm>
              <a:off x="9043846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3" name="Freeform: Shape 93">
              <a:extLst>
                <a:ext uri="{FF2B5EF4-FFF2-40B4-BE49-F238E27FC236}">
                  <a16:creationId xmlns:a16="http://schemas.microsoft.com/office/drawing/2014/main" id="{64535780-0744-2B4C-A2C7-DB6400EAC6FB}"/>
                </a:ext>
              </a:extLst>
            </p:cNvPr>
            <p:cNvSpPr/>
            <p:nvPr/>
          </p:nvSpPr>
          <p:spPr>
            <a:xfrm>
              <a:off x="9043846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4" name="Freeform: Shape 94">
              <a:extLst>
                <a:ext uri="{FF2B5EF4-FFF2-40B4-BE49-F238E27FC236}">
                  <a16:creationId xmlns:a16="http://schemas.microsoft.com/office/drawing/2014/main" id="{45779032-8E33-5444-9EB4-8DA99661411D}"/>
                </a:ext>
              </a:extLst>
            </p:cNvPr>
            <p:cNvSpPr/>
            <p:nvPr/>
          </p:nvSpPr>
          <p:spPr>
            <a:xfrm>
              <a:off x="9043846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5" name="Freeform: Shape 95">
              <a:extLst>
                <a:ext uri="{FF2B5EF4-FFF2-40B4-BE49-F238E27FC236}">
                  <a16:creationId xmlns:a16="http://schemas.microsoft.com/office/drawing/2014/main" id="{C30F9B35-1FDE-3C4B-901C-FBF598548CED}"/>
                </a:ext>
              </a:extLst>
            </p:cNvPr>
            <p:cNvSpPr/>
            <p:nvPr/>
          </p:nvSpPr>
          <p:spPr>
            <a:xfrm>
              <a:off x="9043846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6" name="Freeform: Shape 96">
              <a:extLst>
                <a:ext uri="{FF2B5EF4-FFF2-40B4-BE49-F238E27FC236}">
                  <a16:creationId xmlns:a16="http://schemas.microsoft.com/office/drawing/2014/main" id="{9B3A363A-F81F-2240-94E1-F7F20ACCB471}"/>
                </a:ext>
              </a:extLst>
            </p:cNvPr>
            <p:cNvSpPr/>
            <p:nvPr/>
          </p:nvSpPr>
          <p:spPr>
            <a:xfrm>
              <a:off x="9043846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7" name="Freeform: Shape 97">
              <a:extLst>
                <a:ext uri="{FF2B5EF4-FFF2-40B4-BE49-F238E27FC236}">
                  <a16:creationId xmlns:a16="http://schemas.microsoft.com/office/drawing/2014/main" id="{D0525CB5-73B0-384A-AC2D-3F021D54CB93}"/>
                </a:ext>
              </a:extLst>
            </p:cNvPr>
            <p:cNvSpPr/>
            <p:nvPr/>
          </p:nvSpPr>
          <p:spPr>
            <a:xfrm>
              <a:off x="9043846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8" name="Freeform: Shape 98">
              <a:extLst>
                <a:ext uri="{FF2B5EF4-FFF2-40B4-BE49-F238E27FC236}">
                  <a16:creationId xmlns:a16="http://schemas.microsoft.com/office/drawing/2014/main" id="{ED81764A-3680-F648-A102-9EC84DF6669F}"/>
                </a:ext>
              </a:extLst>
            </p:cNvPr>
            <p:cNvSpPr/>
            <p:nvPr/>
          </p:nvSpPr>
          <p:spPr>
            <a:xfrm>
              <a:off x="9043846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9" name="Freeform: Shape 99">
              <a:extLst>
                <a:ext uri="{FF2B5EF4-FFF2-40B4-BE49-F238E27FC236}">
                  <a16:creationId xmlns:a16="http://schemas.microsoft.com/office/drawing/2014/main" id="{96A2DB8E-19D6-7049-BD1E-C686EA1788A3}"/>
                </a:ext>
              </a:extLst>
            </p:cNvPr>
            <p:cNvSpPr/>
            <p:nvPr/>
          </p:nvSpPr>
          <p:spPr>
            <a:xfrm>
              <a:off x="9043846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0" name="Freeform: Shape 100">
              <a:extLst>
                <a:ext uri="{FF2B5EF4-FFF2-40B4-BE49-F238E27FC236}">
                  <a16:creationId xmlns:a16="http://schemas.microsoft.com/office/drawing/2014/main" id="{564C9FC5-CF7F-FA48-B4CA-42CBB6A28857}"/>
                </a:ext>
              </a:extLst>
            </p:cNvPr>
            <p:cNvSpPr/>
            <p:nvPr/>
          </p:nvSpPr>
          <p:spPr>
            <a:xfrm>
              <a:off x="9043846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1" name="Freeform: Shape 101">
              <a:extLst>
                <a:ext uri="{FF2B5EF4-FFF2-40B4-BE49-F238E27FC236}">
                  <a16:creationId xmlns:a16="http://schemas.microsoft.com/office/drawing/2014/main" id="{26C0B4B0-33A4-3B48-BB2F-097098C4D72C}"/>
                </a:ext>
              </a:extLst>
            </p:cNvPr>
            <p:cNvSpPr/>
            <p:nvPr/>
          </p:nvSpPr>
          <p:spPr>
            <a:xfrm>
              <a:off x="8771928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2" name="Freeform: Shape 102">
              <a:extLst>
                <a:ext uri="{FF2B5EF4-FFF2-40B4-BE49-F238E27FC236}">
                  <a16:creationId xmlns:a16="http://schemas.microsoft.com/office/drawing/2014/main" id="{967F0742-0FC4-3E4E-9F4C-CBFFA3620823}"/>
                </a:ext>
              </a:extLst>
            </p:cNvPr>
            <p:cNvSpPr/>
            <p:nvPr/>
          </p:nvSpPr>
          <p:spPr>
            <a:xfrm>
              <a:off x="8771928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3" name="Freeform: Shape 103">
              <a:extLst>
                <a:ext uri="{FF2B5EF4-FFF2-40B4-BE49-F238E27FC236}">
                  <a16:creationId xmlns:a16="http://schemas.microsoft.com/office/drawing/2014/main" id="{379436FA-BCD2-AC45-981C-377419534969}"/>
                </a:ext>
              </a:extLst>
            </p:cNvPr>
            <p:cNvSpPr/>
            <p:nvPr/>
          </p:nvSpPr>
          <p:spPr>
            <a:xfrm>
              <a:off x="8771928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4" name="Freeform: Shape 104">
              <a:extLst>
                <a:ext uri="{FF2B5EF4-FFF2-40B4-BE49-F238E27FC236}">
                  <a16:creationId xmlns:a16="http://schemas.microsoft.com/office/drawing/2014/main" id="{ACC87637-901A-8149-9A7B-612E92FFCDEF}"/>
                </a:ext>
              </a:extLst>
            </p:cNvPr>
            <p:cNvSpPr/>
            <p:nvPr/>
          </p:nvSpPr>
          <p:spPr>
            <a:xfrm>
              <a:off x="8771928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5" name="Freeform: Shape 105">
              <a:extLst>
                <a:ext uri="{FF2B5EF4-FFF2-40B4-BE49-F238E27FC236}">
                  <a16:creationId xmlns:a16="http://schemas.microsoft.com/office/drawing/2014/main" id="{2E5C86CB-E64D-F44F-BB4A-7D9F58C7BA49}"/>
                </a:ext>
              </a:extLst>
            </p:cNvPr>
            <p:cNvSpPr/>
            <p:nvPr/>
          </p:nvSpPr>
          <p:spPr>
            <a:xfrm>
              <a:off x="8771928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6" name="Freeform: Shape 106">
              <a:extLst>
                <a:ext uri="{FF2B5EF4-FFF2-40B4-BE49-F238E27FC236}">
                  <a16:creationId xmlns:a16="http://schemas.microsoft.com/office/drawing/2014/main" id="{61B3219D-428B-4A40-90C1-FD527E8DBEA6}"/>
                </a:ext>
              </a:extLst>
            </p:cNvPr>
            <p:cNvSpPr/>
            <p:nvPr/>
          </p:nvSpPr>
          <p:spPr>
            <a:xfrm>
              <a:off x="8771928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7" name="Freeform: Shape 107">
              <a:extLst>
                <a:ext uri="{FF2B5EF4-FFF2-40B4-BE49-F238E27FC236}">
                  <a16:creationId xmlns:a16="http://schemas.microsoft.com/office/drawing/2014/main" id="{D41873DB-03B7-A24F-BF80-EB441CC8E676}"/>
                </a:ext>
              </a:extLst>
            </p:cNvPr>
            <p:cNvSpPr/>
            <p:nvPr/>
          </p:nvSpPr>
          <p:spPr>
            <a:xfrm>
              <a:off x="8771928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8" name="Freeform: Shape 108">
              <a:extLst>
                <a:ext uri="{FF2B5EF4-FFF2-40B4-BE49-F238E27FC236}">
                  <a16:creationId xmlns:a16="http://schemas.microsoft.com/office/drawing/2014/main" id="{7441A58F-8B82-8641-92DB-D13BDE13E74D}"/>
                </a:ext>
              </a:extLst>
            </p:cNvPr>
            <p:cNvSpPr/>
            <p:nvPr/>
          </p:nvSpPr>
          <p:spPr>
            <a:xfrm>
              <a:off x="8771928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9" name="Freeform: Shape 109">
              <a:extLst>
                <a:ext uri="{FF2B5EF4-FFF2-40B4-BE49-F238E27FC236}">
                  <a16:creationId xmlns:a16="http://schemas.microsoft.com/office/drawing/2014/main" id="{AD342F99-6167-1B49-A4E5-0FE2523819E7}"/>
                </a:ext>
              </a:extLst>
            </p:cNvPr>
            <p:cNvSpPr/>
            <p:nvPr/>
          </p:nvSpPr>
          <p:spPr>
            <a:xfrm>
              <a:off x="8771928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0" name="Freeform: Shape 110">
              <a:extLst>
                <a:ext uri="{FF2B5EF4-FFF2-40B4-BE49-F238E27FC236}">
                  <a16:creationId xmlns:a16="http://schemas.microsoft.com/office/drawing/2014/main" id="{9A704E42-4695-FE40-9F5C-F9DC189EF76F}"/>
                </a:ext>
              </a:extLst>
            </p:cNvPr>
            <p:cNvSpPr/>
            <p:nvPr/>
          </p:nvSpPr>
          <p:spPr>
            <a:xfrm>
              <a:off x="8771928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1" name="Freeform: Shape 111">
              <a:extLst>
                <a:ext uri="{FF2B5EF4-FFF2-40B4-BE49-F238E27FC236}">
                  <a16:creationId xmlns:a16="http://schemas.microsoft.com/office/drawing/2014/main" id="{04F2C0B9-04DB-F840-8396-87ADB83C2273}"/>
                </a:ext>
              </a:extLst>
            </p:cNvPr>
            <p:cNvSpPr/>
            <p:nvPr/>
          </p:nvSpPr>
          <p:spPr>
            <a:xfrm>
              <a:off x="8771928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2" name="Freeform: Shape 112">
              <a:extLst>
                <a:ext uri="{FF2B5EF4-FFF2-40B4-BE49-F238E27FC236}">
                  <a16:creationId xmlns:a16="http://schemas.microsoft.com/office/drawing/2014/main" id="{E50986CD-A75C-4246-BAB2-A10AC5F19C1F}"/>
                </a:ext>
              </a:extLst>
            </p:cNvPr>
            <p:cNvSpPr/>
            <p:nvPr/>
          </p:nvSpPr>
          <p:spPr>
            <a:xfrm>
              <a:off x="8771928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3" name="Freeform: Shape 113">
              <a:extLst>
                <a:ext uri="{FF2B5EF4-FFF2-40B4-BE49-F238E27FC236}">
                  <a16:creationId xmlns:a16="http://schemas.microsoft.com/office/drawing/2014/main" id="{9D80A583-D7BF-7F43-9044-34A12E963340}"/>
                </a:ext>
              </a:extLst>
            </p:cNvPr>
            <p:cNvSpPr/>
            <p:nvPr/>
          </p:nvSpPr>
          <p:spPr>
            <a:xfrm>
              <a:off x="8771928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4" name="Freeform: Shape 114">
              <a:extLst>
                <a:ext uri="{FF2B5EF4-FFF2-40B4-BE49-F238E27FC236}">
                  <a16:creationId xmlns:a16="http://schemas.microsoft.com/office/drawing/2014/main" id="{3B5B4AA7-8F81-DE4B-ACBC-638906BFEB04}"/>
                </a:ext>
              </a:extLst>
            </p:cNvPr>
            <p:cNvSpPr/>
            <p:nvPr/>
          </p:nvSpPr>
          <p:spPr>
            <a:xfrm>
              <a:off x="8771928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reeform: Shape 115">
              <a:extLst>
                <a:ext uri="{FF2B5EF4-FFF2-40B4-BE49-F238E27FC236}">
                  <a16:creationId xmlns:a16="http://schemas.microsoft.com/office/drawing/2014/main" id="{4C199936-9D3A-C64F-8AEA-5BA867B47E80}"/>
                </a:ext>
              </a:extLst>
            </p:cNvPr>
            <p:cNvSpPr/>
            <p:nvPr/>
          </p:nvSpPr>
          <p:spPr>
            <a:xfrm>
              <a:off x="8771928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reeform: Shape 116">
              <a:extLst>
                <a:ext uri="{FF2B5EF4-FFF2-40B4-BE49-F238E27FC236}">
                  <a16:creationId xmlns:a16="http://schemas.microsoft.com/office/drawing/2014/main" id="{6FD7EB1D-683B-E94F-9DD3-6AB07F0E904B}"/>
                </a:ext>
              </a:extLst>
            </p:cNvPr>
            <p:cNvSpPr/>
            <p:nvPr/>
          </p:nvSpPr>
          <p:spPr>
            <a:xfrm>
              <a:off x="8771928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reeform: Shape 117">
              <a:extLst>
                <a:ext uri="{FF2B5EF4-FFF2-40B4-BE49-F238E27FC236}">
                  <a16:creationId xmlns:a16="http://schemas.microsoft.com/office/drawing/2014/main" id="{AF7AA5C5-9EA6-AA4C-844F-019F734DB8AE}"/>
                </a:ext>
              </a:extLst>
            </p:cNvPr>
            <p:cNvSpPr/>
            <p:nvPr/>
          </p:nvSpPr>
          <p:spPr>
            <a:xfrm>
              <a:off x="8771928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reeform: Shape 118">
              <a:extLst>
                <a:ext uri="{FF2B5EF4-FFF2-40B4-BE49-F238E27FC236}">
                  <a16:creationId xmlns:a16="http://schemas.microsoft.com/office/drawing/2014/main" id="{6F3B5762-CDAA-8440-97AB-6A4D36D40465}"/>
                </a:ext>
              </a:extLst>
            </p:cNvPr>
            <p:cNvSpPr/>
            <p:nvPr/>
          </p:nvSpPr>
          <p:spPr>
            <a:xfrm>
              <a:off x="8771928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reeform: Shape 119">
              <a:extLst>
                <a:ext uri="{FF2B5EF4-FFF2-40B4-BE49-F238E27FC236}">
                  <a16:creationId xmlns:a16="http://schemas.microsoft.com/office/drawing/2014/main" id="{AB50353D-5DA7-3047-A264-3E8ED6B4A5DA}"/>
                </a:ext>
              </a:extLst>
            </p:cNvPr>
            <p:cNvSpPr/>
            <p:nvPr/>
          </p:nvSpPr>
          <p:spPr>
            <a:xfrm>
              <a:off x="8771928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reeform: Shape 120">
              <a:extLst>
                <a:ext uri="{FF2B5EF4-FFF2-40B4-BE49-F238E27FC236}">
                  <a16:creationId xmlns:a16="http://schemas.microsoft.com/office/drawing/2014/main" id="{20127AED-62CE-1844-87E0-915AA9605E09}"/>
                </a:ext>
              </a:extLst>
            </p:cNvPr>
            <p:cNvSpPr/>
            <p:nvPr/>
          </p:nvSpPr>
          <p:spPr>
            <a:xfrm>
              <a:off x="8771928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reeform: Shape 121">
              <a:extLst>
                <a:ext uri="{FF2B5EF4-FFF2-40B4-BE49-F238E27FC236}">
                  <a16:creationId xmlns:a16="http://schemas.microsoft.com/office/drawing/2014/main" id="{837CD1D8-E1B0-AE4D-83F4-04EDBC6FDBEA}"/>
                </a:ext>
              </a:extLst>
            </p:cNvPr>
            <p:cNvSpPr/>
            <p:nvPr/>
          </p:nvSpPr>
          <p:spPr>
            <a:xfrm>
              <a:off x="7683581" y="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reeform: Shape 122">
              <a:extLst>
                <a:ext uri="{FF2B5EF4-FFF2-40B4-BE49-F238E27FC236}">
                  <a16:creationId xmlns:a16="http://schemas.microsoft.com/office/drawing/2014/main" id="{95A96089-FAE0-2641-8D64-D251468054FC}"/>
                </a:ext>
              </a:extLst>
            </p:cNvPr>
            <p:cNvSpPr/>
            <p:nvPr/>
          </p:nvSpPr>
          <p:spPr>
            <a:xfrm>
              <a:off x="7683581" y="2689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3" name="Freeform: Shape 123">
              <a:extLst>
                <a:ext uri="{FF2B5EF4-FFF2-40B4-BE49-F238E27FC236}">
                  <a16:creationId xmlns:a16="http://schemas.microsoft.com/office/drawing/2014/main" id="{BCC0D78F-4BB4-7A4A-8511-CDD3E00AB4DB}"/>
                </a:ext>
              </a:extLst>
            </p:cNvPr>
            <p:cNvSpPr/>
            <p:nvPr/>
          </p:nvSpPr>
          <p:spPr>
            <a:xfrm>
              <a:off x="7683581" y="53721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reeform: Shape 124">
              <a:extLst>
                <a:ext uri="{FF2B5EF4-FFF2-40B4-BE49-F238E27FC236}">
                  <a16:creationId xmlns:a16="http://schemas.microsoft.com/office/drawing/2014/main" id="{471D7371-A957-4045-8F57-9FE287559F80}"/>
                </a:ext>
              </a:extLst>
            </p:cNvPr>
            <p:cNvSpPr/>
            <p:nvPr/>
          </p:nvSpPr>
          <p:spPr>
            <a:xfrm>
              <a:off x="7683581" y="80615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5" name="Freeform: Shape 125">
              <a:extLst>
                <a:ext uri="{FF2B5EF4-FFF2-40B4-BE49-F238E27FC236}">
                  <a16:creationId xmlns:a16="http://schemas.microsoft.com/office/drawing/2014/main" id="{ADB41900-C26E-0249-9BB2-878A4EC8DEC3}"/>
                </a:ext>
              </a:extLst>
            </p:cNvPr>
            <p:cNvSpPr/>
            <p:nvPr/>
          </p:nvSpPr>
          <p:spPr>
            <a:xfrm>
              <a:off x="7683581" y="107509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reeform: Shape 126">
              <a:extLst>
                <a:ext uri="{FF2B5EF4-FFF2-40B4-BE49-F238E27FC236}">
                  <a16:creationId xmlns:a16="http://schemas.microsoft.com/office/drawing/2014/main" id="{9DA3744C-5218-9B4B-9080-4ADABD46C6E6}"/>
                </a:ext>
              </a:extLst>
            </p:cNvPr>
            <p:cNvSpPr/>
            <p:nvPr/>
          </p:nvSpPr>
          <p:spPr>
            <a:xfrm>
              <a:off x="7683581" y="1344033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reeform: Shape 127">
              <a:extLst>
                <a:ext uri="{FF2B5EF4-FFF2-40B4-BE49-F238E27FC236}">
                  <a16:creationId xmlns:a16="http://schemas.microsoft.com/office/drawing/2014/main" id="{638A142D-6423-BB4F-847A-0DC10D617C39}"/>
                </a:ext>
              </a:extLst>
            </p:cNvPr>
            <p:cNvSpPr/>
            <p:nvPr/>
          </p:nvSpPr>
          <p:spPr>
            <a:xfrm>
              <a:off x="7683581" y="161297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reeform: Shape 128">
              <a:extLst>
                <a:ext uri="{FF2B5EF4-FFF2-40B4-BE49-F238E27FC236}">
                  <a16:creationId xmlns:a16="http://schemas.microsoft.com/office/drawing/2014/main" id="{B174A182-E477-544F-B511-4D539CA51497}"/>
                </a:ext>
              </a:extLst>
            </p:cNvPr>
            <p:cNvSpPr/>
            <p:nvPr/>
          </p:nvSpPr>
          <p:spPr>
            <a:xfrm>
              <a:off x="7683581" y="188191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reeform: Shape 129">
              <a:extLst>
                <a:ext uri="{FF2B5EF4-FFF2-40B4-BE49-F238E27FC236}">
                  <a16:creationId xmlns:a16="http://schemas.microsoft.com/office/drawing/2014/main" id="{CC9DE68E-DC62-704C-B5AE-5DEEC7340257}"/>
                </a:ext>
              </a:extLst>
            </p:cNvPr>
            <p:cNvSpPr/>
            <p:nvPr/>
          </p:nvSpPr>
          <p:spPr>
            <a:xfrm>
              <a:off x="7683581" y="215085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reeform: Shape 130">
              <a:extLst>
                <a:ext uri="{FF2B5EF4-FFF2-40B4-BE49-F238E27FC236}">
                  <a16:creationId xmlns:a16="http://schemas.microsoft.com/office/drawing/2014/main" id="{E2BA2374-531D-5F41-A4D1-CBDDA3B8EA43}"/>
                </a:ext>
              </a:extLst>
            </p:cNvPr>
            <p:cNvSpPr/>
            <p:nvPr/>
          </p:nvSpPr>
          <p:spPr>
            <a:xfrm>
              <a:off x="7683581" y="241912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reeform: Shape 131">
              <a:extLst>
                <a:ext uri="{FF2B5EF4-FFF2-40B4-BE49-F238E27FC236}">
                  <a16:creationId xmlns:a16="http://schemas.microsoft.com/office/drawing/2014/main" id="{43492676-9DA7-454E-86CF-2DAF0DE00D3B}"/>
                </a:ext>
              </a:extLst>
            </p:cNvPr>
            <p:cNvSpPr/>
            <p:nvPr/>
          </p:nvSpPr>
          <p:spPr>
            <a:xfrm>
              <a:off x="7683581" y="268806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reeform: Shape 132">
              <a:extLst>
                <a:ext uri="{FF2B5EF4-FFF2-40B4-BE49-F238E27FC236}">
                  <a16:creationId xmlns:a16="http://schemas.microsoft.com/office/drawing/2014/main" id="{8BA4C9A0-10C7-F24B-B9DF-B393CE85ACF5}"/>
                </a:ext>
              </a:extLst>
            </p:cNvPr>
            <p:cNvSpPr/>
            <p:nvPr/>
          </p:nvSpPr>
          <p:spPr>
            <a:xfrm>
              <a:off x="7683581" y="2957008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reeform: Shape 133">
              <a:extLst>
                <a:ext uri="{FF2B5EF4-FFF2-40B4-BE49-F238E27FC236}">
                  <a16:creationId xmlns:a16="http://schemas.microsoft.com/office/drawing/2014/main" id="{F0B4AFE3-85FC-294B-8763-EE6ED0C93457}"/>
                </a:ext>
              </a:extLst>
            </p:cNvPr>
            <p:cNvSpPr/>
            <p:nvPr/>
          </p:nvSpPr>
          <p:spPr>
            <a:xfrm>
              <a:off x="7683581" y="3225949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reeform: Shape 134">
              <a:extLst>
                <a:ext uri="{FF2B5EF4-FFF2-40B4-BE49-F238E27FC236}">
                  <a16:creationId xmlns:a16="http://schemas.microsoft.com/office/drawing/2014/main" id="{9BB8B8DB-B424-0F44-91BD-000BE0F0704E}"/>
                </a:ext>
              </a:extLst>
            </p:cNvPr>
            <p:cNvSpPr/>
            <p:nvPr/>
          </p:nvSpPr>
          <p:spPr>
            <a:xfrm>
              <a:off x="7683581" y="349489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reeform: Shape 135">
              <a:extLst>
                <a:ext uri="{FF2B5EF4-FFF2-40B4-BE49-F238E27FC236}">
                  <a16:creationId xmlns:a16="http://schemas.microsoft.com/office/drawing/2014/main" id="{8D9B2B8C-AE36-354C-B5D2-CE8454AB6E9B}"/>
                </a:ext>
              </a:extLst>
            </p:cNvPr>
            <p:cNvSpPr/>
            <p:nvPr/>
          </p:nvSpPr>
          <p:spPr>
            <a:xfrm>
              <a:off x="7683581" y="376383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6" name="Freeform: Shape 136">
              <a:extLst>
                <a:ext uri="{FF2B5EF4-FFF2-40B4-BE49-F238E27FC236}">
                  <a16:creationId xmlns:a16="http://schemas.microsoft.com/office/drawing/2014/main" id="{F545D074-3321-034D-8743-86A469EA112E}"/>
                </a:ext>
              </a:extLst>
            </p:cNvPr>
            <p:cNvSpPr/>
            <p:nvPr/>
          </p:nvSpPr>
          <p:spPr>
            <a:xfrm>
              <a:off x="7683581" y="403210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7" name="Freeform: Shape 137">
              <a:extLst>
                <a:ext uri="{FF2B5EF4-FFF2-40B4-BE49-F238E27FC236}">
                  <a16:creationId xmlns:a16="http://schemas.microsoft.com/office/drawing/2014/main" id="{AC3FFF5D-2C49-C24A-A560-F27190F85A03}"/>
                </a:ext>
              </a:extLst>
            </p:cNvPr>
            <p:cNvSpPr/>
            <p:nvPr/>
          </p:nvSpPr>
          <p:spPr>
            <a:xfrm>
              <a:off x="7683581" y="43010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8" name="Freeform: Shape 138">
              <a:extLst>
                <a:ext uri="{FF2B5EF4-FFF2-40B4-BE49-F238E27FC236}">
                  <a16:creationId xmlns:a16="http://schemas.microsoft.com/office/drawing/2014/main" id="{30DE6935-9983-0944-93FF-073E385AB979}"/>
                </a:ext>
              </a:extLst>
            </p:cNvPr>
            <p:cNvSpPr/>
            <p:nvPr/>
          </p:nvSpPr>
          <p:spPr>
            <a:xfrm>
              <a:off x="7683581" y="456998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9" name="Freeform: Shape 139">
              <a:extLst>
                <a:ext uri="{FF2B5EF4-FFF2-40B4-BE49-F238E27FC236}">
                  <a16:creationId xmlns:a16="http://schemas.microsoft.com/office/drawing/2014/main" id="{84DAE62D-99BC-2243-842A-AAB7509329D8}"/>
                </a:ext>
              </a:extLst>
            </p:cNvPr>
            <p:cNvSpPr/>
            <p:nvPr/>
          </p:nvSpPr>
          <p:spPr>
            <a:xfrm>
              <a:off x="7683581" y="483892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0" name="Freeform: Shape 140">
              <a:extLst>
                <a:ext uri="{FF2B5EF4-FFF2-40B4-BE49-F238E27FC236}">
                  <a16:creationId xmlns:a16="http://schemas.microsoft.com/office/drawing/2014/main" id="{A17DD9F9-860B-D04F-B327-19B431776BDD}"/>
                </a:ext>
              </a:extLst>
            </p:cNvPr>
            <p:cNvSpPr/>
            <p:nvPr/>
          </p:nvSpPr>
          <p:spPr>
            <a:xfrm>
              <a:off x="7683581" y="510786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7" y="0"/>
                    <a:pt x="18173" y="0"/>
                  </a:cubicBezTo>
                  <a:cubicBezTo>
                    <a:pt x="28210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1" name="Freeform: Shape 141">
              <a:extLst>
                <a:ext uri="{FF2B5EF4-FFF2-40B4-BE49-F238E27FC236}">
                  <a16:creationId xmlns:a16="http://schemas.microsoft.com/office/drawing/2014/main" id="{FACBF935-BCE1-F344-8972-FE84A0C6E83C}"/>
                </a:ext>
              </a:extLst>
            </p:cNvPr>
            <p:cNvSpPr/>
            <p:nvPr/>
          </p:nvSpPr>
          <p:spPr>
            <a:xfrm>
              <a:off x="7411663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2" name="Freeform: Shape 142">
              <a:extLst>
                <a:ext uri="{FF2B5EF4-FFF2-40B4-BE49-F238E27FC236}">
                  <a16:creationId xmlns:a16="http://schemas.microsoft.com/office/drawing/2014/main" id="{BE9C9401-5E5B-9C44-9AE3-BCEC0553FDC2}"/>
                </a:ext>
              </a:extLst>
            </p:cNvPr>
            <p:cNvSpPr/>
            <p:nvPr/>
          </p:nvSpPr>
          <p:spPr>
            <a:xfrm>
              <a:off x="7411663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3" name="Freeform: Shape 143">
              <a:extLst>
                <a:ext uri="{FF2B5EF4-FFF2-40B4-BE49-F238E27FC236}">
                  <a16:creationId xmlns:a16="http://schemas.microsoft.com/office/drawing/2014/main" id="{CB3A9AC2-C084-A845-AD3D-0D2EF2DAF8E9}"/>
                </a:ext>
              </a:extLst>
            </p:cNvPr>
            <p:cNvSpPr/>
            <p:nvPr/>
          </p:nvSpPr>
          <p:spPr>
            <a:xfrm>
              <a:off x="7411663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4" name="Freeform: Shape 144">
              <a:extLst>
                <a:ext uri="{FF2B5EF4-FFF2-40B4-BE49-F238E27FC236}">
                  <a16:creationId xmlns:a16="http://schemas.microsoft.com/office/drawing/2014/main" id="{8D1EFF76-D6E4-0D48-BCC6-B30B15236402}"/>
                </a:ext>
              </a:extLst>
            </p:cNvPr>
            <p:cNvSpPr/>
            <p:nvPr/>
          </p:nvSpPr>
          <p:spPr>
            <a:xfrm>
              <a:off x="7411663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5" name="Freeform: Shape 145">
              <a:extLst>
                <a:ext uri="{FF2B5EF4-FFF2-40B4-BE49-F238E27FC236}">
                  <a16:creationId xmlns:a16="http://schemas.microsoft.com/office/drawing/2014/main" id="{92505DF2-2760-0140-82F3-BB8A98693425}"/>
                </a:ext>
              </a:extLst>
            </p:cNvPr>
            <p:cNvSpPr/>
            <p:nvPr/>
          </p:nvSpPr>
          <p:spPr>
            <a:xfrm>
              <a:off x="7411663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6" name="Freeform: Shape 146">
              <a:extLst>
                <a:ext uri="{FF2B5EF4-FFF2-40B4-BE49-F238E27FC236}">
                  <a16:creationId xmlns:a16="http://schemas.microsoft.com/office/drawing/2014/main" id="{CE4FE486-80CB-E041-84FD-1D1D79190105}"/>
                </a:ext>
              </a:extLst>
            </p:cNvPr>
            <p:cNvSpPr/>
            <p:nvPr/>
          </p:nvSpPr>
          <p:spPr>
            <a:xfrm>
              <a:off x="7411663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7" name="Freeform: Shape 147">
              <a:extLst>
                <a:ext uri="{FF2B5EF4-FFF2-40B4-BE49-F238E27FC236}">
                  <a16:creationId xmlns:a16="http://schemas.microsoft.com/office/drawing/2014/main" id="{57E888F8-EECC-3448-9194-A1E1FF81465A}"/>
                </a:ext>
              </a:extLst>
            </p:cNvPr>
            <p:cNvSpPr/>
            <p:nvPr/>
          </p:nvSpPr>
          <p:spPr>
            <a:xfrm>
              <a:off x="7411663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8" name="Freeform: Shape 148">
              <a:extLst>
                <a:ext uri="{FF2B5EF4-FFF2-40B4-BE49-F238E27FC236}">
                  <a16:creationId xmlns:a16="http://schemas.microsoft.com/office/drawing/2014/main" id="{60963059-4F56-8F46-8ABA-42014F64F67B}"/>
                </a:ext>
              </a:extLst>
            </p:cNvPr>
            <p:cNvSpPr/>
            <p:nvPr/>
          </p:nvSpPr>
          <p:spPr>
            <a:xfrm>
              <a:off x="7411663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9" name="Freeform: Shape 149">
              <a:extLst>
                <a:ext uri="{FF2B5EF4-FFF2-40B4-BE49-F238E27FC236}">
                  <a16:creationId xmlns:a16="http://schemas.microsoft.com/office/drawing/2014/main" id="{27514A6B-3F9F-D443-A007-C817D6AFB211}"/>
                </a:ext>
              </a:extLst>
            </p:cNvPr>
            <p:cNvSpPr/>
            <p:nvPr/>
          </p:nvSpPr>
          <p:spPr>
            <a:xfrm>
              <a:off x="7411663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0" name="Freeform: Shape 150">
              <a:extLst>
                <a:ext uri="{FF2B5EF4-FFF2-40B4-BE49-F238E27FC236}">
                  <a16:creationId xmlns:a16="http://schemas.microsoft.com/office/drawing/2014/main" id="{8FF59E63-E1DA-E442-AFBC-1469ADF34E49}"/>
                </a:ext>
              </a:extLst>
            </p:cNvPr>
            <p:cNvSpPr/>
            <p:nvPr/>
          </p:nvSpPr>
          <p:spPr>
            <a:xfrm>
              <a:off x="7411663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1" name="Freeform: Shape 151">
              <a:extLst>
                <a:ext uri="{FF2B5EF4-FFF2-40B4-BE49-F238E27FC236}">
                  <a16:creationId xmlns:a16="http://schemas.microsoft.com/office/drawing/2014/main" id="{EDAA3A17-72D3-6840-A641-FE57DC0C5FE5}"/>
                </a:ext>
              </a:extLst>
            </p:cNvPr>
            <p:cNvSpPr/>
            <p:nvPr/>
          </p:nvSpPr>
          <p:spPr>
            <a:xfrm>
              <a:off x="7411663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2" name="Freeform: Shape 152">
              <a:extLst>
                <a:ext uri="{FF2B5EF4-FFF2-40B4-BE49-F238E27FC236}">
                  <a16:creationId xmlns:a16="http://schemas.microsoft.com/office/drawing/2014/main" id="{BDA199CE-94E5-B34A-A2EC-12DB38FDA0FC}"/>
                </a:ext>
              </a:extLst>
            </p:cNvPr>
            <p:cNvSpPr/>
            <p:nvPr/>
          </p:nvSpPr>
          <p:spPr>
            <a:xfrm>
              <a:off x="7411663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3" name="Freeform: Shape 153">
              <a:extLst>
                <a:ext uri="{FF2B5EF4-FFF2-40B4-BE49-F238E27FC236}">
                  <a16:creationId xmlns:a16="http://schemas.microsoft.com/office/drawing/2014/main" id="{B4ACEB9F-E0CD-B148-864D-AAA9EB856EB2}"/>
                </a:ext>
              </a:extLst>
            </p:cNvPr>
            <p:cNvSpPr/>
            <p:nvPr/>
          </p:nvSpPr>
          <p:spPr>
            <a:xfrm>
              <a:off x="7411663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4" name="Freeform: Shape 154">
              <a:extLst>
                <a:ext uri="{FF2B5EF4-FFF2-40B4-BE49-F238E27FC236}">
                  <a16:creationId xmlns:a16="http://schemas.microsoft.com/office/drawing/2014/main" id="{2B0CD200-D7C9-834F-9D27-7FB121C8BC71}"/>
                </a:ext>
              </a:extLst>
            </p:cNvPr>
            <p:cNvSpPr/>
            <p:nvPr/>
          </p:nvSpPr>
          <p:spPr>
            <a:xfrm>
              <a:off x="7411663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5" name="Freeform: Shape 155">
              <a:extLst>
                <a:ext uri="{FF2B5EF4-FFF2-40B4-BE49-F238E27FC236}">
                  <a16:creationId xmlns:a16="http://schemas.microsoft.com/office/drawing/2014/main" id="{21EF067E-8089-004B-9B30-DC37B5D06DA5}"/>
                </a:ext>
              </a:extLst>
            </p:cNvPr>
            <p:cNvSpPr/>
            <p:nvPr/>
          </p:nvSpPr>
          <p:spPr>
            <a:xfrm>
              <a:off x="7411663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6" name="Freeform: Shape 156">
              <a:extLst>
                <a:ext uri="{FF2B5EF4-FFF2-40B4-BE49-F238E27FC236}">
                  <a16:creationId xmlns:a16="http://schemas.microsoft.com/office/drawing/2014/main" id="{80AC4DD9-C343-F341-8F4F-4D55BA82FF26}"/>
                </a:ext>
              </a:extLst>
            </p:cNvPr>
            <p:cNvSpPr/>
            <p:nvPr/>
          </p:nvSpPr>
          <p:spPr>
            <a:xfrm>
              <a:off x="7411663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7" name="Freeform: Shape 157">
              <a:extLst>
                <a:ext uri="{FF2B5EF4-FFF2-40B4-BE49-F238E27FC236}">
                  <a16:creationId xmlns:a16="http://schemas.microsoft.com/office/drawing/2014/main" id="{4D6C874F-817B-8B4C-9D5A-7A2CF7B8045A}"/>
                </a:ext>
              </a:extLst>
            </p:cNvPr>
            <p:cNvSpPr/>
            <p:nvPr/>
          </p:nvSpPr>
          <p:spPr>
            <a:xfrm>
              <a:off x="7411663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8" name="Freeform: Shape 158">
              <a:extLst>
                <a:ext uri="{FF2B5EF4-FFF2-40B4-BE49-F238E27FC236}">
                  <a16:creationId xmlns:a16="http://schemas.microsoft.com/office/drawing/2014/main" id="{87B07DB9-CDC1-934F-8E44-8F526B0742CA}"/>
                </a:ext>
              </a:extLst>
            </p:cNvPr>
            <p:cNvSpPr/>
            <p:nvPr/>
          </p:nvSpPr>
          <p:spPr>
            <a:xfrm>
              <a:off x="7411663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9" name="Freeform: Shape 159">
              <a:extLst>
                <a:ext uri="{FF2B5EF4-FFF2-40B4-BE49-F238E27FC236}">
                  <a16:creationId xmlns:a16="http://schemas.microsoft.com/office/drawing/2014/main" id="{BA5A9512-AD37-964B-AE8B-1F187969C9E2}"/>
                </a:ext>
              </a:extLst>
            </p:cNvPr>
            <p:cNvSpPr/>
            <p:nvPr/>
          </p:nvSpPr>
          <p:spPr>
            <a:xfrm>
              <a:off x="7411663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0" name="Freeform: Shape 160">
              <a:extLst>
                <a:ext uri="{FF2B5EF4-FFF2-40B4-BE49-F238E27FC236}">
                  <a16:creationId xmlns:a16="http://schemas.microsoft.com/office/drawing/2014/main" id="{E20219C7-F34F-514E-9A36-902F0F82D373}"/>
                </a:ext>
              </a:extLst>
            </p:cNvPr>
            <p:cNvSpPr/>
            <p:nvPr/>
          </p:nvSpPr>
          <p:spPr>
            <a:xfrm>
              <a:off x="7411663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1" name="Freeform: Shape 161">
              <a:extLst>
                <a:ext uri="{FF2B5EF4-FFF2-40B4-BE49-F238E27FC236}">
                  <a16:creationId xmlns:a16="http://schemas.microsoft.com/office/drawing/2014/main" id="{569532A5-B368-8645-A6B2-FAEE72DFE739}"/>
                </a:ext>
              </a:extLst>
            </p:cNvPr>
            <p:cNvSpPr/>
            <p:nvPr/>
          </p:nvSpPr>
          <p:spPr>
            <a:xfrm>
              <a:off x="7139071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2" name="Freeform: Shape 162">
              <a:extLst>
                <a:ext uri="{FF2B5EF4-FFF2-40B4-BE49-F238E27FC236}">
                  <a16:creationId xmlns:a16="http://schemas.microsoft.com/office/drawing/2014/main" id="{0EEC92C5-2890-B243-B384-89E957B219D2}"/>
                </a:ext>
              </a:extLst>
            </p:cNvPr>
            <p:cNvSpPr/>
            <p:nvPr/>
          </p:nvSpPr>
          <p:spPr>
            <a:xfrm>
              <a:off x="7139071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3" name="Freeform: Shape 163">
              <a:extLst>
                <a:ext uri="{FF2B5EF4-FFF2-40B4-BE49-F238E27FC236}">
                  <a16:creationId xmlns:a16="http://schemas.microsoft.com/office/drawing/2014/main" id="{71D5D679-666F-D04E-8E50-F07AB5C97072}"/>
                </a:ext>
              </a:extLst>
            </p:cNvPr>
            <p:cNvSpPr/>
            <p:nvPr/>
          </p:nvSpPr>
          <p:spPr>
            <a:xfrm>
              <a:off x="7139071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4" name="Freeform: Shape 164">
              <a:extLst>
                <a:ext uri="{FF2B5EF4-FFF2-40B4-BE49-F238E27FC236}">
                  <a16:creationId xmlns:a16="http://schemas.microsoft.com/office/drawing/2014/main" id="{54CFD690-24E1-304C-873A-92C4C82024A9}"/>
                </a:ext>
              </a:extLst>
            </p:cNvPr>
            <p:cNvSpPr/>
            <p:nvPr/>
          </p:nvSpPr>
          <p:spPr>
            <a:xfrm>
              <a:off x="7139071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5" name="Freeform: Shape 165">
              <a:extLst>
                <a:ext uri="{FF2B5EF4-FFF2-40B4-BE49-F238E27FC236}">
                  <a16:creationId xmlns:a16="http://schemas.microsoft.com/office/drawing/2014/main" id="{05452170-8038-174E-8747-CDF6E7042B23}"/>
                </a:ext>
              </a:extLst>
            </p:cNvPr>
            <p:cNvSpPr/>
            <p:nvPr/>
          </p:nvSpPr>
          <p:spPr>
            <a:xfrm>
              <a:off x="7139071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6" name="Freeform: Shape 166">
              <a:extLst>
                <a:ext uri="{FF2B5EF4-FFF2-40B4-BE49-F238E27FC236}">
                  <a16:creationId xmlns:a16="http://schemas.microsoft.com/office/drawing/2014/main" id="{AE4D9883-489E-AB44-8AF2-AF328526CE1B}"/>
                </a:ext>
              </a:extLst>
            </p:cNvPr>
            <p:cNvSpPr/>
            <p:nvPr/>
          </p:nvSpPr>
          <p:spPr>
            <a:xfrm>
              <a:off x="7139071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7" name="Freeform: Shape 167">
              <a:extLst>
                <a:ext uri="{FF2B5EF4-FFF2-40B4-BE49-F238E27FC236}">
                  <a16:creationId xmlns:a16="http://schemas.microsoft.com/office/drawing/2014/main" id="{4CCBE3FD-064D-5144-A571-A07AB76C9D11}"/>
                </a:ext>
              </a:extLst>
            </p:cNvPr>
            <p:cNvSpPr/>
            <p:nvPr/>
          </p:nvSpPr>
          <p:spPr>
            <a:xfrm>
              <a:off x="7139071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79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8" name="Freeform: Shape 168">
              <a:extLst>
                <a:ext uri="{FF2B5EF4-FFF2-40B4-BE49-F238E27FC236}">
                  <a16:creationId xmlns:a16="http://schemas.microsoft.com/office/drawing/2014/main" id="{BB057BAB-9497-F149-9664-1010E38AD237}"/>
                </a:ext>
              </a:extLst>
            </p:cNvPr>
            <p:cNvSpPr/>
            <p:nvPr/>
          </p:nvSpPr>
          <p:spPr>
            <a:xfrm>
              <a:off x="7139071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9" name="Freeform: Shape 169">
              <a:extLst>
                <a:ext uri="{FF2B5EF4-FFF2-40B4-BE49-F238E27FC236}">
                  <a16:creationId xmlns:a16="http://schemas.microsoft.com/office/drawing/2014/main" id="{7FE9CF65-AB70-5B49-8E2D-E734DAEE72E6}"/>
                </a:ext>
              </a:extLst>
            </p:cNvPr>
            <p:cNvSpPr/>
            <p:nvPr/>
          </p:nvSpPr>
          <p:spPr>
            <a:xfrm>
              <a:off x="7139071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0" name="Freeform: Shape 170">
              <a:extLst>
                <a:ext uri="{FF2B5EF4-FFF2-40B4-BE49-F238E27FC236}">
                  <a16:creationId xmlns:a16="http://schemas.microsoft.com/office/drawing/2014/main" id="{126FD672-E263-894E-8C07-6510CD266EDE}"/>
                </a:ext>
              </a:extLst>
            </p:cNvPr>
            <p:cNvSpPr/>
            <p:nvPr/>
          </p:nvSpPr>
          <p:spPr>
            <a:xfrm>
              <a:off x="7139071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1" name="Freeform: Shape 171">
              <a:extLst>
                <a:ext uri="{FF2B5EF4-FFF2-40B4-BE49-F238E27FC236}">
                  <a16:creationId xmlns:a16="http://schemas.microsoft.com/office/drawing/2014/main" id="{3BA51B14-A384-3141-BA58-0B6B403AD9C1}"/>
                </a:ext>
              </a:extLst>
            </p:cNvPr>
            <p:cNvSpPr/>
            <p:nvPr/>
          </p:nvSpPr>
          <p:spPr>
            <a:xfrm>
              <a:off x="7139071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2" name="Freeform: Shape 172">
              <a:extLst>
                <a:ext uri="{FF2B5EF4-FFF2-40B4-BE49-F238E27FC236}">
                  <a16:creationId xmlns:a16="http://schemas.microsoft.com/office/drawing/2014/main" id="{15E679BF-83C3-B940-8BCF-77CB88E8E418}"/>
                </a:ext>
              </a:extLst>
            </p:cNvPr>
            <p:cNvSpPr/>
            <p:nvPr/>
          </p:nvSpPr>
          <p:spPr>
            <a:xfrm>
              <a:off x="7139071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3" name="Freeform: Shape 173">
              <a:extLst>
                <a:ext uri="{FF2B5EF4-FFF2-40B4-BE49-F238E27FC236}">
                  <a16:creationId xmlns:a16="http://schemas.microsoft.com/office/drawing/2014/main" id="{F0E8B3DE-AE6E-9949-94D4-A2EB109E0DC2}"/>
                </a:ext>
              </a:extLst>
            </p:cNvPr>
            <p:cNvSpPr/>
            <p:nvPr/>
          </p:nvSpPr>
          <p:spPr>
            <a:xfrm>
              <a:off x="7139071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4" name="Freeform: Shape 174">
              <a:extLst>
                <a:ext uri="{FF2B5EF4-FFF2-40B4-BE49-F238E27FC236}">
                  <a16:creationId xmlns:a16="http://schemas.microsoft.com/office/drawing/2014/main" id="{7D97A2FD-E852-CF4B-AA56-9C3A4E9C1C7A}"/>
                </a:ext>
              </a:extLst>
            </p:cNvPr>
            <p:cNvSpPr/>
            <p:nvPr/>
          </p:nvSpPr>
          <p:spPr>
            <a:xfrm>
              <a:off x="7139071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5" name="Freeform: Shape 175">
              <a:extLst>
                <a:ext uri="{FF2B5EF4-FFF2-40B4-BE49-F238E27FC236}">
                  <a16:creationId xmlns:a16="http://schemas.microsoft.com/office/drawing/2014/main" id="{3374E369-18AB-E846-AAC9-5CF2CDC009B3}"/>
                </a:ext>
              </a:extLst>
            </p:cNvPr>
            <p:cNvSpPr/>
            <p:nvPr/>
          </p:nvSpPr>
          <p:spPr>
            <a:xfrm>
              <a:off x="7139071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6" name="Freeform: Shape 176">
              <a:extLst>
                <a:ext uri="{FF2B5EF4-FFF2-40B4-BE49-F238E27FC236}">
                  <a16:creationId xmlns:a16="http://schemas.microsoft.com/office/drawing/2014/main" id="{6EBE73B8-A81D-4C4C-BB99-8789E0799333}"/>
                </a:ext>
              </a:extLst>
            </p:cNvPr>
            <p:cNvSpPr/>
            <p:nvPr/>
          </p:nvSpPr>
          <p:spPr>
            <a:xfrm>
              <a:off x="7139071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7" name="Freeform: Shape 177">
              <a:extLst>
                <a:ext uri="{FF2B5EF4-FFF2-40B4-BE49-F238E27FC236}">
                  <a16:creationId xmlns:a16="http://schemas.microsoft.com/office/drawing/2014/main" id="{A81E093E-1E6D-0A42-857F-2F1BBFF43645}"/>
                </a:ext>
              </a:extLst>
            </p:cNvPr>
            <p:cNvSpPr/>
            <p:nvPr/>
          </p:nvSpPr>
          <p:spPr>
            <a:xfrm>
              <a:off x="7139071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8" name="Freeform: Shape 178">
              <a:extLst>
                <a:ext uri="{FF2B5EF4-FFF2-40B4-BE49-F238E27FC236}">
                  <a16:creationId xmlns:a16="http://schemas.microsoft.com/office/drawing/2014/main" id="{C545213E-9E09-0C4A-99EF-BC4EDBF49EFD}"/>
                </a:ext>
              </a:extLst>
            </p:cNvPr>
            <p:cNvSpPr/>
            <p:nvPr/>
          </p:nvSpPr>
          <p:spPr>
            <a:xfrm>
              <a:off x="7139071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9" name="Freeform: Shape 179">
              <a:extLst>
                <a:ext uri="{FF2B5EF4-FFF2-40B4-BE49-F238E27FC236}">
                  <a16:creationId xmlns:a16="http://schemas.microsoft.com/office/drawing/2014/main" id="{84CCF934-237E-3F41-AD72-C1ECE6B0CA41}"/>
                </a:ext>
              </a:extLst>
            </p:cNvPr>
            <p:cNvSpPr/>
            <p:nvPr/>
          </p:nvSpPr>
          <p:spPr>
            <a:xfrm>
              <a:off x="7139071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0" name="Freeform: Shape 180">
              <a:extLst>
                <a:ext uri="{FF2B5EF4-FFF2-40B4-BE49-F238E27FC236}">
                  <a16:creationId xmlns:a16="http://schemas.microsoft.com/office/drawing/2014/main" id="{9653C4EE-3073-F846-BD5F-E6087867E0C9}"/>
                </a:ext>
              </a:extLst>
            </p:cNvPr>
            <p:cNvSpPr/>
            <p:nvPr/>
          </p:nvSpPr>
          <p:spPr>
            <a:xfrm>
              <a:off x="7139071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1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7" y="36307"/>
                    <a:pt x="1" y="28180"/>
                    <a:pt x="1" y="18154"/>
                  </a:cubicBezTo>
                  <a:cubicBezTo>
                    <a:pt x="1" y="8128"/>
                    <a:pt x="8137" y="0"/>
                    <a:pt x="18173" y="0"/>
                  </a:cubicBezTo>
                  <a:cubicBezTo>
                    <a:pt x="28210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1" name="Freeform: Shape 181">
              <a:extLst>
                <a:ext uri="{FF2B5EF4-FFF2-40B4-BE49-F238E27FC236}">
                  <a16:creationId xmlns:a16="http://schemas.microsoft.com/office/drawing/2014/main" id="{8709A65F-15B7-9D4F-9D1A-1B05442A9017}"/>
                </a:ext>
              </a:extLst>
            </p:cNvPr>
            <p:cNvSpPr/>
            <p:nvPr/>
          </p:nvSpPr>
          <p:spPr>
            <a:xfrm>
              <a:off x="6867153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2" name="Freeform: Shape 182">
              <a:extLst>
                <a:ext uri="{FF2B5EF4-FFF2-40B4-BE49-F238E27FC236}">
                  <a16:creationId xmlns:a16="http://schemas.microsoft.com/office/drawing/2014/main" id="{08E6B627-E570-D84A-8C00-7135B06BA9C8}"/>
                </a:ext>
              </a:extLst>
            </p:cNvPr>
            <p:cNvSpPr/>
            <p:nvPr/>
          </p:nvSpPr>
          <p:spPr>
            <a:xfrm>
              <a:off x="6867153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3" name="Freeform: Shape 183">
              <a:extLst>
                <a:ext uri="{FF2B5EF4-FFF2-40B4-BE49-F238E27FC236}">
                  <a16:creationId xmlns:a16="http://schemas.microsoft.com/office/drawing/2014/main" id="{595420BD-E9FE-8342-BA72-488E43AABDEE}"/>
                </a:ext>
              </a:extLst>
            </p:cNvPr>
            <p:cNvSpPr/>
            <p:nvPr/>
          </p:nvSpPr>
          <p:spPr>
            <a:xfrm>
              <a:off x="6867153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4" name="Freeform: Shape 184">
              <a:extLst>
                <a:ext uri="{FF2B5EF4-FFF2-40B4-BE49-F238E27FC236}">
                  <a16:creationId xmlns:a16="http://schemas.microsoft.com/office/drawing/2014/main" id="{087B62DA-D428-F54F-86E6-D54EFA40E1A1}"/>
                </a:ext>
              </a:extLst>
            </p:cNvPr>
            <p:cNvSpPr/>
            <p:nvPr/>
          </p:nvSpPr>
          <p:spPr>
            <a:xfrm>
              <a:off x="6867153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5" name="Freeform: Shape 185">
              <a:extLst>
                <a:ext uri="{FF2B5EF4-FFF2-40B4-BE49-F238E27FC236}">
                  <a16:creationId xmlns:a16="http://schemas.microsoft.com/office/drawing/2014/main" id="{04001202-4F9B-854A-8678-DDCE3EE4B4B2}"/>
                </a:ext>
              </a:extLst>
            </p:cNvPr>
            <p:cNvSpPr/>
            <p:nvPr/>
          </p:nvSpPr>
          <p:spPr>
            <a:xfrm>
              <a:off x="6867153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6" name="Freeform: Shape 186">
              <a:extLst>
                <a:ext uri="{FF2B5EF4-FFF2-40B4-BE49-F238E27FC236}">
                  <a16:creationId xmlns:a16="http://schemas.microsoft.com/office/drawing/2014/main" id="{45410030-19A3-E44A-9223-37EA1A1E472E}"/>
                </a:ext>
              </a:extLst>
            </p:cNvPr>
            <p:cNvSpPr/>
            <p:nvPr/>
          </p:nvSpPr>
          <p:spPr>
            <a:xfrm>
              <a:off x="6867153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7" name="Freeform: Shape 187">
              <a:extLst>
                <a:ext uri="{FF2B5EF4-FFF2-40B4-BE49-F238E27FC236}">
                  <a16:creationId xmlns:a16="http://schemas.microsoft.com/office/drawing/2014/main" id="{E8E98BD2-2A14-F748-BB36-EF3577F473A9}"/>
                </a:ext>
              </a:extLst>
            </p:cNvPr>
            <p:cNvSpPr/>
            <p:nvPr/>
          </p:nvSpPr>
          <p:spPr>
            <a:xfrm>
              <a:off x="6867153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8" name="Freeform: Shape 188">
              <a:extLst>
                <a:ext uri="{FF2B5EF4-FFF2-40B4-BE49-F238E27FC236}">
                  <a16:creationId xmlns:a16="http://schemas.microsoft.com/office/drawing/2014/main" id="{15D11F3F-14A8-F54F-93C7-67CBD487724D}"/>
                </a:ext>
              </a:extLst>
            </p:cNvPr>
            <p:cNvSpPr/>
            <p:nvPr/>
          </p:nvSpPr>
          <p:spPr>
            <a:xfrm>
              <a:off x="6867153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9" name="Freeform: Shape 189">
              <a:extLst>
                <a:ext uri="{FF2B5EF4-FFF2-40B4-BE49-F238E27FC236}">
                  <a16:creationId xmlns:a16="http://schemas.microsoft.com/office/drawing/2014/main" id="{D0B76AB5-B53A-3B4A-A0C8-91D982A7D892}"/>
                </a:ext>
              </a:extLst>
            </p:cNvPr>
            <p:cNvSpPr/>
            <p:nvPr/>
          </p:nvSpPr>
          <p:spPr>
            <a:xfrm>
              <a:off x="6867153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0" name="Freeform: Shape 190">
              <a:extLst>
                <a:ext uri="{FF2B5EF4-FFF2-40B4-BE49-F238E27FC236}">
                  <a16:creationId xmlns:a16="http://schemas.microsoft.com/office/drawing/2014/main" id="{77480DDF-6E6E-DD49-98B8-9E4D3BA357C3}"/>
                </a:ext>
              </a:extLst>
            </p:cNvPr>
            <p:cNvSpPr/>
            <p:nvPr/>
          </p:nvSpPr>
          <p:spPr>
            <a:xfrm>
              <a:off x="6867153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1" name="Freeform: Shape 191">
              <a:extLst>
                <a:ext uri="{FF2B5EF4-FFF2-40B4-BE49-F238E27FC236}">
                  <a16:creationId xmlns:a16="http://schemas.microsoft.com/office/drawing/2014/main" id="{508FF196-AE6C-B648-AFAA-E0F6EF75B205}"/>
                </a:ext>
              </a:extLst>
            </p:cNvPr>
            <p:cNvSpPr/>
            <p:nvPr/>
          </p:nvSpPr>
          <p:spPr>
            <a:xfrm>
              <a:off x="6867153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2" name="Freeform: Shape 192">
              <a:extLst>
                <a:ext uri="{FF2B5EF4-FFF2-40B4-BE49-F238E27FC236}">
                  <a16:creationId xmlns:a16="http://schemas.microsoft.com/office/drawing/2014/main" id="{588BE784-345E-6340-82C0-E07059E497C0}"/>
                </a:ext>
              </a:extLst>
            </p:cNvPr>
            <p:cNvSpPr/>
            <p:nvPr/>
          </p:nvSpPr>
          <p:spPr>
            <a:xfrm>
              <a:off x="6867153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3" name="Freeform: Shape 193">
              <a:extLst>
                <a:ext uri="{FF2B5EF4-FFF2-40B4-BE49-F238E27FC236}">
                  <a16:creationId xmlns:a16="http://schemas.microsoft.com/office/drawing/2014/main" id="{26211943-BD7F-4E4D-8FE2-03B81F5DAAAF}"/>
                </a:ext>
              </a:extLst>
            </p:cNvPr>
            <p:cNvSpPr/>
            <p:nvPr/>
          </p:nvSpPr>
          <p:spPr>
            <a:xfrm>
              <a:off x="6867153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4" name="Freeform: Shape 194">
              <a:extLst>
                <a:ext uri="{FF2B5EF4-FFF2-40B4-BE49-F238E27FC236}">
                  <a16:creationId xmlns:a16="http://schemas.microsoft.com/office/drawing/2014/main" id="{62269C14-A793-9E4F-BC85-CBA287B91163}"/>
                </a:ext>
              </a:extLst>
            </p:cNvPr>
            <p:cNvSpPr/>
            <p:nvPr/>
          </p:nvSpPr>
          <p:spPr>
            <a:xfrm>
              <a:off x="6867153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5" name="Freeform: Shape 195">
              <a:extLst>
                <a:ext uri="{FF2B5EF4-FFF2-40B4-BE49-F238E27FC236}">
                  <a16:creationId xmlns:a16="http://schemas.microsoft.com/office/drawing/2014/main" id="{EC054C6B-34A5-204B-B6BB-457E63E8B018}"/>
                </a:ext>
              </a:extLst>
            </p:cNvPr>
            <p:cNvSpPr/>
            <p:nvPr/>
          </p:nvSpPr>
          <p:spPr>
            <a:xfrm>
              <a:off x="6867153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6" name="Freeform: Shape 196">
              <a:extLst>
                <a:ext uri="{FF2B5EF4-FFF2-40B4-BE49-F238E27FC236}">
                  <a16:creationId xmlns:a16="http://schemas.microsoft.com/office/drawing/2014/main" id="{7E5E1311-D028-B748-BF37-F2D4F595B26D}"/>
                </a:ext>
              </a:extLst>
            </p:cNvPr>
            <p:cNvSpPr/>
            <p:nvPr/>
          </p:nvSpPr>
          <p:spPr>
            <a:xfrm>
              <a:off x="6867153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7" name="Freeform: Shape 197">
              <a:extLst>
                <a:ext uri="{FF2B5EF4-FFF2-40B4-BE49-F238E27FC236}">
                  <a16:creationId xmlns:a16="http://schemas.microsoft.com/office/drawing/2014/main" id="{71C458DD-3924-2A40-8329-E499EEF88443}"/>
                </a:ext>
              </a:extLst>
            </p:cNvPr>
            <p:cNvSpPr/>
            <p:nvPr/>
          </p:nvSpPr>
          <p:spPr>
            <a:xfrm>
              <a:off x="6867153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8" name="Freeform: Shape 198">
              <a:extLst>
                <a:ext uri="{FF2B5EF4-FFF2-40B4-BE49-F238E27FC236}">
                  <a16:creationId xmlns:a16="http://schemas.microsoft.com/office/drawing/2014/main" id="{899BDD09-6B0C-754E-8E8C-76BD7E489266}"/>
                </a:ext>
              </a:extLst>
            </p:cNvPr>
            <p:cNvSpPr/>
            <p:nvPr/>
          </p:nvSpPr>
          <p:spPr>
            <a:xfrm>
              <a:off x="6867153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9" name="Freeform: Shape 199">
              <a:extLst>
                <a:ext uri="{FF2B5EF4-FFF2-40B4-BE49-F238E27FC236}">
                  <a16:creationId xmlns:a16="http://schemas.microsoft.com/office/drawing/2014/main" id="{7FCE2AF4-E15D-3341-B97E-303956210562}"/>
                </a:ext>
              </a:extLst>
            </p:cNvPr>
            <p:cNvSpPr/>
            <p:nvPr/>
          </p:nvSpPr>
          <p:spPr>
            <a:xfrm>
              <a:off x="6867153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0" name="Freeform: Shape 200">
              <a:extLst>
                <a:ext uri="{FF2B5EF4-FFF2-40B4-BE49-F238E27FC236}">
                  <a16:creationId xmlns:a16="http://schemas.microsoft.com/office/drawing/2014/main" id="{5B8C426B-BDE6-7A43-B53E-4FAA163BF47E}"/>
                </a:ext>
              </a:extLst>
            </p:cNvPr>
            <p:cNvSpPr/>
            <p:nvPr/>
          </p:nvSpPr>
          <p:spPr>
            <a:xfrm>
              <a:off x="6867153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1" name="Freeform: Shape 201">
              <a:extLst>
                <a:ext uri="{FF2B5EF4-FFF2-40B4-BE49-F238E27FC236}">
                  <a16:creationId xmlns:a16="http://schemas.microsoft.com/office/drawing/2014/main" id="{B2FB1185-6FAF-D44E-9ED2-E058046FB592}"/>
                </a:ext>
              </a:extLst>
            </p:cNvPr>
            <p:cNvSpPr/>
            <p:nvPr/>
          </p:nvSpPr>
          <p:spPr>
            <a:xfrm>
              <a:off x="6595234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2" name="Freeform: Shape 202">
              <a:extLst>
                <a:ext uri="{FF2B5EF4-FFF2-40B4-BE49-F238E27FC236}">
                  <a16:creationId xmlns:a16="http://schemas.microsoft.com/office/drawing/2014/main" id="{596F38EA-3672-3D4F-91BA-3E9F79C33BD6}"/>
                </a:ext>
              </a:extLst>
            </p:cNvPr>
            <p:cNvSpPr/>
            <p:nvPr/>
          </p:nvSpPr>
          <p:spPr>
            <a:xfrm>
              <a:off x="6595234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3" name="Freeform: Shape 203">
              <a:extLst>
                <a:ext uri="{FF2B5EF4-FFF2-40B4-BE49-F238E27FC236}">
                  <a16:creationId xmlns:a16="http://schemas.microsoft.com/office/drawing/2014/main" id="{AB83A8C1-22A7-AE4C-B4AD-1B5F7AA0AB78}"/>
                </a:ext>
              </a:extLst>
            </p:cNvPr>
            <p:cNvSpPr/>
            <p:nvPr/>
          </p:nvSpPr>
          <p:spPr>
            <a:xfrm>
              <a:off x="6595234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4" name="Freeform: Shape 204">
              <a:extLst>
                <a:ext uri="{FF2B5EF4-FFF2-40B4-BE49-F238E27FC236}">
                  <a16:creationId xmlns:a16="http://schemas.microsoft.com/office/drawing/2014/main" id="{BADBA5E0-5FDC-194D-9160-BA23BEA6DE9D}"/>
                </a:ext>
              </a:extLst>
            </p:cNvPr>
            <p:cNvSpPr/>
            <p:nvPr/>
          </p:nvSpPr>
          <p:spPr>
            <a:xfrm>
              <a:off x="6595234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5" name="Freeform: Shape 205">
              <a:extLst>
                <a:ext uri="{FF2B5EF4-FFF2-40B4-BE49-F238E27FC236}">
                  <a16:creationId xmlns:a16="http://schemas.microsoft.com/office/drawing/2014/main" id="{A1CFC6BF-E0DB-F445-B64F-626958ACCB5D}"/>
                </a:ext>
              </a:extLst>
            </p:cNvPr>
            <p:cNvSpPr/>
            <p:nvPr/>
          </p:nvSpPr>
          <p:spPr>
            <a:xfrm>
              <a:off x="6595234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6" name="Freeform: Shape 206">
              <a:extLst>
                <a:ext uri="{FF2B5EF4-FFF2-40B4-BE49-F238E27FC236}">
                  <a16:creationId xmlns:a16="http://schemas.microsoft.com/office/drawing/2014/main" id="{A0CF1D47-90E8-044E-BBA6-25E153C20F57}"/>
                </a:ext>
              </a:extLst>
            </p:cNvPr>
            <p:cNvSpPr/>
            <p:nvPr/>
          </p:nvSpPr>
          <p:spPr>
            <a:xfrm>
              <a:off x="6595234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7" name="Freeform: Shape 207">
              <a:extLst>
                <a:ext uri="{FF2B5EF4-FFF2-40B4-BE49-F238E27FC236}">
                  <a16:creationId xmlns:a16="http://schemas.microsoft.com/office/drawing/2014/main" id="{7898345B-B4EF-A044-8031-31038036C358}"/>
                </a:ext>
              </a:extLst>
            </p:cNvPr>
            <p:cNvSpPr/>
            <p:nvPr/>
          </p:nvSpPr>
          <p:spPr>
            <a:xfrm>
              <a:off x="6595234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8" name="Freeform: Shape 208">
              <a:extLst>
                <a:ext uri="{FF2B5EF4-FFF2-40B4-BE49-F238E27FC236}">
                  <a16:creationId xmlns:a16="http://schemas.microsoft.com/office/drawing/2014/main" id="{0755533D-71D1-EA49-8151-75FBCFCCFFE8}"/>
                </a:ext>
              </a:extLst>
            </p:cNvPr>
            <p:cNvSpPr/>
            <p:nvPr/>
          </p:nvSpPr>
          <p:spPr>
            <a:xfrm>
              <a:off x="6595234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9" name="Freeform: Shape 209">
              <a:extLst>
                <a:ext uri="{FF2B5EF4-FFF2-40B4-BE49-F238E27FC236}">
                  <a16:creationId xmlns:a16="http://schemas.microsoft.com/office/drawing/2014/main" id="{1C7C5151-E183-C749-8F57-8365ADF77B39}"/>
                </a:ext>
              </a:extLst>
            </p:cNvPr>
            <p:cNvSpPr/>
            <p:nvPr/>
          </p:nvSpPr>
          <p:spPr>
            <a:xfrm>
              <a:off x="6595234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0" name="Freeform: Shape 210">
              <a:extLst>
                <a:ext uri="{FF2B5EF4-FFF2-40B4-BE49-F238E27FC236}">
                  <a16:creationId xmlns:a16="http://schemas.microsoft.com/office/drawing/2014/main" id="{9FEA1E89-F427-EA4E-9C93-408FF7720D62}"/>
                </a:ext>
              </a:extLst>
            </p:cNvPr>
            <p:cNvSpPr/>
            <p:nvPr/>
          </p:nvSpPr>
          <p:spPr>
            <a:xfrm>
              <a:off x="6595234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1" name="Freeform: Shape 211">
              <a:extLst>
                <a:ext uri="{FF2B5EF4-FFF2-40B4-BE49-F238E27FC236}">
                  <a16:creationId xmlns:a16="http://schemas.microsoft.com/office/drawing/2014/main" id="{BF0E6EEF-23B4-5242-A7A0-5DE4F6705352}"/>
                </a:ext>
              </a:extLst>
            </p:cNvPr>
            <p:cNvSpPr/>
            <p:nvPr/>
          </p:nvSpPr>
          <p:spPr>
            <a:xfrm>
              <a:off x="6595234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2" name="Freeform: Shape 212">
              <a:extLst>
                <a:ext uri="{FF2B5EF4-FFF2-40B4-BE49-F238E27FC236}">
                  <a16:creationId xmlns:a16="http://schemas.microsoft.com/office/drawing/2014/main" id="{CCA159F8-F6F0-9D4C-89A6-D942B6DF433B}"/>
                </a:ext>
              </a:extLst>
            </p:cNvPr>
            <p:cNvSpPr/>
            <p:nvPr/>
          </p:nvSpPr>
          <p:spPr>
            <a:xfrm>
              <a:off x="6595234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3" name="Freeform: Shape 213">
              <a:extLst>
                <a:ext uri="{FF2B5EF4-FFF2-40B4-BE49-F238E27FC236}">
                  <a16:creationId xmlns:a16="http://schemas.microsoft.com/office/drawing/2014/main" id="{DC979070-CC59-E14C-82FF-4BFA85ECE505}"/>
                </a:ext>
              </a:extLst>
            </p:cNvPr>
            <p:cNvSpPr/>
            <p:nvPr/>
          </p:nvSpPr>
          <p:spPr>
            <a:xfrm>
              <a:off x="6595234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4" name="Freeform: Shape 214">
              <a:extLst>
                <a:ext uri="{FF2B5EF4-FFF2-40B4-BE49-F238E27FC236}">
                  <a16:creationId xmlns:a16="http://schemas.microsoft.com/office/drawing/2014/main" id="{1C566D10-7FE2-0C47-A8B7-82B7C31F40EE}"/>
                </a:ext>
              </a:extLst>
            </p:cNvPr>
            <p:cNvSpPr/>
            <p:nvPr/>
          </p:nvSpPr>
          <p:spPr>
            <a:xfrm>
              <a:off x="6595234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5" name="Freeform: Shape 215">
              <a:extLst>
                <a:ext uri="{FF2B5EF4-FFF2-40B4-BE49-F238E27FC236}">
                  <a16:creationId xmlns:a16="http://schemas.microsoft.com/office/drawing/2014/main" id="{4731B0CF-1C86-D24C-8643-3AA4A1E5D7A5}"/>
                </a:ext>
              </a:extLst>
            </p:cNvPr>
            <p:cNvSpPr/>
            <p:nvPr/>
          </p:nvSpPr>
          <p:spPr>
            <a:xfrm>
              <a:off x="6595234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6" name="Freeform: Shape 216">
              <a:extLst>
                <a:ext uri="{FF2B5EF4-FFF2-40B4-BE49-F238E27FC236}">
                  <a16:creationId xmlns:a16="http://schemas.microsoft.com/office/drawing/2014/main" id="{836C8E82-8C26-534B-B143-C05AEFBCD0A4}"/>
                </a:ext>
              </a:extLst>
            </p:cNvPr>
            <p:cNvSpPr/>
            <p:nvPr/>
          </p:nvSpPr>
          <p:spPr>
            <a:xfrm>
              <a:off x="6595234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7" name="Freeform: Shape 217">
              <a:extLst>
                <a:ext uri="{FF2B5EF4-FFF2-40B4-BE49-F238E27FC236}">
                  <a16:creationId xmlns:a16="http://schemas.microsoft.com/office/drawing/2014/main" id="{A4D4BE7E-E6A5-F141-98D1-A4443C8D56A1}"/>
                </a:ext>
              </a:extLst>
            </p:cNvPr>
            <p:cNvSpPr/>
            <p:nvPr/>
          </p:nvSpPr>
          <p:spPr>
            <a:xfrm>
              <a:off x="6595234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8" name="Freeform: Shape 218">
              <a:extLst>
                <a:ext uri="{FF2B5EF4-FFF2-40B4-BE49-F238E27FC236}">
                  <a16:creationId xmlns:a16="http://schemas.microsoft.com/office/drawing/2014/main" id="{7AE6D108-D2AE-0B42-B782-3CA40006E9EC}"/>
                </a:ext>
              </a:extLst>
            </p:cNvPr>
            <p:cNvSpPr/>
            <p:nvPr/>
          </p:nvSpPr>
          <p:spPr>
            <a:xfrm>
              <a:off x="6595234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9" name="Freeform: Shape 219">
              <a:extLst>
                <a:ext uri="{FF2B5EF4-FFF2-40B4-BE49-F238E27FC236}">
                  <a16:creationId xmlns:a16="http://schemas.microsoft.com/office/drawing/2014/main" id="{3C5F0B0F-D93B-1240-9344-65A0D1361D48}"/>
                </a:ext>
              </a:extLst>
            </p:cNvPr>
            <p:cNvSpPr/>
            <p:nvPr/>
          </p:nvSpPr>
          <p:spPr>
            <a:xfrm>
              <a:off x="6595234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0" name="Freeform: Shape 220">
              <a:extLst>
                <a:ext uri="{FF2B5EF4-FFF2-40B4-BE49-F238E27FC236}">
                  <a16:creationId xmlns:a16="http://schemas.microsoft.com/office/drawing/2014/main" id="{5D1C2C46-C6E0-A644-A464-C6BF7FD7A397}"/>
                </a:ext>
              </a:extLst>
            </p:cNvPr>
            <p:cNvSpPr/>
            <p:nvPr/>
          </p:nvSpPr>
          <p:spPr>
            <a:xfrm>
              <a:off x="6595234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1" name="Freeform: Shape 221">
              <a:extLst>
                <a:ext uri="{FF2B5EF4-FFF2-40B4-BE49-F238E27FC236}">
                  <a16:creationId xmlns:a16="http://schemas.microsoft.com/office/drawing/2014/main" id="{33DD303A-5DB4-6340-A594-122FB017565B}"/>
                </a:ext>
              </a:extLst>
            </p:cNvPr>
            <p:cNvSpPr/>
            <p:nvPr/>
          </p:nvSpPr>
          <p:spPr>
            <a:xfrm>
              <a:off x="6323316" y="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2" name="Freeform: Shape 222">
              <a:extLst>
                <a:ext uri="{FF2B5EF4-FFF2-40B4-BE49-F238E27FC236}">
                  <a16:creationId xmlns:a16="http://schemas.microsoft.com/office/drawing/2014/main" id="{23722F55-B259-1C4A-90B2-4D621B55A330}"/>
                </a:ext>
              </a:extLst>
            </p:cNvPr>
            <p:cNvSpPr/>
            <p:nvPr/>
          </p:nvSpPr>
          <p:spPr>
            <a:xfrm>
              <a:off x="6323316" y="2689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3" name="Freeform: Shape 223">
              <a:extLst>
                <a:ext uri="{FF2B5EF4-FFF2-40B4-BE49-F238E27FC236}">
                  <a16:creationId xmlns:a16="http://schemas.microsoft.com/office/drawing/2014/main" id="{BD6236D1-B82A-9B42-8C7A-8848D8EA6F39}"/>
                </a:ext>
              </a:extLst>
            </p:cNvPr>
            <p:cNvSpPr/>
            <p:nvPr/>
          </p:nvSpPr>
          <p:spPr>
            <a:xfrm>
              <a:off x="6323316" y="53721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4" name="Freeform: Shape 224">
              <a:extLst>
                <a:ext uri="{FF2B5EF4-FFF2-40B4-BE49-F238E27FC236}">
                  <a16:creationId xmlns:a16="http://schemas.microsoft.com/office/drawing/2014/main" id="{2F194448-3434-3E4B-94B1-302FF3C79C21}"/>
                </a:ext>
              </a:extLst>
            </p:cNvPr>
            <p:cNvSpPr/>
            <p:nvPr/>
          </p:nvSpPr>
          <p:spPr>
            <a:xfrm>
              <a:off x="6323316" y="80615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5" name="Freeform: Shape 225">
              <a:extLst>
                <a:ext uri="{FF2B5EF4-FFF2-40B4-BE49-F238E27FC236}">
                  <a16:creationId xmlns:a16="http://schemas.microsoft.com/office/drawing/2014/main" id="{D414FF6D-ED57-4942-B419-7A32643E66FD}"/>
                </a:ext>
              </a:extLst>
            </p:cNvPr>
            <p:cNvSpPr/>
            <p:nvPr/>
          </p:nvSpPr>
          <p:spPr>
            <a:xfrm>
              <a:off x="6323316" y="107509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6" name="Freeform: Shape 226">
              <a:extLst>
                <a:ext uri="{FF2B5EF4-FFF2-40B4-BE49-F238E27FC236}">
                  <a16:creationId xmlns:a16="http://schemas.microsoft.com/office/drawing/2014/main" id="{13F4DB92-FC0B-6A44-AF19-0E0FA40B8B31}"/>
                </a:ext>
              </a:extLst>
            </p:cNvPr>
            <p:cNvSpPr/>
            <p:nvPr/>
          </p:nvSpPr>
          <p:spPr>
            <a:xfrm>
              <a:off x="6323316" y="1344033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7" name="Freeform: Shape 227">
              <a:extLst>
                <a:ext uri="{FF2B5EF4-FFF2-40B4-BE49-F238E27FC236}">
                  <a16:creationId xmlns:a16="http://schemas.microsoft.com/office/drawing/2014/main" id="{2DA3F908-2CCD-D94B-A4B9-038FD9FC04B9}"/>
                </a:ext>
              </a:extLst>
            </p:cNvPr>
            <p:cNvSpPr/>
            <p:nvPr/>
          </p:nvSpPr>
          <p:spPr>
            <a:xfrm>
              <a:off x="6323316" y="161297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8" name="Freeform: Shape 228">
              <a:extLst>
                <a:ext uri="{FF2B5EF4-FFF2-40B4-BE49-F238E27FC236}">
                  <a16:creationId xmlns:a16="http://schemas.microsoft.com/office/drawing/2014/main" id="{5E52224B-0AD1-FC4B-873F-50AE30C4BFFC}"/>
                </a:ext>
              </a:extLst>
            </p:cNvPr>
            <p:cNvSpPr/>
            <p:nvPr/>
          </p:nvSpPr>
          <p:spPr>
            <a:xfrm>
              <a:off x="6323316" y="188191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9" name="Freeform: Shape 229">
              <a:extLst>
                <a:ext uri="{FF2B5EF4-FFF2-40B4-BE49-F238E27FC236}">
                  <a16:creationId xmlns:a16="http://schemas.microsoft.com/office/drawing/2014/main" id="{DF7B646A-56A3-BA4C-8114-F7BBBE132F13}"/>
                </a:ext>
              </a:extLst>
            </p:cNvPr>
            <p:cNvSpPr/>
            <p:nvPr/>
          </p:nvSpPr>
          <p:spPr>
            <a:xfrm>
              <a:off x="6323316" y="215085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0" name="Freeform: Shape 230">
              <a:extLst>
                <a:ext uri="{FF2B5EF4-FFF2-40B4-BE49-F238E27FC236}">
                  <a16:creationId xmlns:a16="http://schemas.microsoft.com/office/drawing/2014/main" id="{1F12D669-48B9-004F-B77C-2183D4B0260B}"/>
                </a:ext>
              </a:extLst>
            </p:cNvPr>
            <p:cNvSpPr/>
            <p:nvPr/>
          </p:nvSpPr>
          <p:spPr>
            <a:xfrm>
              <a:off x="6323316" y="241912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1" name="Freeform: Shape 231">
              <a:extLst>
                <a:ext uri="{FF2B5EF4-FFF2-40B4-BE49-F238E27FC236}">
                  <a16:creationId xmlns:a16="http://schemas.microsoft.com/office/drawing/2014/main" id="{D8D7BEAC-9266-634B-AA5E-7EAF083E081C}"/>
                </a:ext>
              </a:extLst>
            </p:cNvPr>
            <p:cNvSpPr/>
            <p:nvPr/>
          </p:nvSpPr>
          <p:spPr>
            <a:xfrm>
              <a:off x="6323316" y="268806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2" name="Freeform: Shape 232">
              <a:extLst>
                <a:ext uri="{FF2B5EF4-FFF2-40B4-BE49-F238E27FC236}">
                  <a16:creationId xmlns:a16="http://schemas.microsoft.com/office/drawing/2014/main" id="{12B2C6F4-80CF-5A4F-8942-B166F0DA590B}"/>
                </a:ext>
              </a:extLst>
            </p:cNvPr>
            <p:cNvSpPr/>
            <p:nvPr/>
          </p:nvSpPr>
          <p:spPr>
            <a:xfrm>
              <a:off x="6323316" y="2957008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3" name="Freeform: Shape 233">
              <a:extLst>
                <a:ext uri="{FF2B5EF4-FFF2-40B4-BE49-F238E27FC236}">
                  <a16:creationId xmlns:a16="http://schemas.microsoft.com/office/drawing/2014/main" id="{E20A8D78-B23F-854E-A0EE-B5AD2A84A8FB}"/>
                </a:ext>
              </a:extLst>
            </p:cNvPr>
            <p:cNvSpPr/>
            <p:nvPr/>
          </p:nvSpPr>
          <p:spPr>
            <a:xfrm>
              <a:off x="6323316" y="3225949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4" name="Freeform: Shape 234">
              <a:extLst>
                <a:ext uri="{FF2B5EF4-FFF2-40B4-BE49-F238E27FC236}">
                  <a16:creationId xmlns:a16="http://schemas.microsoft.com/office/drawing/2014/main" id="{DC1A93BF-7D41-0246-9A5F-BC9CC4876FA5}"/>
                </a:ext>
              </a:extLst>
            </p:cNvPr>
            <p:cNvSpPr/>
            <p:nvPr/>
          </p:nvSpPr>
          <p:spPr>
            <a:xfrm>
              <a:off x="6323316" y="349489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5" name="Freeform: Shape 235">
              <a:extLst>
                <a:ext uri="{FF2B5EF4-FFF2-40B4-BE49-F238E27FC236}">
                  <a16:creationId xmlns:a16="http://schemas.microsoft.com/office/drawing/2014/main" id="{8538FDBE-CC47-C548-948A-92EB1DDD21F0}"/>
                </a:ext>
              </a:extLst>
            </p:cNvPr>
            <p:cNvSpPr/>
            <p:nvPr/>
          </p:nvSpPr>
          <p:spPr>
            <a:xfrm>
              <a:off x="6323316" y="376383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6" name="Freeform: Shape 236">
              <a:extLst>
                <a:ext uri="{FF2B5EF4-FFF2-40B4-BE49-F238E27FC236}">
                  <a16:creationId xmlns:a16="http://schemas.microsoft.com/office/drawing/2014/main" id="{E3D4729F-7C47-3040-AABB-9EEECBD8FA8B}"/>
                </a:ext>
              </a:extLst>
            </p:cNvPr>
            <p:cNvSpPr/>
            <p:nvPr/>
          </p:nvSpPr>
          <p:spPr>
            <a:xfrm>
              <a:off x="6323316" y="403210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7" name="Freeform: Shape 237">
              <a:extLst>
                <a:ext uri="{FF2B5EF4-FFF2-40B4-BE49-F238E27FC236}">
                  <a16:creationId xmlns:a16="http://schemas.microsoft.com/office/drawing/2014/main" id="{213AECC0-12BF-1F42-8456-CB6EEF3589EA}"/>
                </a:ext>
              </a:extLst>
            </p:cNvPr>
            <p:cNvSpPr/>
            <p:nvPr/>
          </p:nvSpPr>
          <p:spPr>
            <a:xfrm>
              <a:off x="6323316" y="43010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8" name="Freeform: Shape 238">
              <a:extLst>
                <a:ext uri="{FF2B5EF4-FFF2-40B4-BE49-F238E27FC236}">
                  <a16:creationId xmlns:a16="http://schemas.microsoft.com/office/drawing/2014/main" id="{558FFFA9-602C-B644-8BC5-2BD4307CBA80}"/>
                </a:ext>
              </a:extLst>
            </p:cNvPr>
            <p:cNvSpPr/>
            <p:nvPr/>
          </p:nvSpPr>
          <p:spPr>
            <a:xfrm>
              <a:off x="6323316" y="456998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9" name="Freeform: Shape 239">
              <a:extLst>
                <a:ext uri="{FF2B5EF4-FFF2-40B4-BE49-F238E27FC236}">
                  <a16:creationId xmlns:a16="http://schemas.microsoft.com/office/drawing/2014/main" id="{D7149FD2-35BF-8846-817C-0BA5586499D2}"/>
                </a:ext>
              </a:extLst>
            </p:cNvPr>
            <p:cNvSpPr/>
            <p:nvPr/>
          </p:nvSpPr>
          <p:spPr>
            <a:xfrm>
              <a:off x="6323316" y="483892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0" name="Freeform: Shape 240">
              <a:extLst>
                <a:ext uri="{FF2B5EF4-FFF2-40B4-BE49-F238E27FC236}">
                  <a16:creationId xmlns:a16="http://schemas.microsoft.com/office/drawing/2014/main" id="{8BF2974C-8307-4B4A-8813-D98F12BED61E}"/>
                </a:ext>
              </a:extLst>
            </p:cNvPr>
            <p:cNvSpPr/>
            <p:nvPr/>
          </p:nvSpPr>
          <p:spPr>
            <a:xfrm>
              <a:off x="6323316" y="510786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1" name="Freeform: Shape 241">
              <a:extLst>
                <a:ext uri="{FF2B5EF4-FFF2-40B4-BE49-F238E27FC236}">
                  <a16:creationId xmlns:a16="http://schemas.microsoft.com/office/drawing/2014/main" id="{B903E82B-4C45-CD47-896B-FBFF0F410F9D}"/>
                </a:ext>
              </a:extLst>
            </p:cNvPr>
            <p:cNvSpPr/>
            <p:nvPr/>
          </p:nvSpPr>
          <p:spPr>
            <a:xfrm>
              <a:off x="6051397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2" name="Freeform: Shape 242">
              <a:extLst>
                <a:ext uri="{FF2B5EF4-FFF2-40B4-BE49-F238E27FC236}">
                  <a16:creationId xmlns:a16="http://schemas.microsoft.com/office/drawing/2014/main" id="{1AC894CB-C83E-7649-A021-E87CBF65BBDA}"/>
                </a:ext>
              </a:extLst>
            </p:cNvPr>
            <p:cNvSpPr/>
            <p:nvPr/>
          </p:nvSpPr>
          <p:spPr>
            <a:xfrm>
              <a:off x="6051397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3" name="Freeform: Shape 243">
              <a:extLst>
                <a:ext uri="{FF2B5EF4-FFF2-40B4-BE49-F238E27FC236}">
                  <a16:creationId xmlns:a16="http://schemas.microsoft.com/office/drawing/2014/main" id="{366813CA-1756-B844-BC44-A0F9F5E103F5}"/>
                </a:ext>
              </a:extLst>
            </p:cNvPr>
            <p:cNvSpPr/>
            <p:nvPr/>
          </p:nvSpPr>
          <p:spPr>
            <a:xfrm>
              <a:off x="6051397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4" name="Freeform: Shape 244">
              <a:extLst>
                <a:ext uri="{FF2B5EF4-FFF2-40B4-BE49-F238E27FC236}">
                  <a16:creationId xmlns:a16="http://schemas.microsoft.com/office/drawing/2014/main" id="{1F06A41C-4553-1749-A8BE-352F0C72C54B}"/>
                </a:ext>
              </a:extLst>
            </p:cNvPr>
            <p:cNvSpPr/>
            <p:nvPr/>
          </p:nvSpPr>
          <p:spPr>
            <a:xfrm>
              <a:off x="6051397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5" name="Freeform: Shape 245">
              <a:extLst>
                <a:ext uri="{FF2B5EF4-FFF2-40B4-BE49-F238E27FC236}">
                  <a16:creationId xmlns:a16="http://schemas.microsoft.com/office/drawing/2014/main" id="{53E855DB-E06F-D142-9C6C-151C00F06061}"/>
                </a:ext>
              </a:extLst>
            </p:cNvPr>
            <p:cNvSpPr/>
            <p:nvPr/>
          </p:nvSpPr>
          <p:spPr>
            <a:xfrm>
              <a:off x="6051397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6" name="Freeform: Shape 246">
              <a:extLst>
                <a:ext uri="{FF2B5EF4-FFF2-40B4-BE49-F238E27FC236}">
                  <a16:creationId xmlns:a16="http://schemas.microsoft.com/office/drawing/2014/main" id="{CD639433-0941-774C-BA8B-50B26CF00551}"/>
                </a:ext>
              </a:extLst>
            </p:cNvPr>
            <p:cNvSpPr/>
            <p:nvPr/>
          </p:nvSpPr>
          <p:spPr>
            <a:xfrm>
              <a:off x="6051397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7" name="Freeform: Shape 247">
              <a:extLst>
                <a:ext uri="{FF2B5EF4-FFF2-40B4-BE49-F238E27FC236}">
                  <a16:creationId xmlns:a16="http://schemas.microsoft.com/office/drawing/2014/main" id="{7662D4AE-2969-0D41-9343-EA8C477552C8}"/>
                </a:ext>
              </a:extLst>
            </p:cNvPr>
            <p:cNvSpPr/>
            <p:nvPr/>
          </p:nvSpPr>
          <p:spPr>
            <a:xfrm>
              <a:off x="6051397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8" name="Freeform: Shape 248">
              <a:extLst>
                <a:ext uri="{FF2B5EF4-FFF2-40B4-BE49-F238E27FC236}">
                  <a16:creationId xmlns:a16="http://schemas.microsoft.com/office/drawing/2014/main" id="{1C40B71E-7C75-8D49-8D69-E2EDCA5C58CD}"/>
                </a:ext>
              </a:extLst>
            </p:cNvPr>
            <p:cNvSpPr/>
            <p:nvPr/>
          </p:nvSpPr>
          <p:spPr>
            <a:xfrm>
              <a:off x="6051397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9" name="Freeform: Shape 249">
              <a:extLst>
                <a:ext uri="{FF2B5EF4-FFF2-40B4-BE49-F238E27FC236}">
                  <a16:creationId xmlns:a16="http://schemas.microsoft.com/office/drawing/2014/main" id="{B83C7ACE-D763-5041-80B1-23749544CE7B}"/>
                </a:ext>
              </a:extLst>
            </p:cNvPr>
            <p:cNvSpPr/>
            <p:nvPr/>
          </p:nvSpPr>
          <p:spPr>
            <a:xfrm>
              <a:off x="6051397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0" name="Freeform: Shape 250">
              <a:extLst>
                <a:ext uri="{FF2B5EF4-FFF2-40B4-BE49-F238E27FC236}">
                  <a16:creationId xmlns:a16="http://schemas.microsoft.com/office/drawing/2014/main" id="{DE58BE93-F53B-C748-A158-2CF47C1A7024}"/>
                </a:ext>
              </a:extLst>
            </p:cNvPr>
            <p:cNvSpPr/>
            <p:nvPr/>
          </p:nvSpPr>
          <p:spPr>
            <a:xfrm>
              <a:off x="6051397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1" name="Freeform: Shape 251">
              <a:extLst>
                <a:ext uri="{FF2B5EF4-FFF2-40B4-BE49-F238E27FC236}">
                  <a16:creationId xmlns:a16="http://schemas.microsoft.com/office/drawing/2014/main" id="{9036C539-CA91-5648-8C40-824359F839D6}"/>
                </a:ext>
              </a:extLst>
            </p:cNvPr>
            <p:cNvSpPr/>
            <p:nvPr/>
          </p:nvSpPr>
          <p:spPr>
            <a:xfrm>
              <a:off x="6051397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2" name="Freeform: Shape 252">
              <a:extLst>
                <a:ext uri="{FF2B5EF4-FFF2-40B4-BE49-F238E27FC236}">
                  <a16:creationId xmlns:a16="http://schemas.microsoft.com/office/drawing/2014/main" id="{982BDFD8-4538-8F40-B854-A781EFF53679}"/>
                </a:ext>
              </a:extLst>
            </p:cNvPr>
            <p:cNvSpPr/>
            <p:nvPr/>
          </p:nvSpPr>
          <p:spPr>
            <a:xfrm>
              <a:off x="6051397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3" name="Freeform: Shape 253">
              <a:extLst>
                <a:ext uri="{FF2B5EF4-FFF2-40B4-BE49-F238E27FC236}">
                  <a16:creationId xmlns:a16="http://schemas.microsoft.com/office/drawing/2014/main" id="{E98073B5-C02A-9F45-BF3E-9E7D343948EA}"/>
                </a:ext>
              </a:extLst>
            </p:cNvPr>
            <p:cNvSpPr/>
            <p:nvPr/>
          </p:nvSpPr>
          <p:spPr>
            <a:xfrm>
              <a:off x="6051397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4" name="Freeform: Shape 254">
              <a:extLst>
                <a:ext uri="{FF2B5EF4-FFF2-40B4-BE49-F238E27FC236}">
                  <a16:creationId xmlns:a16="http://schemas.microsoft.com/office/drawing/2014/main" id="{EB2730BC-AAF5-8448-8124-3D55400F73A1}"/>
                </a:ext>
              </a:extLst>
            </p:cNvPr>
            <p:cNvSpPr/>
            <p:nvPr/>
          </p:nvSpPr>
          <p:spPr>
            <a:xfrm>
              <a:off x="6051397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5" name="Freeform: Shape 255">
              <a:extLst>
                <a:ext uri="{FF2B5EF4-FFF2-40B4-BE49-F238E27FC236}">
                  <a16:creationId xmlns:a16="http://schemas.microsoft.com/office/drawing/2014/main" id="{0853AE58-CE7D-754A-BF5F-3203D1483B12}"/>
                </a:ext>
              </a:extLst>
            </p:cNvPr>
            <p:cNvSpPr/>
            <p:nvPr/>
          </p:nvSpPr>
          <p:spPr>
            <a:xfrm>
              <a:off x="6051397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6" name="Freeform: Shape 256">
              <a:extLst>
                <a:ext uri="{FF2B5EF4-FFF2-40B4-BE49-F238E27FC236}">
                  <a16:creationId xmlns:a16="http://schemas.microsoft.com/office/drawing/2014/main" id="{FBE5017E-97B1-1F43-9E06-ECA89BADF3F5}"/>
                </a:ext>
              </a:extLst>
            </p:cNvPr>
            <p:cNvSpPr/>
            <p:nvPr/>
          </p:nvSpPr>
          <p:spPr>
            <a:xfrm>
              <a:off x="6051397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7" name="Freeform: Shape 257">
              <a:extLst>
                <a:ext uri="{FF2B5EF4-FFF2-40B4-BE49-F238E27FC236}">
                  <a16:creationId xmlns:a16="http://schemas.microsoft.com/office/drawing/2014/main" id="{189B6B4B-330F-6849-B900-2D68D1FD23A3}"/>
                </a:ext>
              </a:extLst>
            </p:cNvPr>
            <p:cNvSpPr/>
            <p:nvPr/>
          </p:nvSpPr>
          <p:spPr>
            <a:xfrm>
              <a:off x="6051397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8" name="Freeform: Shape 258">
              <a:extLst>
                <a:ext uri="{FF2B5EF4-FFF2-40B4-BE49-F238E27FC236}">
                  <a16:creationId xmlns:a16="http://schemas.microsoft.com/office/drawing/2014/main" id="{845CB3E2-CF11-3045-A3E2-6A28F55C657B}"/>
                </a:ext>
              </a:extLst>
            </p:cNvPr>
            <p:cNvSpPr/>
            <p:nvPr/>
          </p:nvSpPr>
          <p:spPr>
            <a:xfrm>
              <a:off x="6051397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9" name="Freeform: Shape 259">
              <a:extLst>
                <a:ext uri="{FF2B5EF4-FFF2-40B4-BE49-F238E27FC236}">
                  <a16:creationId xmlns:a16="http://schemas.microsoft.com/office/drawing/2014/main" id="{7B2369C4-470C-B241-BA37-1AA47B784EFC}"/>
                </a:ext>
              </a:extLst>
            </p:cNvPr>
            <p:cNvSpPr/>
            <p:nvPr/>
          </p:nvSpPr>
          <p:spPr>
            <a:xfrm>
              <a:off x="6051397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0" name="Freeform: Shape 260">
              <a:extLst>
                <a:ext uri="{FF2B5EF4-FFF2-40B4-BE49-F238E27FC236}">
                  <a16:creationId xmlns:a16="http://schemas.microsoft.com/office/drawing/2014/main" id="{42EECE9E-65E9-064F-9C08-B0F943CFC68B}"/>
                </a:ext>
              </a:extLst>
            </p:cNvPr>
            <p:cNvSpPr/>
            <p:nvPr/>
          </p:nvSpPr>
          <p:spPr>
            <a:xfrm>
              <a:off x="6051397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1" name="Freeform: Shape 261">
              <a:extLst>
                <a:ext uri="{FF2B5EF4-FFF2-40B4-BE49-F238E27FC236}">
                  <a16:creationId xmlns:a16="http://schemas.microsoft.com/office/drawing/2014/main" id="{303B7A24-1774-9C40-A43F-4EC092283D90}"/>
                </a:ext>
              </a:extLst>
            </p:cNvPr>
            <p:cNvSpPr/>
            <p:nvPr/>
          </p:nvSpPr>
          <p:spPr>
            <a:xfrm>
              <a:off x="5778806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2" name="Freeform: Shape 262">
              <a:extLst>
                <a:ext uri="{FF2B5EF4-FFF2-40B4-BE49-F238E27FC236}">
                  <a16:creationId xmlns:a16="http://schemas.microsoft.com/office/drawing/2014/main" id="{EF84CCF3-029E-8240-863B-92053BFAA756}"/>
                </a:ext>
              </a:extLst>
            </p:cNvPr>
            <p:cNvSpPr/>
            <p:nvPr/>
          </p:nvSpPr>
          <p:spPr>
            <a:xfrm>
              <a:off x="5778806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3" name="Freeform: Shape 263">
              <a:extLst>
                <a:ext uri="{FF2B5EF4-FFF2-40B4-BE49-F238E27FC236}">
                  <a16:creationId xmlns:a16="http://schemas.microsoft.com/office/drawing/2014/main" id="{29EF060E-CB7C-E14D-BBD4-BD750F574A4E}"/>
                </a:ext>
              </a:extLst>
            </p:cNvPr>
            <p:cNvSpPr/>
            <p:nvPr/>
          </p:nvSpPr>
          <p:spPr>
            <a:xfrm>
              <a:off x="5778806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4" name="Freeform: Shape 264">
              <a:extLst>
                <a:ext uri="{FF2B5EF4-FFF2-40B4-BE49-F238E27FC236}">
                  <a16:creationId xmlns:a16="http://schemas.microsoft.com/office/drawing/2014/main" id="{56A85E3E-7621-0A4C-B4FC-9A31205F6A95}"/>
                </a:ext>
              </a:extLst>
            </p:cNvPr>
            <p:cNvSpPr/>
            <p:nvPr/>
          </p:nvSpPr>
          <p:spPr>
            <a:xfrm>
              <a:off x="5778806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5" name="Freeform: Shape 265">
              <a:extLst>
                <a:ext uri="{FF2B5EF4-FFF2-40B4-BE49-F238E27FC236}">
                  <a16:creationId xmlns:a16="http://schemas.microsoft.com/office/drawing/2014/main" id="{2C70C11A-BA40-254B-BCAF-F044312548D8}"/>
                </a:ext>
              </a:extLst>
            </p:cNvPr>
            <p:cNvSpPr/>
            <p:nvPr/>
          </p:nvSpPr>
          <p:spPr>
            <a:xfrm>
              <a:off x="5778806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6" name="Freeform: Shape 266">
              <a:extLst>
                <a:ext uri="{FF2B5EF4-FFF2-40B4-BE49-F238E27FC236}">
                  <a16:creationId xmlns:a16="http://schemas.microsoft.com/office/drawing/2014/main" id="{31AA9AAE-9E21-4841-ACC6-7300C2892500}"/>
                </a:ext>
              </a:extLst>
            </p:cNvPr>
            <p:cNvSpPr/>
            <p:nvPr/>
          </p:nvSpPr>
          <p:spPr>
            <a:xfrm>
              <a:off x="5778806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7" name="Freeform: Shape 267">
              <a:extLst>
                <a:ext uri="{FF2B5EF4-FFF2-40B4-BE49-F238E27FC236}">
                  <a16:creationId xmlns:a16="http://schemas.microsoft.com/office/drawing/2014/main" id="{B37B63C2-BD99-3444-911D-A5ECED3EE2B7}"/>
                </a:ext>
              </a:extLst>
            </p:cNvPr>
            <p:cNvSpPr/>
            <p:nvPr/>
          </p:nvSpPr>
          <p:spPr>
            <a:xfrm>
              <a:off x="5778806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8" name="Freeform: Shape 268">
              <a:extLst>
                <a:ext uri="{FF2B5EF4-FFF2-40B4-BE49-F238E27FC236}">
                  <a16:creationId xmlns:a16="http://schemas.microsoft.com/office/drawing/2014/main" id="{5F246B03-BACB-E541-9AAF-0A975A3E10FE}"/>
                </a:ext>
              </a:extLst>
            </p:cNvPr>
            <p:cNvSpPr/>
            <p:nvPr/>
          </p:nvSpPr>
          <p:spPr>
            <a:xfrm>
              <a:off x="5778806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9" name="Freeform: Shape 269">
              <a:extLst>
                <a:ext uri="{FF2B5EF4-FFF2-40B4-BE49-F238E27FC236}">
                  <a16:creationId xmlns:a16="http://schemas.microsoft.com/office/drawing/2014/main" id="{441AE648-CFF1-6448-80F3-6CEC04CB7A3B}"/>
                </a:ext>
              </a:extLst>
            </p:cNvPr>
            <p:cNvSpPr/>
            <p:nvPr/>
          </p:nvSpPr>
          <p:spPr>
            <a:xfrm>
              <a:off x="5778806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0" name="Freeform: Shape 270">
              <a:extLst>
                <a:ext uri="{FF2B5EF4-FFF2-40B4-BE49-F238E27FC236}">
                  <a16:creationId xmlns:a16="http://schemas.microsoft.com/office/drawing/2014/main" id="{061711BC-02D2-3041-A791-F95DE1C87F84}"/>
                </a:ext>
              </a:extLst>
            </p:cNvPr>
            <p:cNvSpPr/>
            <p:nvPr/>
          </p:nvSpPr>
          <p:spPr>
            <a:xfrm>
              <a:off x="5778806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1" name="Freeform: Shape 271">
              <a:extLst>
                <a:ext uri="{FF2B5EF4-FFF2-40B4-BE49-F238E27FC236}">
                  <a16:creationId xmlns:a16="http://schemas.microsoft.com/office/drawing/2014/main" id="{DC44EC15-7C3F-2B43-95DF-290CCE315EBF}"/>
                </a:ext>
              </a:extLst>
            </p:cNvPr>
            <p:cNvSpPr/>
            <p:nvPr/>
          </p:nvSpPr>
          <p:spPr>
            <a:xfrm>
              <a:off x="5778806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2" name="Freeform: Shape 272">
              <a:extLst>
                <a:ext uri="{FF2B5EF4-FFF2-40B4-BE49-F238E27FC236}">
                  <a16:creationId xmlns:a16="http://schemas.microsoft.com/office/drawing/2014/main" id="{46928379-5029-9F4A-8748-4D031B228182}"/>
                </a:ext>
              </a:extLst>
            </p:cNvPr>
            <p:cNvSpPr/>
            <p:nvPr/>
          </p:nvSpPr>
          <p:spPr>
            <a:xfrm>
              <a:off x="5778806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3" name="Freeform: Shape 273">
              <a:extLst>
                <a:ext uri="{FF2B5EF4-FFF2-40B4-BE49-F238E27FC236}">
                  <a16:creationId xmlns:a16="http://schemas.microsoft.com/office/drawing/2014/main" id="{8C7326EF-2AF3-1642-BFF7-D05D476C6202}"/>
                </a:ext>
              </a:extLst>
            </p:cNvPr>
            <p:cNvSpPr/>
            <p:nvPr/>
          </p:nvSpPr>
          <p:spPr>
            <a:xfrm>
              <a:off x="5778806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4" name="Freeform: Shape 274">
              <a:extLst>
                <a:ext uri="{FF2B5EF4-FFF2-40B4-BE49-F238E27FC236}">
                  <a16:creationId xmlns:a16="http://schemas.microsoft.com/office/drawing/2014/main" id="{F5BA7252-774D-784A-979B-B15C8774AD09}"/>
                </a:ext>
              </a:extLst>
            </p:cNvPr>
            <p:cNvSpPr/>
            <p:nvPr/>
          </p:nvSpPr>
          <p:spPr>
            <a:xfrm>
              <a:off x="5778806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5" name="Freeform: Shape 275">
              <a:extLst>
                <a:ext uri="{FF2B5EF4-FFF2-40B4-BE49-F238E27FC236}">
                  <a16:creationId xmlns:a16="http://schemas.microsoft.com/office/drawing/2014/main" id="{DE404637-D22B-C84A-88B8-68C60221D21C}"/>
                </a:ext>
              </a:extLst>
            </p:cNvPr>
            <p:cNvSpPr/>
            <p:nvPr/>
          </p:nvSpPr>
          <p:spPr>
            <a:xfrm>
              <a:off x="5778806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6" name="Freeform: Shape 276">
              <a:extLst>
                <a:ext uri="{FF2B5EF4-FFF2-40B4-BE49-F238E27FC236}">
                  <a16:creationId xmlns:a16="http://schemas.microsoft.com/office/drawing/2014/main" id="{5DF45B85-32CF-B74D-A995-32045A2BFFF8}"/>
                </a:ext>
              </a:extLst>
            </p:cNvPr>
            <p:cNvSpPr/>
            <p:nvPr/>
          </p:nvSpPr>
          <p:spPr>
            <a:xfrm>
              <a:off x="5778806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7" name="Freeform: Shape 277">
              <a:extLst>
                <a:ext uri="{FF2B5EF4-FFF2-40B4-BE49-F238E27FC236}">
                  <a16:creationId xmlns:a16="http://schemas.microsoft.com/office/drawing/2014/main" id="{239F9C15-A93F-A94B-9375-4E9506C564FD}"/>
                </a:ext>
              </a:extLst>
            </p:cNvPr>
            <p:cNvSpPr/>
            <p:nvPr/>
          </p:nvSpPr>
          <p:spPr>
            <a:xfrm>
              <a:off x="5778806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8" name="Freeform: Shape 278">
              <a:extLst>
                <a:ext uri="{FF2B5EF4-FFF2-40B4-BE49-F238E27FC236}">
                  <a16:creationId xmlns:a16="http://schemas.microsoft.com/office/drawing/2014/main" id="{BF7E2006-EDC1-0C43-8119-BA28534A800D}"/>
                </a:ext>
              </a:extLst>
            </p:cNvPr>
            <p:cNvSpPr/>
            <p:nvPr/>
          </p:nvSpPr>
          <p:spPr>
            <a:xfrm>
              <a:off x="5778806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9" name="Freeform: Shape 279">
              <a:extLst>
                <a:ext uri="{FF2B5EF4-FFF2-40B4-BE49-F238E27FC236}">
                  <a16:creationId xmlns:a16="http://schemas.microsoft.com/office/drawing/2014/main" id="{481DE852-DA9F-494B-B011-4242D1DF694A}"/>
                </a:ext>
              </a:extLst>
            </p:cNvPr>
            <p:cNvSpPr/>
            <p:nvPr/>
          </p:nvSpPr>
          <p:spPr>
            <a:xfrm>
              <a:off x="5778806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0" name="Freeform: Shape 280">
              <a:extLst>
                <a:ext uri="{FF2B5EF4-FFF2-40B4-BE49-F238E27FC236}">
                  <a16:creationId xmlns:a16="http://schemas.microsoft.com/office/drawing/2014/main" id="{2B375671-8E9F-6C49-B0B7-AAB26C9B275D}"/>
                </a:ext>
              </a:extLst>
            </p:cNvPr>
            <p:cNvSpPr/>
            <p:nvPr/>
          </p:nvSpPr>
          <p:spPr>
            <a:xfrm>
              <a:off x="5778806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1" name="Freeform: Shape 281">
              <a:extLst>
                <a:ext uri="{FF2B5EF4-FFF2-40B4-BE49-F238E27FC236}">
                  <a16:creationId xmlns:a16="http://schemas.microsoft.com/office/drawing/2014/main" id="{B3496211-D8CC-8844-A1A4-5B00F63274AF}"/>
                </a:ext>
              </a:extLst>
            </p:cNvPr>
            <p:cNvSpPr/>
            <p:nvPr/>
          </p:nvSpPr>
          <p:spPr>
            <a:xfrm>
              <a:off x="5506887" y="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2" name="Freeform: Shape 282">
              <a:extLst>
                <a:ext uri="{FF2B5EF4-FFF2-40B4-BE49-F238E27FC236}">
                  <a16:creationId xmlns:a16="http://schemas.microsoft.com/office/drawing/2014/main" id="{AA656CCA-5272-0045-984F-20C897C8477A}"/>
                </a:ext>
              </a:extLst>
            </p:cNvPr>
            <p:cNvSpPr/>
            <p:nvPr/>
          </p:nvSpPr>
          <p:spPr>
            <a:xfrm>
              <a:off x="5506887" y="2689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3" name="Freeform: Shape 283">
              <a:extLst>
                <a:ext uri="{FF2B5EF4-FFF2-40B4-BE49-F238E27FC236}">
                  <a16:creationId xmlns:a16="http://schemas.microsoft.com/office/drawing/2014/main" id="{0E999AC5-D66F-044E-A89E-6DE420988416}"/>
                </a:ext>
              </a:extLst>
            </p:cNvPr>
            <p:cNvSpPr/>
            <p:nvPr/>
          </p:nvSpPr>
          <p:spPr>
            <a:xfrm>
              <a:off x="5506887" y="53721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4" name="Freeform: Shape 284">
              <a:extLst>
                <a:ext uri="{FF2B5EF4-FFF2-40B4-BE49-F238E27FC236}">
                  <a16:creationId xmlns:a16="http://schemas.microsoft.com/office/drawing/2014/main" id="{0C9854C5-0A73-4641-B550-305B44491143}"/>
                </a:ext>
              </a:extLst>
            </p:cNvPr>
            <p:cNvSpPr/>
            <p:nvPr/>
          </p:nvSpPr>
          <p:spPr>
            <a:xfrm>
              <a:off x="5506887" y="80615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5" name="Freeform: Shape 285">
              <a:extLst>
                <a:ext uri="{FF2B5EF4-FFF2-40B4-BE49-F238E27FC236}">
                  <a16:creationId xmlns:a16="http://schemas.microsoft.com/office/drawing/2014/main" id="{0D1F6166-CC43-AB42-981A-9643FAA32DFD}"/>
                </a:ext>
              </a:extLst>
            </p:cNvPr>
            <p:cNvSpPr/>
            <p:nvPr/>
          </p:nvSpPr>
          <p:spPr>
            <a:xfrm>
              <a:off x="5506887" y="107509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6" name="Freeform: Shape 286">
              <a:extLst>
                <a:ext uri="{FF2B5EF4-FFF2-40B4-BE49-F238E27FC236}">
                  <a16:creationId xmlns:a16="http://schemas.microsoft.com/office/drawing/2014/main" id="{2DAB3039-DF3C-BA48-9E11-01B2E8E1E0D1}"/>
                </a:ext>
              </a:extLst>
            </p:cNvPr>
            <p:cNvSpPr/>
            <p:nvPr/>
          </p:nvSpPr>
          <p:spPr>
            <a:xfrm>
              <a:off x="5506887" y="1344033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7" name="Freeform: Shape 287">
              <a:extLst>
                <a:ext uri="{FF2B5EF4-FFF2-40B4-BE49-F238E27FC236}">
                  <a16:creationId xmlns:a16="http://schemas.microsoft.com/office/drawing/2014/main" id="{815FBFE3-C89F-4E41-8F13-A87E0F93C067}"/>
                </a:ext>
              </a:extLst>
            </p:cNvPr>
            <p:cNvSpPr/>
            <p:nvPr/>
          </p:nvSpPr>
          <p:spPr>
            <a:xfrm>
              <a:off x="5506887" y="161297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8" name="Freeform: Shape 288">
              <a:extLst>
                <a:ext uri="{FF2B5EF4-FFF2-40B4-BE49-F238E27FC236}">
                  <a16:creationId xmlns:a16="http://schemas.microsoft.com/office/drawing/2014/main" id="{54FB952B-6911-C248-86DB-16BAD325821A}"/>
                </a:ext>
              </a:extLst>
            </p:cNvPr>
            <p:cNvSpPr/>
            <p:nvPr/>
          </p:nvSpPr>
          <p:spPr>
            <a:xfrm>
              <a:off x="5506887" y="188191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9" name="Freeform: Shape 289">
              <a:extLst>
                <a:ext uri="{FF2B5EF4-FFF2-40B4-BE49-F238E27FC236}">
                  <a16:creationId xmlns:a16="http://schemas.microsoft.com/office/drawing/2014/main" id="{9E08678E-9F3C-D44B-AE68-E24C55DADC11}"/>
                </a:ext>
              </a:extLst>
            </p:cNvPr>
            <p:cNvSpPr/>
            <p:nvPr/>
          </p:nvSpPr>
          <p:spPr>
            <a:xfrm>
              <a:off x="5506887" y="215085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0" name="Freeform: Shape 290">
              <a:extLst>
                <a:ext uri="{FF2B5EF4-FFF2-40B4-BE49-F238E27FC236}">
                  <a16:creationId xmlns:a16="http://schemas.microsoft.com/office/drawing/2014/main" id="{8A7FADB1-6AE2-ED4B-8047-3B304110906B}"/>
                </a:ext>
              </a:extLst>
            </p:cNvPr>
            <p:cNvSpPr/>
            <p:nvPr/>
          </p:nvSpPr>
          <p:spPr>
            <a:xfrm>
              <a:off x="5506887" y="241912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1" name="Freeform: Shape 291">
              <a:extLst>
                <a:ext uri="{FF2B5EF4-FFF2-40B4-BE49-F238E27FC236}">
                  <a16:creationId xmlns:a16="http://schemas.microsoft.com/office/drawing/2014/main" id="{EE0C5DC8-18E0-8445-B5E3-D49FBF3205D2}"/>
                </a:ext>
              </a:extLst>
            </p:cNvPr>
            <p:cNvSpPr/>
            <p:nvPr/>
          </p:nvSpPr>
          <p:spPr>
            <a:xfrm>
              <a:off x="5506887" y="268806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2" name="Freeform: Shape 292">
              <a:extLst>
                <a:ext uri="{FF2B5EF4-FFF2-40B4-BE49-F238E27FC236}">
                  <a16:creationId xmlns:a16="http://schemas.microsoft.com/office/drawing/2014/main" id="{D1B3E36E-F3ED-B547-AD0B-1487A1245174}"/>
                </a:ext>
              </a:extLst>
            </p:cNvPr>
            <p:cNvSpPr/>
            <p:nvPr/>
          </p:nvSpPr>
          <p:spPr>
            <a:xfrm>
              <a:off x="5506887" y="2957008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3" name="Freeform: Shape 293">
              <a:extLst>
                <a:ext uri="{FF2B5EF4-FFF2-40B4-BE49-F238E27FC236}">
                  <a16:creationId xmlns:a16="http://schemas.microsoft.com/office/drawing/2014/main" id="{D6491B4E-124F-0041-858D-B6C91039F7E0}"/>
                </a:ext>
              </a:extLst>
            </p:cNvPr>
            <p:cNvSpPr/>
            <p:nvPr/>
          </p:nvSpPr>
          <p:spPr>
            <a:xfrm>
              <a:off x="5506887" y="3225949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4" name="Freeform: Shape 294">
              <a:extLst>
                <a:ext uri="{FF2B5EF4-FFF2-40B4-BE49-F238E27FC236}">
                  <a16:creationId xmlns:a16="http://schemas.microsoft.com/office/drawing/2014/main" id="{6E741CD3-E548-7A4F-A8C4-AE204F1B397E}"/>
                </a:ext>
              </a:extLst>
            </p:cNvPr>
            <p:cNvSpPr/>
            <p:nvPr/>
          </p:nvSpPr>
          <p:spPr>
            <a:xfrm>
              <a:off x="5506887" y="349489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5" name="Freeform: Shape 295">
              <a:extLst>
                <a:ext uri="{FF2B5EF4-FFF2-40B4-BE49-F238E27FC236}">
                  <a16:creationId xmlns:a16="http://schemas.microsoft.com/office/drawing/2014/main" id="{025BF455-B110-4249-A2DD-324B7FA91B65}"/>
                </a:ext>
              </a:extLst>
            </p:cNvPr>
            <p:cNvSpPr/>
            <p:nvPr/>
          </p:nvSpPr>
          <p:spPr>
            <a:xfrm>
              <a:off x="5506887" y="376383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6" name="Freeform: Shape 296">
              <a:extLst>
                <a:ext uri="{FF2B5EF4-FFF2-40B4-BE49-F238E27FC236}">
                  <a16:creationId xmlns:a16="http://schemas.microsoft.com/office/drawing/2014/main" id="{6F30AF6A-34C6-2945-BC4A-EF6202D78C5F}"/>
                </a:ext>
              </a:extLst>
            </p:cNvPr>
            <p:cNvSpPr/>
            <p:nvPr/>
          </p:nvSpPr>
          <p:spPr>
            <a:xfrm>
              <a:off x="5506887" y="403210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7" name="Freeform: Shape 297">
              <a:extLst>
                <a:ext uri="{FF2B5EF4-FFF2-40B4-BE49-F238E27FC236}">
                  <a16:creationId xmlns:a16="http://schemas.microsoft.com/office/drawing/2014/main" id="{B0180DCB-FE0E-E14E-A59A-8CAA1177801E}"/>
                </a:ext>
              </a:extLst>
            </p:cNvPr>
            <p:cNvSpPr/>
            <p:nvPr/>
          </p:nvSpPr>
          <p:spPr>
            <a:xfrm>
              <a:off x="5506887" y="43010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8" name="Freeform: Shape 298">
              <a:extLst>
                <a:ext uri="{FF2B5EF4-FFF2-40B4-BE49-F238E27FC236}">
                  <a16:creationId xmlns:a16="http://schemas.microsoft.com/office/drawing/2014/main" id="{631BFEEB-D0CF-A441-9EF6-9AB867B7C5D4}"/>
                </a:ext>
              </a:extLst>
            </p:cNvPr>
            <p:cNvSpPr/>
            <p:nvPr/>
          </p:nvSpPr>
          <p:spPr>
            <a:xfrm>
              <a:off x="5506887" y="456998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reeform: Shape 299">
              <a:extLst>
                <a:ext uri="{FF2B5EF4-FFF2-40B4-BE49-F238E27FC236}">
                  <a16:creationId xmlns:a16="http://schemas.microsoft.com/office/drawing/2014/main" id="{1B3C683E-1B68-EB4F-B077-1FFE6D80C64A}"/>
                </a:ext>
              </a:extLst>
            </p:cNvPr>
            <p:cNvSpPr/>
            <p:nvPr/>
          </p:nvSpPr>
          <p:spPr>
            <a:xfrm>
              <a:off x="5506887" y="483892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reeform: Shape 300">
              <a:extLst>
                <a:ext uri="{FF2B5EF4-FFF2-40B4-BE49-F238E27FC236}">
                  <a16:creationId xmlns:a16="http://schemas.microsoft.com/office/drawing/2014/main" id="{894BE44B-0F60-684E-BC80-F192B8C3F529}"/>
                </a:ext>
              </a:extLst>
            </p:cNvPr>
            <p:cNvSpPr/>
            <p:nvPr/>
          </p:nvSpPr>
          <p:spPr>
            <a:xfrm>
              <a:off x="5506887" y="510786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reeform: Shape 301">
              <a:extLst>
                <a:ext uri="{FF2B5EF4-FFF2-40B4-BE49-F238E27FC236}">
                  <a16:creationId xmlns:a16="http://schemas.microsoft.com/office/drawing/2014/main" id="{1F4EE3BC-6B15-6947-87CC-63C99196CB04}"/>
                </a:ext>
              </a:extLst>
            </p:cNvPr>
            <p:cNvSpPr/>
            <p:nvPr/>
          </p:nvSpPr>
          <p:spPr>
            <a:xfrm>
              <a:off x="5234969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reeform: Shape 302">
              <a:extLst>
                <a:ext uri="{FF2B5EF4-FFF2-40B4-BE49-F238E27FC236}">
                  <a16:creationId xmlns:a16="http://schemas.microsoft.com/office/drawing/2014/main" id="{76D580F8-9AAC-864B-B73D-01D2EC9B959F}"/>
                </a:ext>
              </a:extLst>
            </p:cNvPr>
            <p:cNvSpPr/>
            <p:nvPr/>
          </p:nvSpPr>
          <p:spPr>
            <a:xfrm>
              <a:off x="5234969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reeform: Shape 303">
              <a:extLst>
                <a:ext uri="{FF2B5EF4-FFF2-40B4-BE49-F238E27FC236}">
                  <a16:creationId xmlns:a16="http://schemas.microsoft.com/office/drawing/2014/main" id="{46FDB8E1-0930-AB47-AF79-185F0F956A2F}"/>
                </a:ext>
              </a:extLst>
            </p:cNvPr>
            <p:cNvSpPr/>
            <p:nvPr/>
          </p:nvSpPr>
          <p:spPr>
            <a:xfrm>
              <a:off x="5234969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4" name="Freeform: Shape 304">
              <a:extLst>
                <a:ext uri="{FF2B5EF4-FFF2-40B4-BE49-F238E27FC236}">
                  <a16:creationId xmlns:a16="http://schemas.microsoft.com/office/drawing/2014/main" id="{C2048C3A-F24B-E04C-BB2F-FE809F8E57A7}"/>
                </a:ext>
              </a:extLst>
            </p:cNvPr>
            <p:cNvSpPr/>
            <p:nvPr/>
          </p:nvSpPr>
          <p:spPr>
            <a:xfrm>
              <a:off x="5234969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5" name="Freeform: Shape 305">
              <a:extLst>
                <a:ext uri="{FF2B5EF4-FFF2-40B4-BE49-F238E27FC236}">
                  <a16:creationId xmlns:a16="http://schemas.microsoft.com/office/drawing/2014/main" id="{5954F37E-53E8-CD4D-9954-DD039220B66D}"/>
                </a:ext>
              </a:extLst>
            </p:cNvPr>
            <p:cNvSpPr/>
            <p:nvPr/>
          </p:nvSpPr>
          <p:spPr>
            <a:xfrm>
              <a:off x="5234969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6" name="Freeform: Shape 306">
              <a:extLst>
                <a:ext uri="{FF2B5EF4-FFF2-40B4-BE49-F238E27FC236}">
                  <a16:creationId xmlns:a16="http://schemas.microsoft.com/office/drawing/2014/main" id="{15E8402D-DCB0-174D-A4D2-4EEFAE6EC104}"/>
                </a:ext>
              </a:extLst>
            </p:cNvPr>
            <p:cNvSpPr/>
            <p:nvPr/>
          </p:nvSpPr>
          <p:spPr>
            <a:xfrm>
              <a:off x="5234969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7" name="Freeform: Shape 307">
              <a:extLst>
                <a:ext uri="{FF2B5EF4-FFF2-40B4-BE49-F238E27FC236}">
                  <a16:creationId xmlns:a16="http://schemas.microsoft.com/office/drawing/2014/main" id="{1F41DC43-A885-EB4D-852C-75D6A9625073}"/>
                </a:ext>
              </a:extLst>
            </p:cNvPr>
            <p:cNvSpPr/>
            <p:nvPr/>
          </p:nvSpPr>
          <p:spPr>
            <a:xfrm>
              <a:off x="5234969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8" name="Freeform: Shape 308">
              <a:extLst>
                <a:ext uri="{FF2B5EF4-FFF2-40B4-BE49-F238E27FC236}">
                  <a16:creationId xmlns:a16="http://schemas.microsoft.com/office/drawing/2014/main" id="{7D07FF3C-A256-3541-BED0-EF9BD5F7F215}"/>
                </a:ext>
              </a:extLst>
            </p:cNvPr>
            <p:cNvSpPr/>
            <p:nvPr/>
          </p:nvSpPr>
          <p:spPr>
            <a:xfrm>
              <a:off x="5234969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9" name="Freeform: Shape 309">
              <a:extLst>
                <a:ext uri="{FF2B5EF4-FFF2-40B4-BE49-F238E27FC236}">
                  <a16:creationId xmlns:a16="http://schemas.microsoft.com/office/drawing/2014/main" id="{B7004CAB-0F4B-7A4D-B42C-D753B852B21C}"/>
                </a:ext>
              </a:extLst>
            </p:cNvPr>
            <p:cNvSpPr/>
            <p:nvPr/>
          </p:nvSpPr>
          <p:spPr>
            <a:xfrm>
              <a:off x="5234969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0" name="Freeform: Shape 310">
              <a:extLst>
                <a:ext uri="{FF2B5EF4-FFF2-40B4-BE49-F238E27FC236}">
                  <a16:creationId xmlns:a16="http://schemas.microsoft.com/office/drawing/2014/main" id="{733798E4-6CA5-0D48-95DF-00B94DE0727A}"/>
                </a:ext>
              </a:extLst>
            </p:cNvPr>
            <p:cNvSpPr/>
            <p:nvPr/>
          </p:nvSpPr>
          <p:spPr>
            <a:xfrm>
              <a:off x="5234969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1" name="Freeform: Shape 311">
              <a:extLst>
                <a:ext uri="{FF2B5EF4-FFF2-40B4-BE49-F238E27FC236}">
                  <a16:creationId xmlns:a16="http://schemas.microsoft.com/office/drawing/2014/main" id="{0E51B364-A8F8-954E-A56F-355DF4D5B686}"/>
                </a:ext>
              </a:extLst>
            </p:cNvPr>
            <p:cNvSpPr/>
            <p:nvPr/>
          </p:nvSpPr>
          <p:spPr>
            <a:xfrm>
              <a:off x="5234969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2" name="Freeform: Shape 312">
              <a:extLst>
                <a:ext uri="{FF2B5EF4-FFF2-40B4-BE49-F238E27FC236}">
                  <a16:creationId xmlns:a16="http://schemas.microsoft.com/office/drawing/2014/main" id="{88115A9D-8267-EA49-ADEC-115223069512}"/>
                </a:ext>
              </a:extLst>
            </p:cNvPr>
            <p:cNvSpPr/>
            <p:nvPr/>
          </p:nvSpPr>
          <p:spPr>
            <a:xfrm>
              <a:off x="5234969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3" name="Freeform: Shape 313">
              <a:extLst>
                <a:ext uri="{FF2B5EF4-FFF2-40B4-BE49-F238E27FC236}">
                  <a16:creationId xmlns:a16="http://schemas.microsoft.com/office/drawing/2014/main" id="{8C54AF14-09E0-1E49-84C7-DFC5B68CD434}"/>
                </a:ext>
              </a:extLst>
            </p:cNvPr>
            <p:cNvSpPr/>
            <p:nvPr/>
          </p:nvSpPr>
          <p:spPr>
            <a:xfrm>
              <a:off x="5234969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4" name="Freeform: Shape 314">
              <a:extLst>
                <a:ext uri="{FF2B5EF4-FFF2-40B4-BE49-F238E27FC236}">
                  <a16:creationId xmlns:a16="http://schemas.microsoft.com/office/drawing/2014/main" id="{B44DEF51-CB29-A64C-959A-F3E6427A4FEA}"/>
                </a:ext>
              </a:extLst>
            </p:cNvPr>
            <p:cNvSpPr/>
            <p:nvPr/>
          </p:nvSpPr>
          <p:spPr>
            <a:xfrm>
              <a:off x="5234969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5" name="Freeform: Shape 315">
              <a:extLst>
                <a:ext uri="{FF2B5EF4-FFF2-40B4-BE49-F238E27FC236}">
                  <a16:creationId xmlns:a16="http://schemas.microsoft.com/office/drawing/2014/main" id="{3A26A54F-EB39-8C40-8BC5-376CD75B54E1}"/>
                </a:ext>
              </a:extLst>
            </p:cNvPr>
            <p:cNvSpPr/>
            <p:nvPr/>
          </p:nvSpPr>
          <p:spPr>
            <a:xfrm>
              <a:off x="5234969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6" name="Freeform: Shape 316">
              <a:extLst>
                <a:ext uri="{FF2B5EF4-FFF2-40B4-BE49-F238E27FC236}">
                  <a16:creationId xmlns:a16="http://schemas.microsoft.com/office/drawing/2014/main" id="{9F75BFF3-D435-1C4D-B3DF-F6CD34BC515B}"/>
                </a:ext>
              </a:extLst>
            </p:cNvPr>
            <p:cNvSpPr/>
            <p:nvPr/>
          </p:nvSpPr>
          <p:spPr>
            <a:xfrm>
              <a:off x="5234969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7" name="Freeform: Shape 317">
              <a:extLst>
                <a:ext uri="{FF2B5EF4-FFF2-40B4-BE49-F238E27FC236}">
                  <a16:creationId xmlns:a16="http://schemas.microsoft.com/office/drawing/2014/main" id="{8237CAB2-6CD7-D846-A431-1BDC8F86F3B7}"/>
                </a:ext>
              </a:extLst>
            </p:cNvPr>
            <p:cNvSpPr/>
            <p:nvPr/>
          </p:nvSpPr>
          <p:spPr>
            <a:xfrm>
              <a:off x="5234969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8" name="Freeform: Shape 318">
              <a:extLst>
                <a:ext uri="{FF2B5EF4-FFF2-40B4-BE49-F238E27FC236}">
                  <a16:creationId xmlns:a16="http://schemas.microsoft.com/office/drawing/2014/main" id="{615D7324-D77E-D64B-9C28-C3715A37A3C8}"/>
                </a:ext>
              </a:extLst>
            </p:cNvPr>
            <p:cNvSpPr/>
            <p:nvPr/>
          </p:nvSpPr>
          <p:spPr>
            <a:xfrm>
              <a:off x="5234969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9" name="Freeform: Shape 319">
              <a:extLst>
                <a:ext uri="{FF2B5EF4-FFF2-40B4-BE49-F238E27FC236}">
                  <a16:creationId xmlns:a16="http://schemas.microsoft.com/office/drawing/2014/main" id="{3F5937D5-0B74-9C45-83FA-C9E9AA399A8D}"/>
                </a:ext>
              </a:extLst>
            </p:cNvPr>
            <p:cNvSpPr/>
            <p:nvPr/>
          </p:nvSpPr>
          <p:spPr>
            <a:xfrm>
              <a:off x="5234969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0" name="Freeform: Shape 320">
              <a:extLst>
                <a:ext uri="{FF2B5EF4-FFF2-40B4-BE49-F238E27FC236}">
                  <a16:creationId xmlns:a16="http://schemas.microsoft.com/office/drawing/2014/main" id="{744F7EE6-E3A7-154A-9A64-2F2197BB3D91}"/>
                </a:ext>
              </a:extLst>
            </p:cNvPr>
            <p:cNvSpPr/>
            <p:nvPr/>
          </p:nvSpPr>
          <p:spPr>
            <a:xfrm>
              <a:off x="5234969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1" name="Freeform: Shape 321">
              <a:extLst>
                <a:ext uri="{FF2B5EF4-FFF2-40B4-BE49-F238E27FC236}">
                  <a16:creationId xmlns:a16="http://schemas.microsoft.com/office/drawing/2014/main" id="{10A2FD86-A968-CB49-8443-50A0FCCDA57D}"/>
                </a:ext>
              </a:extLst>
            </p:cNvPr>
            <p:cNvSpPr/>
            <p:nvPr/>
          </p:nvSpPr>
          <p:spPr>
            <a:xfrm>
              <a:off x="4963051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2" name="Freeform: Shape 322">
              <a:extLst>
                <a:ext uri="{FF2B5EF4-FFF2-40B4-BE49-F238E27FC236}">
                  <a16:creationId xmlns:a16="http://schemas.microsoft.com/office/drawing/2014/main" id="{0AF35D60-A15D-E443-B587-C6FBC49C6275}"/>
                </a:ext>
              </a:extLst>
            </p:cNvPr>
            <p:cNvSpPr/>
            <p:nvPr/>
          </p:nvSpPr>
          <p:spPr>
            <a:xfrm>
              <a:off x="4963051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3" name="Freeform: Shape 323">
              <a:extLst>
                <a:ext uri="{FF2B5EF4-FFF2-40B4-BE49-F238E27FC236}">
                  <a16:creationId xmlns:a16="http://schemas.microsoft.com/office/drawing/2014/main" id="{595AC91D-4A84-F349-9CA8-5C375253E5E2}"/>
                </a:ext>
              </a:extLst>
            </p:cNvPr>
            <p:cNvSpPr/>
            <p:nvPr/>
          </p:nvSpPr>
          <p:spPr>
            <a:xfrm>
              <a:off x="4963051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4" name="Freeform: Shape 324">
              <a:extLst>
                <a:ext uri="{FF2B5EF4-FFF2-40B4-BE49-F238E27FC236}">
                  <a16:creationId xmlns:a16="http://schemas.microsoft.com/office/drawing/2014/main" id="{CAFC7DCC-9CAB-4B42-BE22-18EA74BCF327}"/>
                </a:ext>
              </a:extLst>
            </p:cNvPr>
            <p:cNvSpPr/>
            <p:nvPr/>
          </p:nvSpPr>
          <p:spPr>
            <a:xfrm>
              <a:off x="4963051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5" name="Freeform: Shape 325">
              <a:extLst>
                <a:ext uri="{FF2B5EF4-FFF2-40B4-BE49-F238E27FC236}">
                  <a16:creationId xmlns:a16="http://schemas.microsoft.com/office/drawing/2014/main" id="{376C34BA-41F6-ED4C-BD0A-7CFEB137319A}"/>
                </a:ext>
              </a:extLst>
            </p:cNvPr>
            <p:cNvSpPr/>
            <p:nvPr/>
          </p:nvSpPr>
          <p:spPr>
            <a:xfrm>
              <a:off x="4963051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6" name="Freeform: Shape 326">
              <a:extLst>
                <a:ext uri="{FF2B5EF4-FFF2-40B4-BE49-F238E27FC236}">
                  <a16:creationId xmlns:a16="http://schemas.microsoft.com/office/drawing/2014/main" id="{2F5C8FDB-5F17-BE4D-99C4-6B6CE6D5F4FB}"/>
                </a:ext>
              </a:extLst>
            </p:cNvPr>
            <p:cNvSpPr/>
            <p:nvPr/>
          </p:nvSpPr>
          <p:spPr>
            <a:xfrm>
              <a:off x="4963051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7" name="Freeform: Shape 327">
              <a:extLst>
                <a:ext uri="{FF2B5EF4-FFF2-40B4-BE49-F238E27FC236}">
                  <a16:creationId xmlns:a16="http://schemas.microsoft.com/office/drawing/2014/main" id="{F8489358-9340-034D-B5FF-6865B22E8C01}"/>
                </a:ext>
              </a:extLst>
            </p:cNvPr>
            <p:cNvSpPr/>
            <p:nvPr/>
          </p:nvSpPr>
          <p:spPr>
            <a:xfrm>
              <a:off x="4963051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8" name="Freeform: Shape 328">
              <a:extLst>
                <a:ext uri="{FF2B5EF4-FFF2-40B4-BE49-F238E27FC236}">
                  <a16:creationId xmlns:a16="http://schemas.microsoft.com/office/drawing/2014/main" id="{2CC28B76-6990-CE4F-9064-CF5F685EE1C0}"/>
                </a:ext>
              </a:extLst>
            </p:cNvPr>
            <p:cNvSpPr/>
            <p:nvPr/>
          </p:nvSpPr>
          <p:spPr>
            <a:xfrm>
              <a:off x="4963051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9" name="Freeform: Shape 329">
              <a:extLst>
                <a:ext uri="{FF2B5EF4-FFF2-40B4-BE49-F238E27FC236}">
                  <a16:creationId xmlns:a16="http://schemas.microsoft.com/office/drawing/2014/main" id="{EDCACFDA-F28D-7142-B9E8-4FE419AA1D7B}"/>
                </a:ext>
              </a:extLst>
            </p:cNvPr>
            <p:cNvSpPr/>
            <p:nvPr/>
          </p:nvSpPr>
          <p:spPr>
            <a:xfrm>
              <a:off x="4963051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0" name="Freeform: Shape 330">
              <a:extLst>
                <a:ext uri="{FF2B5EF4-FFF2-40B4-BE49-F238E27FC236}">
                  <a16:creationId xmlns:a16="http://schemas.microsoft.com/office/drawing/2014/main" id="{0C1D269F-CAC6-964F-BD59-33023A3850D1}"/>
                </a:ext>
              </a:extLst>
            </p:cNvPr>
            <p:cNvSpPr/>
            <p:nvPr/>
          </p:nvSpPr>
          <p:spPr>
            <a:xfrm>
              <a:off x="4963051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1" name="Freeform: Shape 331">
              <a:extLst>
                <a:ext uri="{FF2B5EF4-FFF2-40B4-BE49-F238E27FC236}">
                  <a16:creationId xmlns:a16="http://schemas.microsoft.com/office/drawing/2014/main" id="{C0229AF4-32E9-2546-8806-4CB501B9F19F}"/>
                </a:ext>
              </a:extLst>
            </p:cNvPr>
            <p:cNvSpPr/>
            <p:nvPr/>
          </p:nvSpPr>
          <p:spPr>
            <a:xfrm>
              <a:off x="4963051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2" name="Freeform: Shape 332">
              <a:extLst>
                <a:ext uri="{FF2B5EF4-FFF2-40B4-BE49-F238E27FC236}">
                  <a16:creationId xmlns:a16="http://schemas.microsoft.com/office/drawing/2014/main" id="{58A09705-0952-C64A-9E21-D2FD2BAAB308}"/>
                </a:ext>
              </a:extLst>
            </p:cNvPr>
            <p:cNvSpPr/>
            <p:nvPr/>
          </p:nvSpPr>
          <p:spPr>
            <a:xfrm>
              <a:off x="4963051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3" name="Freeform: Shape 333">
              <a:extLst>
                <a:ext uri="{FF2B5EF4-FFF2-40B4-BE49-F238E27FC236}">
                  <a16:creationId xmlns:a16="http://schemas.microsoft.com/office/drawing/2014/main" id="{8B865E4D-D3DA-B844-B9CA-0C5DFC5BA07C}"/>
                </a:ext>
              </a:extLst>
            </p:cNvPr>
            <p:cNvSpPr/>
            <p:nvPr/>
          </p:nvSpPr>
          <p:spPr>
            <a:xfrm>
              <a:off x="4963051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4" name="Freeform: Shape 334">
              <a:extLst>
                <a:ext uri="{FF2B5EF4-FFF2-40B4-BE49-F238E27FC236}">
                  <a16:creationId xmlns:a16="http://schemas.microsoft.com/office/drawing/2014/main" id="{7C8917BC-3E4B-654F-BADF-A76169F31C7D}"/>
                </a:ext>
              </a:extLst>
            </p:cNvPr>
            <p:cNvSpPr/>
            <p:nvPr/>
          </p:nvSpPr>
          <p:spPr>
            <a:xfrm>
              <a:off x="4963051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5" name="Freeform: Shape 335">
              <a:extLst>
                <a:ext uri="{FF2B5EF4-FFF2-40B4-BE49-F238E27FC236}">
                  <a16:creationId xmlns:a16="http://schemas.microsoft.com/office/drawing/2014/main" id="{543C85BB-9591-914D-8B97-C15066737EC1}"/>
                </a:ext>
              </a:extLst>
            </p:cNvPr>
            <p:cNvSpPr/>
            <p:nvPr/>
          </p:nvSpPr>
          <p:spPr>
            <a:xfrm>
              <a:off x="4963051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6" name="Freeform: Shape 336">
              <a:extLst>
                <a:ext uri="{FF2B5EF4-FFF2-40B4-BE49-F238E27FC236}">
                  <a16:creationId xmlns:a16="http://schemas.microsoft.com/office/drawing/2014/main" id="{2B5EA232-8D8A-EC4E-8E59-4F14FBB5100B}"/>
                </a:ext>
              </a:extLst>
            </p:cNvPr>
            <p:cNvSpPr/>
            <p:nvPr/>
          </p:nvSpPr>
          <p:spPr>
            <a:xfrm>
              <a:off x="4963051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7" name="Freeform: Shape 337">
              <a:extLst>
                <a:ext uri="{FF2B5EF4-FFF2-40B4-BE49-F238E27FC236}">
                  <a16:creationId xmlns:a16="http://schemas.microsoft.com/office/drawing/2014/main" id="{5E6DF387-03FA-374A-AA93-D9CCB749D66D}"/>
                </a:ext>
              </a:extLst>
            </p:cNvPr>
            <p:cNvSpPr/>
            <p:nvPr/>
          </p:nvSpPr>
          <p:spPr>
            <a:xfrm>
              <a:off x="4963051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8" name="Freeform: Shape 338">
              <a:extLst>
                <a:ext uri="{FF2B5EF4-FFF2-40B4-BE49-F238E27FC236}">
                  <a16:creationId xmlns:a16="http://schemas.microsoft.com/office/drawing/2014/main" id="{7C5051A5-93CE-954E-A49E-6084D1A0BC5D}"/>
                </a:ext>
              </a:extLst>
            </p:cNvPr>
            <p:cNvSpPr/>
            <p:nvPr/>
          </p:nvSpPr>
          <p:spPr>
            <a:xfrm>
              <a:off x="4963051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9" name="Freeform: Shape 339">
              <a:extLst>
                <a:ext uri="{FF2B5EF4-FFF2-40B4-BE49-F238E27FC236}">
                  <a16:creationId xmlns:a16="http://schemas.microsoft.com/office/drawing/2014/main" id="{E9892FFD-7E09-9B4F-AD17-D7B89E66068C}"/>
                </a:ext>
              </a:extLst>
            </p:cNvPr>
            <p:cNvSpPr/>
            <p:nvPr/>
          </p:nvSpPr>
          <p:spPr>
            <a:xfrm>
              <a:off x="4963051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0" name="Freeform: Shape 340">
              <a:extLst>
                <a:ext uri="{FF2B5EF4-FFF2-40B4-BE49-F238E27FC236}">
                  <a16:creationId xmlns:a16="http://schemas.microsoft.com/office/drawing/2014/main" id="{14247A7B-8443-CA40-AF5F-11E09F9EE76B}"/>
                </a:ext>
              </a:extLst>
            </p:cNvPr>
            <p:cNvSpPr/>
            <p:nvPr/>
          </p:nvSpPr>
          <p:spPr>
            <a:xfrm>
              <a:off x="4963051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1" name="Freeform: Shape 341">
              <a:extLst>
                <a:ext uri="{FF2B5EF4-FFF2-40B4-BE49-F238E27FC236}">
                  <a16:creationId xmlns:a16="http://schemas.microsoft.com/office/drawing/2014/main" id="{FE928D74-1CB2-C24A-895D-0D419A7EFD0D}"/>
                </a:ext>
              </a:extLst>
            </p:cNvPr>
            <p:cNvSpPr/>
            <p:nvPr/>
          </p:nvSpPr>
          <p:spPr>
            <a:xfrm>
              <a:off x="4690459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2" name="Freeform: Shape 342">
              <a:extLst>
                <a:ext uri="{FF2B5EF4-FFF2-40B4-BE49-F238E27FC236}">
                  <a16:creationId xmlns:a16="http://schemas.microsoft.com/office/drawing/2014/main" id="{AB731608-091D-CB46-B746-83C42A1B17B9}"/>
                </a:ext>
              </a:extLst>
            </p:cNvPr>
            <p:cNvSpPr/>
            <p:nvPr/>
          </p:nvSpPr>
          <p:spPr>
            <a:xfrm>
              <a:off x="4690459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3" name="Freeform: Shape 343">
              <a:extLst>
                <a:ext uri="{FF2B5EF4-FFF2-40B4-BE49-F238E27FC236}">
                  <a16:creationId xmlns:a16="http://schemas.microsoft.com/office/drawing/2014/main" id="{F48A42E8-4D0B-004E-8490-A04310DEC16E}"/>
                </a:ext>
              </a:extLst>
            </p:cNvPr>
            <p:cNvSpPr/>
            <p:nvPr/>
          </p:nvSpPr>
          <p:spPr>
            <a:xfrm>
              <a:off x="4690459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4" name="Freeform: Shape 344">
              <a:extLst>
                <a:ext uri="{FF2B5EF4-FFF2-40B4-BE49-F238E27FC236}">
                  <a16:creationId xmlns:a16="http://schemas.microsoft.com/office/drawing/2014/main" id="{8DD5600F-A2FE-6648-AADB-B5BD547875DE}"/>
                </a:ext>
              </a:extLst>
            </p:cNvPr>
            <p:cNvSpPr/>
            <p:nvPr/>
          </p:nvSpPr>
          <p:spPr>
            <a:xfrm>
              <a:off x="4690459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5" name="Freeform: Shape 345">
              <a:extLst>
                <a:ext uri="{FF2B5EF4-FFF2-40B4-BE49-F238E27FC236}">
                  <a16:creationId xmlns:a16="http://schemas.microsoft.com/office/drawing/2014/main" id="{DD7D41F4-12F7-9540-9603-DC5B4AF660CB}"/>
                </a:ext>
              </a:extLst>
            </p:cNvPr>
            <p:cNvSpPr/>
            <p:nvPr/>
          </p:nvSpPr>
          <p:spPr>
            <a:xfrm>
              <a:off x="4690459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6" name="Freeform: Shape 346">
              <a:extLst>
                <a:ext uri="{FF2B5EF4-FFF2-40B4-BE49-F238E27FC236}">
                  <a16:creationId xmlns:a16="http://schemas.microsoft.com/office/drawing/2014/main" id="{D8E69EA5-2FC3-B54D-87DA-5B352BDEB82C}"/>
                </a:ext>
              </a:extLst>
            </p:cNvPr>
            <p:cNvSpPr/>
            <p:nvPr/>
          </p:nvSpPr>
          <p:spPr>
            <a:xfrm>
              <a:off x="4690459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7" name="Freeform: Shape 347">
              <a:extLst>
                <a:ext uri="{FF2B5EF4-FFF2-40B4-BE49-F238E27FC236}">
                  <a16:creationId xmlns:a16="http://schemas.microsoft.com/office/drawing/2014/main" id="{289DA9AA-E277-7C4C-8208-48A151BB4A76}"/>
                </a:ext>
              </a:extLst>
            </p:cNvPr>
            <p:cNvSpPr/>
            <p:nvPr/>
          </p:nvSpPr>
          <p:spPr>
            <a:xfrm>
              <a:off x="4690459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8" name="Freeform: Shape 348">
              <a:extLst>
                <a:ext uri="{FF2B5EF4-FFF2-40B4-BE49-F238E27FC236}">
                  <a16:creationId xmlns:a16="http://schemas.microsoft.com/office/drawing/2014/main" id="{F7590CD1-2F14-4D45-BA5F-DDBB3598FCC1}"/>
                </a:ext>
              </a:extLst>
            </p:cNvPr>
            <p:cNvSpPr/>
            <p:nvPr/>
          </p:nvSpPr>
          <p:spPr>
            <a:xfrm>
              <a:off x="4690459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9" name="Freeform: Shape 349">
              <a:extLst>
                <a:ext uri="{FF2B5EF4-FFF2-40B4-BE49-F238E27FC236}">
                  <a16:creationId xmlns:a16="http://schemas.microsoft.com/office/drawing/2014/main" id="{78C5FC68-790E-0F4B-A819-509D95C2D7C2}"/>
                </a:ext>
              </a:extLst>
            </p:cNvPr>
            <p:cNvSpPr/>
            <p:nvPr/>
          </p:nvSpPr>
          <p:spPr>
            <a:xfrm>
              <a:off x="4690459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0" name="Freeform: Shape 350">
              <a:extLst>
                <a:ext uri="{FF2B5EF4-FFF2-40B4-BE49-F238E27FC236}">
                  <a16:creationId xmlns:a16="http://schemas.microsoft.com/office/drawing/2014/main" id="{75D1098C-C5FB-794E-BA17-2C941141542C}"/>
                </a:ext>
              </a:extLst>
            </p:cNvPr>
            <p:cNvSpPr/>
            <p:nvPr/>
          </p:nvSpPr>
          <p:spPr>
            <a:xfrm>
              <a:off x="4690459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1" name="Freeform: Shape 351">
              <a:extLst>
                <a:ext uri="{FF2B5EF4-FFF2-40B4-BE49-F238E27FC236}">
                  <a16:creationId xmlns:a16="http://schemas.microsoft.com/office/drawing/2014/main" id="{CE8CBEAC-0CB6-CF40-AC4A-A6C4B501215C}"/>
                </a:ext>
              </a:extLst>
            </p:cNvPr>
            <p:cNvSpPr/>
            <p:nvPr/>
          </p:nvSpPr>
          <p:spPr>
            <a:xfrm>
              <a:off x="4690459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2" name="Freeform: Shape 352">
              <a:extLst>
                <a:ext uri="{FF2B5EF4-FFF2-40B4-BE49-F238E27FC236}">
                  <a16:creationId xmlns:a16="http://schemas.microsoft.com/office/drawing/2014/main" id="{F9A07E77-C780-9042-B597-7C306D0381B9}"/>
                </a:ext>
              </a:extLst>
            </p:cNvPr>
            <p:cNvSpPr/>
            <p:nvPr/>
          </p:nvSpPr>
          <p:spPr>
            <a:xfrm>
              <a:off x="4690459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3" name="Freeform: Shape 353">
              <a:extLst>
                <a:ext uri="{FF2B5EF4-FFF2-40B4-BE49-F238E27FC236}">
                  <a16:creationId xmlns:a16="http://schemas.microsoft.com/office/drawing/2014/main" id="{3DC829F8-689C-1E47-A937-6EA0BEDC1138}"/>
                </a:ext>
              </a:extLst>
            </p:cNvPr>
            <p:cNvSpPr/>
            <p:nvPr/>
          </p:nvSpPr>
          <p:spPr>
            <a:xfrm>
              <a:off x="4690459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4" name="Freeform: Shape 354">
              <a:extLst>
                <a:ext uri="{FF2B5EF4-FFF2-40B4-BE49-F238E27FC236}">
                  <a16:creationId xmlns:a16="http://schemas.microsoft.com/office/drawing/2014/main" id="{5CD94D22-0F92-7346-B5B5-B287B51B65A6}"/>
                </a:ext>
              </a:extLst>
            </p:cNvPr>
            <p:cNvSpPr/>
            <p:nvPr/>
          </p:nvSpPr>
          <p:spPr>
            <a:xfrm>
              <a:off x="4690459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5" name="Freeform: Shape 355">
              <a:extLst>
                <a:ext uri="{FF2B5EF4-FFF2-40B4-BE49-F238E27FC236}">
                  <a16:creationId xmlns:a16="http://schemas.microsoft.com/office/drawing/2014/main" id="{24D27F9E-C3C8-814F-A2EA-E46226CE5675}"/>
                </a:ext>
              </a:extLst>
            </p:cNvPr>
            <p:cNvSpPr/>
            <p:nvPr/>
          </p:nvSpPr>
          <p:spPr>
            <a:xfrm>
              <a:off x="4690459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6" name="Freeform: Shape 356">
              <a:extLst>
                <a:ext uri="{FF2B5EF4-FFF2-40B4-BE49-F238E27FC236}">
                  <a16:creationId xmlns:a16="http://schemas.microsoft.com/office/drawing/2014/main" id="{FE334CDF-A323-EE4A-98DB-941964CAE692}"/>
                </a:ext>
              </a:extLst>
            </p:cNvPr>
            <p:cNvSpPr/>
            <p:nvPr/>
          </p:nvSpPr>
          <p:spPr>
            <a:xfrm>
              <a:off x="4690459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7" name="Freeform: Shape 357">
              <a:extLst>
                <a:ext uri="{FF2B5EF4-FFF2-40B4-BE49-F238E27FC236}">
                  <a16:creationId xmlns:a16="http://schemas.microsoft.com/office/drawing/2014/main" id="{B4F89D5F-69C0-2B45-825B-FE55234928F1}"/>
                </a:ext>
              </a:extLst>
            </p:cNvPr>
            <p:cNvSpPr/>
            <p:nvPr/>
          </p:nvSpPr>
          <p:spPr>
            <a:xfrm>
              <a:off x="4690459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8" name="Freeform: Shape 358">
              <a:extLst>
                <a:ext uri="{FF2B5EF4-FFF2-40B4-BE49-F238E27FC236}">
                  <a16:creationId xmlns:a16="http://schemas.microsoft.com/office/drawing/2014/main" id="{D5D108E2-2920-324A-AA3E-84F3134CBE97}"/>
                </a:ext>
              </a:extLst>
            </p:cNvPr>
            <p:cNvSpPr/>
            <p:nvPr/>
          </p:nvSpPr>
          <p:spPr>
            <a:xfrm>
              <a:off x="4690459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9" name="Freeform: Shape 359">
              <a:extLst>
                <a:ext uri="{FF2B5EF4-FFF2-40B4-BE49-F238E27FC236}">
                  <a16:creationId xmlns:a16="http://schemas.microsoft.com/office/drawing/2014/main" id="{D05977E4-701F-ED48-9744-C89135C47F71}"/>
                </a:ext>
              </a:extLst>
            </p:cNvPr>
            <p:cNvSpPr/>
            <p:nvPr/>
          </p:nvSpPr>
          <p:spPr>
            <a:xfrm>
              <a:off x="4690459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0" name="Freeform: Shape 360">
              <a:extLst>
                <a:ext uri="{FF2B5EF4-FFF2-40B4-BE49-F238E27FC236}">
                  <a16:creationId xmlns:a16="http://schemas.microsoft.com/office/drawing/2014/main" id="{A4C1589E-4BC1-8B46-889F-D8EC2421D848}"/>
                </a:ext>
              </a:extLst>
            </p:cNvPr>
            <p:cNvSpPr/>
            <p:nvPr/>
          </p:nvSpPr>
          <p:spPr>
            <a:xfrm>
              <a:off x="4690459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1" name="Freeform: Shape 361">
              <a:extLst>
                <a:ext uri="{FF2B5EF4-FFF2-40B4-BE49-F238E27FC236}">
                  <a16:creationId xmlns:a16="http://schemas.microsoft.com/office/drawing/2014/main" id="{FE8A862C-6ED3-0E42-B71B-53697A6B458D}"/>
                </a:ext>
              </a:extLst>
            </p:cNvPr>
            <p:cNvSpPr/>
            <p:nvPr/>
          </p:nvSpPr>
          <p:spPr>
            <a:xfrm>
              <a:off x="4418541" y="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2" name="Freeform: Shape 362">
              <a:extLst>
                <a:ext uri="{FF2B5EF4-FFF2-40B4-BE49-F238E27FC236}">
                  <a16:creationId xmlns:a16="http://schemas.microsoft.com/office/drawing/2014/main" id="{70A65782-55EB-8649-809E-8C9BE6B20285}"/>
                </a:ext>
              </a:extLst>
            </p:cNvPr>
            <p:cNvSpPr/>
            <p:nvPr/>
          </p:nvSpPr>
          <p:spPr>
            <a:xfrm>
              <a:off x="4418541" y="2689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3" name="Freeform: Shape 363">
              <a:extLst>
                <a:ext uri="{FF2B5EF4-FFF2-40B4-BE49-F238E27FC236}">
                  <a16:creationId xmlns:a16="http://schemas.microsoft.com/office/drawing/2014/main" id="{0A164B4C-2E30-F543-9CA4-CD0DEDC3DBCB}"/>
                </a:ext>
              </a:extLst>
            </p:cNvPr>
            <p:cNvSpPr/>
            <p:nvPr/>
          </p:nvSpPr>
          <p:spPr>
            <a:xfrm>
              <a:off x="4418541" y="53721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4" name="Freeform: Shape 364">
              <a:extLst>
                <a:ext uri="{FF2B5EF4-FFF2-40B4-BE49-F238E27FC236}">
                  <a16:creationId xmlns:a16="http://schemas.microsoft.com/office/drawing/2014/main" id="{2BC136FA-B065-F642-963F-77A32567D5B3}"/>
                </a:ext>
              </a:extLst>
            </p:cNvPr>
            <p:cNvSpPr/>
            <p:nvPr/>
          </p:nvSpPr>
          <p:spPr>
            <a:xfrm>
              <a:off x="4418541" y="80615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5" name="Freeform: Shape 365">
              <a:extLst>
                <a:ext uri="{FF2B5EF4-FFF2-40B4-BE49-F238E27FC236}">
                  <a16:creationId xmlns:a16="http://schemas.microsoft.com/office/drawing/2014/main" id="{A2799BDD-6E01-944F-87D3-238D3E72E773}"/>
                </a:ext>
              </a:extLst>
            </p:cNvPr>
            <p:cNvSpPr/>
            <p:nvPr/>
          </p:nvSpPr>
          <p:spPr>
            <a:xfrm>
              <a:off x="4418541" y="107509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6" name="Freeform: Shape 366">
              <a:extLst>
                <a:ext uri="{FF2B5EF4-FFF2-40B4-BE49-F238E27FC236}">
                  <a16:creationId xmlns:a16="http://schemas.microsoft.com/office/drawing/2014/main" id="{CADBAD02-31AD-B949-A88D-62852A63E977}"/>
                </a:ext>
              </a:extLst>
            </p:cNvPr>
            <p:cNvSpPr/>
            <p:nvPr/>
          </p:nvSpPr>
          <p:spPr>
            <a:xfrm>
              <a:off x="4418541" y="1344033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7" name="Freeform: Shape 367">
              <a:extLst>
                <a:ext uri="{FF2B5EF4-FFF2-40B4-BE49-F238E27FC236}">
                  <a16:creationId xmlns:a16="http://schemas.microsoft.com/office/drawing/2014/main" id="{C400180A-990D-C847-B20D-E67F4A363DF7}"/>
                </a:ext>
              </a:extLst>
            </p:cNvPr>
            <p:cNvSpPr/>
            <p:nvPr/>
          </p:nvSpPr>
          <p:spPr>
            <a:xfrm>
              <a:off x="4418541" y="161297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8" name="Freeform: Shape 368">
              <a:extLst>
                <a:ext uri="{FF2B5EF4-FFF2-40B4-BE49-F238E27FC236}">
                  <a16:creationId xmlns:a16="http://schemas.microsoft.com/office/drawing/2014/main" id="{EBD34657-C99F-4042-8F05-305732A89636}"/>
                </a:ext>
              </a:extLst>
            </p:cNvPr>
            <p:cNvSpPr/>
            <p:nvPr/>
          </p:nvSpPr>
          <p:spPr>
            <a:xfrm>
              <a:off x="4418541" y="188191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9" name="Freeform: Shape 369">
              <a:extLst>
                <a:ext uri="{FF2B5EF4-FFF2-40B4-BE49-F238E27FC236}">
                  <a16:creationId xmlns:a16="http://schemas.microsoft.com/office/drawing/2014/main" id="{77717753-BA4D-384A-B0EE-8C6AEF614B32}"/>
                </a:ext>
              </a:extLst>
            </p:cNvPr>
            <p:cNvSpPr/>
            <p:nvPr/>
          </p:nvSpPr>
          <p:spPr>
            <a:xfrm>
              <a:off x="4418541" y="215085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0" name="Freeform: Shape 370">
              <a:extLst>
                <a:ext uri="{FF2B5EF4-FFF2-40B4-BE49-F238E27FC236}">
                  <a16:creationId xmlns:a16="http://schemas.microsoft.com/office/drawing/2014/main" id="{299365B5-C11A-D248-B520-2DE33CB6F7F2}"/>
                </a:ext>
              </a:extLst>
            </p:cNvPr>
            <p:cNvSpPr/>
            <p:nvPr/>
          </p:nvSpPr>
          <p:spPr>
            <a:xfrm>
              <a:off x="4418541" y="241912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1" name="Freeform: Shape 371">
              <a:extLst>
                <a:ext uri="{FF2B5EF4-FFF2-40B4-BE49-F238E27FC236}">
                  <a16:creationId xmlns:a16="http://schemas.microsoft.com/office/drawing/2014/main" id="{9758C5DE-3D42-EB40-98EF-31A35DECF68F}"/>
                </a:ext>
              </a:extLst>
            </p:cNvPr>
            <p:cNvSpPr/>
            <p:nvPr/>
          </p:nvSpPr>
          <p:spPr>
            <a:xfrm>
              <a:off x="4418541" y="268806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2" name="Freeform: Shape 372">
              <a:extLst>
                <a:ext uri="{FF2B5EF4-FFF2-40B4-BE49-F238E27FC236}">
                  <a16:creationId xmlns:a16="http://schemas.microsoft.com/office/drawing/2014/main" id="{D219E515-D346-AD40-AC6B-87A52CAB9568}"/>
                </a:ext>
              </a:extLst>
            </p:cNvPr>
            <p:cNvSpPr/>
            <p:nvPr/>
          </p:nvSpPr>
          <p:spPr>
            <a:xfrm>
              <a:off x="4418541" y="2957008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3" name="Freeform: Shape 373">
              <a:extLst>
                <a:ext uri="{FF2B5EF4-FFF2-40B4-BE49-F238E27FC236}">
                  <a16:creationId xmlns:a16="http://schemas.microsoft.com/office/drawing/2014/main" id="{2ECBA2D4-6C4C-3747-8C5E-664D93A35815}"/>
                </a:ext>
              </a:extLst>
            </p:cNvPr>
            <p:cNvSpPr/>
            <p:nvPr/>
          </p:nvSpPr>
          <p:spPr>
            <a:xfrm>
              <a:off x="4418541" y="3225949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4" name="Freeform: Shape 374">
              <a:extLst>
                <a:ext uri="{FF2B5EF4-FFF2-40B4-BE49-F238E27FC236}">
                  <a16:creationId xmlns:a16="http://schemas.microsoft.com/office/drawing/2014/main" id="{EB74D1A2-B964-E14C-AC9A-4CEDCD2DF16A}"/>
                </a:ext>
              </a:extLst>
            </p:cNvPr>
            <p:cNvSpPr/>
            <p:nvPr/>
          </p:nvSpPr>
          <p:spPr>
            <a:xfrm>
              <a:off x="4418541" y="349489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5" name="Freeform: Shape 375">
              <a:extLst>
                <a:ext uri="{FF2B5EF4-FFF2-40B4-BE49-F238E27FC236}">
                  <a16:creationId xmlns:a16="http://schemas.microsoft.com/office/drawing/2014/main" id="{D52E8746-6C51-434E-9F1D-0900A1D3C98C}"/>
                </a:ext>
              </a:extLst>
            </p:cNvPr>
            <p:cNvSpPr/>
            <p:nvPr/>
          </p:nvSpPr>
          <p:spPr>
            <a:xfrm>
              <a:off x="4418541" y="376383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6" name="Freeform: Shape 376">
              <a:extLst>
                <a:ext uri="{FF2B5EF4-FFF2-40B4-BE49-F238E27FC236}">
                  <a16:creationId xmlns:a16="http://schemas.microsoft.com/office/drawing/2014/main" id="{646DE55D-3321-FE43-83C4-2C5EA6B0EE47}"/>
                </a:ext>
              </a:extLst>
            </p:cNvPr>
            <p:cNvSpPr/>
            <p:nvPr/>
          </p:nvSpPr>
          <p:spPr>
            <a:xfrm>
              <a:off x="4418541" y="403210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7" name="Freeform: Shape 377">
              <a:extLst>
                <a:ext uri="{FF2B5EF4-FFF2-40B4-BE49-F238E27FC236}">
                  <a16:creationId xmlns:a16="http://schemas.microsoft.com/office/drawing/2014/main" id="{D4E6B021-893C-544F-AA3E-2E61D46516A8}"/>
                </a:ext>
              </a:extLst>
            </p:cNvPr>
            <p:cNvSpPr/>
            <p:nvPr/>
          </p:nvSpPr>
          <p:spPr>
            <a:xfrm>
              <a:off x="4418541" y="43010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8" name="Freeform: Shape 378">
              <a:extLst>
                <a:ext uri="{FF2B5EF4-FFF2-40B4-BE49-F238E27FC236}">
                  <a16:creationId xmlns:a16="http://schemas.microsoft.com/office/drawing/2014/main" id="{D01AC88A-34B5-C940-9749-13D262576809}"/>
                </a:ext>
              </a:extLst>
            </p:cNvPr>
            <p:cNvSpPr/>
            <p:nvPr/>
          </p:nvSpPr>
          <p:spPr>
            <a:xfrm>
              <a:off x="4418541" y="456998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9" name="Freeform: Shape 379">
              <a:extLst>
                <a:ext uri="{FF2B5EF4-FFF2-40B4-BE49-F238E27FC236}">
                  <a16:creationId xmlns:a16="http://schemas.microsoft.com/office/drawing/2014/main" id="{47D9F572-2954-374D-87CE-030635F702E2}"/>
                </a:ext>
              </a:extLst>
            </p:cNvPr>
            <p:cNvSpPr/>
            <p:nvPr/>
          </p:nvSpPr>
          <p:spPr>
            <a:xfrm>
              <a:off x="4418541" y="483892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0" name="Freeform: Shape 380">
              <a:extLst>
                <a:ext uri="{FF2B5EF4-FFF2-40B4-BE49-F238E27FC236}">
                  <a16:creationId xmlns:a16="http://schemas.microsoft.com/office/drawing/2014/main" id="{87367A33-DD00-6E4A-9361-5E8CF91235B4}"/>
                </a:ext>
              </a:extLst>
            </p:cNvPr>
            <p:cNvSpPr/>
            <p:nvPr/>
          </p:nvSpPr>
          <p:spPr>
            <a:xfrm>
              <a:off x="4418541" y="510786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1" name="Freeform: Shape 381">
              <a:extLst>
                <a:ext uri="{FF2B5EF4-FFF2-40B4-BE49-F238E27FC236}">
                  <a16:creationId xmlns:a16="http://schemas.microsoft.com/office/drawing/2014/main" id="{684F449E-F520-B84D-AA1F-6F19748D712E}"/>
                </a:ext>
              </a:extLst>
            </p:cNvPr>
            <p:cNvSpPr/>
            <p:nvPr/>
          </p:nvSpPr>
          <p:spPr>
            <a:xfrm>
              <a:off x="4146622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2" name="Freeform: Shape 382">
              <a:extLst>
                <a:ext uri="{FF2B5EF4-FFF2-40B4-BE49-F238E27FC236}">
                  <a16:creationId xmlns:a16="http://schemas.microsoft.com/office/drawing/2014/main" id="{1D5EBD57-0A4E-A742-B1B7-C75898F96C74}"/>
                </a:ext>
              </a:extLst>
            </p:cNvPr>
            <p:cNvSpPr/>
            <p:nvPr/>
          </p:nvSpPr>
          <p:spPr>
            <a:xfrm>
              <a:off x="4146622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3" name="Freeform: Shape 383">
              <a:extLst>
                <a:ext uri="{FF2B5EF4-FFF2-40B4-BE49-F238E27FC236}">
                  <a16:creationId xmlns:a16="http://schemas.microsoft.com/office/drawing/2014/main" id="{DF33ABDB-A0C6-7749-9DC2-53F7B8940B8B}"/>
                </a:ext>
              </a:extLst>
            </p:cNvPr>
            <p:cNvSpPr/>
            <p:nvPr/>
          </p:nvSpPr>
          <p:spPr>
            <a:xfrm>
              <a:off x="4146622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4" name="Freeform: Shape 384">
              <a:extLst>
                <a:ext uri="{FF2B5EF4-FFF2-40B4-BE49-F238E27FC236}">
                  <a16:creationId xmlns:a16="http://schemas.microsoft.com/office/drawing/2014/main" id="{5C715C6D-426B-4243-AE0E-7A08E984006B}"/>
                </a:ext>
              </a:extLst>
            </p:cNvPr>
            <p:cNvSpPr/>
            <p:nvPr/>
          </p:nvSpPr>
          <p:spPr>
            <a:xfrm>
              <a:off x="4146622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5" name="Freeform: Shape 385">
              <a:extLst>
                <a:ext uri="{FF2B5EF4-FFF2-40B4-BE49-F238E27FC236}">
                  <a16:creationId xmlns:a16="http://schemas.microsoft.com/office/drawing/2014/main" id="{64AB957F-CB13-5D48-873D-4B56B5D33A7C}"/>
                </a:ext>
              </a:extLst>
            </p:cNvPr>
            <p:cNvSpPr/>
            <p:nvPr/>
          </p:nvSpPr>
          <p:spPr>
            <a:xfrm>
              <a:off x="4146622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6" name="Freeform: Shape 386">
              <a:extLst>
                <a:ext uri="{FF2B5EF4-FFF2-40B4-BE49-F238E27FC236}">
                  <a16:creationId xmlns:a16="http://schemas.microsoft.com/office/drawing/2014/main" id="{18C4EC0A-4BF7-C345-B023-86AFB1BF732B}"/>
                </a:ext>
              </a:extLst>
            </p:cNvPr>
            <p:cNvSpPr/>
            <p:nvPr/>
          </p:nvSpPr>
          <p:spPr>
            <a:xfrm>
              <a:off x="4146622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7" name="Freeform: Shape 387">
              <a:extLst>
                <a:ext uri="{FF2B5EF4-FFF2-40B4-BE49-F238E27FC236}">
                  <a16:creationId xmlns:a16="http://schemas.microsoft.com/office/drawing/2014/main" id="{62208860-BE80-AE48-9FD7-14FA95FDAB9D}"/>
                </a:ext>
              </a:extLst>
            </p:cNvPr>
            <p:cNvSpPr/>
            <p:nvPr/>
          </p:nvSpPr>
          <p:spPr>
            <a:xfrm>
              <a:off x="4146622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8" name="Freeform: Shape 388">
              <a:extLst>
                <a:ext uri="{FF2B5EF4-FFF2-40B4-BE49-F238E27FC236}">
                  <a16:creationId xmlns:a16="http://schemas.microsoft.com/office/drawing/2014/main" id="{1B8B1306-FA3B-8D44-9E15-E5164208ADC5}"/>
                </a:ext>
              </a:extLst>
            </p:cNvPr>
            <p:cNvSpPr/>
            <p:nvPr/>
          </p:nvSpPr>
          <p:spPr>
            <a:xfrm>
              <a:off x="4146622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9" name="Freeform: Shape 389">
              <a:extLst>
                <a:ext uri="{FF2B5EF4-FFF2-40B4-BE49-F238E27FC236}">
                  <a16:creationId xmlns:a16="http://schemas.microsoft.com/office/drawing/2014/main" id="{3B5B0AAA-6573-5149-85F1-BCB0DFBA3F25}"/>
                </a:ext>
              </a:extLst>
            </p:cNvPr>
            <p:cNvSpPr/>
            <p:nvPr/>
          </p:nvSpPr>
          <p:spPr>
            <a:xfrm>
              <a:off x="4146622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0" name="Freeform: Shape 390">
              <a:extLst>
                <a:ext uri="{FF2B5EF4-FFF2-40B4-BE49-F238E27FC236}">
                  <a16:creationId xmlns:a16="http://schemas.microsoft.com/office/drawing/2014/main" id="{E3FA3DEF-C7DB-0C4A-A901-9CC6654346BB}"/>
                </a:ext>
              </a:extLst>
            </p:cNvPr>
            <p:cNvSpPr/>
            <p:nvPr/>
          </p:nvSpPr>
          <p:spPr>
            <a:xfrm>
              <a:off x="4146622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1" name="Freeform: Shape 391">
              <a:extLst>
                <a:ext uri="{FF2B5EF4-FFF2-40B4-BE49-F238E27FC236}">
                  <a16:creationId xmlns:a16="http://schemas.microsoft.com/office/drawing/2014/main" id="{F18070FF-5CA2-9D45-B081-5635D9A5F432}"/>
                </a:ext>
              </a:extLst>
            </p:cNvPr>
            <p:cNvSpPr/>
            <p:nvPr/>
          </p:nvSpPr>
          <p:spPr>
            <a:xfrm>
              <a:off x="4146622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2" name="Freeform: Shape 392">
              <a:extLst>
                <a:ext uri="{FF2B5EF4-FFF2-40B4-BE49-F238E27FC236}">
                  <a16:creationId xmlns:a16="http://schemas.microsoft.com/office/drawing/2014/main" id="{70D2478A-AECA-4C42-9915-56EA37064512}"/>
                </a:ext>
              </a:extLst>
            </p:cNvPr>
            <p:cNvSpPr/>
            <p:nvPr/>
          </p:nvSpPr>
          <p:spPr>
            <a:xfrm>
              <a:off x="4146622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3" name="Freeform: Shape 393">
              <a:extLst>
                <a:ext uri="{FF2B5EF4-FFF2-40B4-BE49-F238E27FC236}">
                  <a16:creationId xmlns:a16="http://schemas.microsoft.com/office/drawing/2014/main" id="{30B344E2-6B89-5848-A0AB-C71F6BD7BAB1}"/>
                </a:ext>
              </a:extLst>
            </p:cNvPr>
            <p:cNvSpPr/>
            <p:nvPr/>
          </p:nvSpPr>
          <p:spPr>
            <a:xfrm>
              <a:off x="4146622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4" name="Freeform: Shape 394">
              <a:extLst>
                <a:ext uri="{FF2B5EF4-FFF2-40B4-BE49-F238E27FC236}">
                  <a16:creationId xmlns:a16="http://schemas.microsoft.com/office/drawing/2014/main" id="{404025C1-756F-5440-8BF5-25CFBED4E053}"/>
                </a:ext>
              </a:extLst>
            </p:cNvPr>
            <p:cNvSpPr/>
            <p:nvPr/>
          </p:nvSpPr>
          <p:spPr>
            <a:xfrm>
              <a:off x="4146622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5" name="Freeform: Shape 395">
              <a:extLst>
                <a:ext uri="{FF2B5EF4-FFF2-40B4-BE49-F238E27FC236}">
                  <a16:creationId xmlns:a16="http://schemas.microsoft.com/office/drawing/2014/main" id="{B1F0B904-D19A-DB4A-8B7C-CB2549AE7813}"/>
                </a:ext>
              </a:extLst>
            </p:cNvPr>
            <p:cNvSpPr/>
            <p:nvPr/>
          </p:nvSpPr>
          <p:spPr>
            <a:xfrm>
              <a:off x="4146622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6" name="Freeform: Shape 396">
              <a:extLst>
                <a:ext uri="{FF2B5EF4-FFF2-40B4-BE49-F238E27FC236}">
                  <a16:creationId xmlns:a16="http://schemas.microsoft.com/office/drawing/2014/main" id="{618CF61F-42CA-8A48-A6AB-F9D19A1BBF13}"/>
                </a:ext>
              </a:extLst>
            </p:cNvPr>
            <p:cNvSpPr/>
            <p:nvPr/>
          </p:nvSpPr>
          <p:spPr>
            <a:xfrm>
              <a:off x="4146622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7" name="Freeform: Shape 397">
              <a:extLst>
                <a:ext uri="{FF2B5EF4-FFF2-40B4-BE49-F238E27FC236}">
                  <a16:creationId xmlns:a16="http://schemas.microsoft.com/office/drawing/2014/main" id="{E53ADF45-8EEB-6444-9FA8-89A8162D5962}"/>
                </a:ext>
              </a:extLst>
            </p:cNvPr>
            <p:cNvSpPr/>
            <p:nvPr/>
          </p:nvSpPr>
          <p:spPr>
            <a:xfrm>
              <a:off x="4146622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8" name="Freeform: Shape 398">
              <a:extLst>
                <a:ext uri="{FF2B5EF4-FFF2-40B4-BE49-F238E27FC236}">
                  <a16:creationId xmlns:a16="http://schemas.microsoft.com/office/drawing/2014/main" id="{C60444F9-28CD-F549-9C41-AF96F9595389}"/>
                </a:ext>
              </a:extLst>
            </p:cNvPr>
            <p:cNvSpPr/>
            <p:nvPr/>
          </p:nvSpPr>
          <p:spPr>
            <a:xfrm>
              <a:off x="4146622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9" name="Freeform: Shape 399">
              <a:extLst>
                <a:ext uri="{FF2B5EF4-FFF2-40B4-BE49-F238E27FC236}">
                  <a16:creationId xmlns:a16="http://schemas.microsoft.com/office/drawing/2014/main" id="{7B8A2ADF-A094-AA46-B1D2-C806E7E1F9E4}"/>
                </a:ext>
              </a:extLst>
            </p:cNvPr>
            <p:cNvSpPr/>
            <p:nvPr/>
          </p:nvSpPr>
          <p:spPr>
            <a:xfrm>
              <a:off x="4146622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0" name="Freeform: Shape 400">
              <a:extLst>
                <a:ext uri="{FF2B5EF4-FFF2-40B4-BE49-F238E27FC236}">
                  <a16:creationId xmlns:a16="http://schemas.microsoft.com/office/drawing/2014/main" id="{F5A28E23-5BF8-A84C-B330-F2BDC46BE0F5}"/>
                </a:ext>
              </a:extLst>
            </p:cNvPr>
            <p:cNvSpPr/>
            <p:nvPr/>
          </p:nvSpPr>
          <p:spPr>
            <a:xfrm>
              <a:off x="4146622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1" name="Freeform: Shape 401">
              <a:extLst>
                <a:ext uri="{FF2B5EF4-FFF2-40B4-BE49-F238E27FC236}">
                  <a16:creationId xmlns:a16="http://schemas.microsoft.com/office/drawing/2014/main" id="{FDF224B2-1C84-1B48-9114-01CFC6EEF86A}"/>
                </a:ext>
              </a:extLst>
            </p:cNvPr>
            <p:cNvSpPr/>
            <p:nvPr/>
          </p:nvSpPr>
          <p:spPr>
            <a:xfrm>
              <a:off x="3874704" y="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2" name="Freeform: Shape 402">
              <a:extLst>
                <a:ext uri="{FF2B5EF4-FFF2-40B4-BE49-F238E27FC236}">
                  <a16:creationId xmlns:a16="http://schemas.microsoft.com/office/drawing/2014/main" id="{DC2996BA-473B-5F44-8B54-9BC091F654FD}"/>
                </a:ext>
              </a:extLst>
            </p:cNvPr>
            <p:cNvSpPr/>
            <p:nvPr/>
          </p:nvSpPr>
          <p:spPr>
            <a:xfrm>
              <a:off x="3874704" y="2689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3" name="Freeform: Shape 403">
              <a:extLst>
                <a:ext uri="{FF2B5EF4-FFF2-40B4-BE49-F238E27FC236}">
                  <a16:creationId xmlns:a16="http://schemas.microsoft.com/office/drawing/2014/main" id="{5F8E5295-0C00-3143-A615-ECE2F206FC29}"/>
                </a:ext>
              </a:extLst>
            </p:cNvPr>
            <p:cNvSpPr/>
            <p:nvPr/>
          </p:nvSpPr>
          <p:spPr>
            <a:xfrm>
              <a:off x="3874704" y="53721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4" name="Freeform: Shape 404">
              <a:extLst>
                <a:ext uri="{FF2B5EF4-FFF2-40B4-BE49-F238E27FC236}">
                  <a16:creationId xmlns:a16="http://schemas.microsoft.com/office/drawing/2014/main" id="{6AB97E4A-BD84-AF42-AFC4-9A12DC127ACF}"/>
                </a:ext>
              </a:extLst>
            </p:cNvPr>
            <p:cNvSpPr/>
            <p:nvPr/>
          </p:nvSpPr>
          <p:spPr>
            <a:xfrm>
              <a:off x="3874704" y="80615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5" name="Freeform: Shape 405">
              <a:extLst>
                <a:ext uri="{FF2B5EF4-FFF2-40B4-BE49-F238E27FC236}">
                  <a16:creationId xmlns:a16="http://schemas.microsoft.com/office/drawing/2014/main" id="{017CD088-67A5-1A46-A69D-6F816C157CD2}"/>
                </a:ext>
              </a:extLst>
            </p:cNvPr>
            <p:cNvSpPr/>
            <p:nvPr/>
          </p:nvSpPr>
          <p:spPr>
            <a:xfrm>
              <a:off x="3874704" y="107509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6" name="Freeform: Shape 406">
              <a:extLst>
                <a:ext uri="{FF2B5EF4-FFF2-40B4-BE49-F238E27FC236}">
                  <a16:creationId xmlns:a16="http://schemas.microsoft.com/office/drawing/2014/main" id="{CBE9874B-67D8-C040-AF26-AA19E2218A1E}"/>
                </a:ext>
              </a:extLst>
            </p:cNvPr>
            <p:cNvSpPr/>
            <p:nvPr/>
          </p:nvSpPr>
          <p:spPr>
            <a:xfrm>
              <a:off x="3874704" y="1344033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7" name="Freeform: Shape 407">
              <a:extLst>
                <a:ext uri="{FF2B5EF4-FFF2-40B4-BE49-F238E27FC236}">
                  <a16:creationId xmlns:a16="http://schemas.microsoft.com/office/drawing/2014/main" id="{5668490A-B3BB-3344-BBA8-B734355541E3}"/>
                </a:ext>
              </a:extLst>
            </p:cNvPr>
            <p:cNvSpPr/>
            <p:nvPr/>
          </p:nvSpPr>
          <p:spPr>
            <a:xfrm>
              <a:off x="3874704" y="161297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8" name="Freeform: Shape 408">
              <a:extLst>
                <a:ext uri="{FF2B5EF4-FFF2-40B4-BE49-F238E27FC236}">
                  <a16:creationId xmlns:a16="http://schemas.microsoft.com/office/drawing/2014/main" id="{255A2FEB-F62A-7548-8122-319058C0F180}"/>
                </a:ext>
              </a:extLst>
            </p:cNvPr>
            <p:cNvSpPr/>
            <p:nvPr/>
          </p:nvSpPr>
          <p:spPr>
            <a:xfrm>
              <a:off x="3874704" y="188191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9" name="Freeform: Shape 409">
              <a:extLst>
                <a:ext uri="{FF2B5EF4-FFF2-40B4-BE49-F238E27FC236}">
                  <a16:creationId xmlns:a16="http://schemas.microsoft.com/office/drawing/2014/main" id="{9215F10B-2569-194A-B6EF-8B1D1B2900CD}"/>
                </a:ext>
              </a:extLst>
            </p:cNvPr>
            <p:cNvSpPr/>
            <p:nvPr/>
          </p:nvSpPr>
          <p:spPr>
            <a:xfrm>
              <a:off x="3874704" y="215085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0" name="Freeform: Shape 410">
              <a:extLst>
                <a:ext uri="{FF2B5EF4-FFF2-40B4-BE49-F238E27FC236}">
                  <a16:creationId xmlns:a16="http://schemas.microsoft.com/office/drawing/2014/main" id="{455FDE78-5798-0746-9334-21B41FD378F2}"/>
                </a:ext>
              </a:extLst>
            </p:cNvPr>
            <p:cNvSpPr/>
            <p:nvPr/>
          </p:nvSpPr>
          <p:spPr>
            <a:xfrm>
              <a:off x="3874704" y="241912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1" name="Freeform: Shape 411">
              <a:extLst>
                <a:ext uri="{FF2B5EF4-FFF2-40B4-BE49-F238E27FC236}">
                  <a16:creationId xmlns:a16="http://schemas.microsoft.com/office/drawing/2014/main" id="{0CA51A1A-D44E-EF4B-A3ED-BEA39F035787}"/>
                </a:ext>
              </a:extLst>
            </p:cNvPr>
            <p:cNvSpPr/>
            <p:nvPr/>
          </p:nvSpPr>
          <p:spPr>
            <a:xfrm>
              <a:off x="3874704" y="268806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2" name="Freeform: Shape 412">
              <a:extLst>
                <a:ext uri="{FF2B5EF4-FFF2-40B4-BE49-F238E27FC236}">
                  <a16:creationId xmlns:a16="http://schemas.microsoft.com/office/drawing/2014/main" id="{408C67C1-6207-4B48-B350-F1F9DB3219CC}"/>
                </a:ext>
              </a:extLst>
            </p:cNvPr>
            <p:cNvSpPr/>
            <p:nvPr/>
          </p:nvSpPr>
          <p:spPr>
            <a:xfrm>
              <a:off x="3874704" y="2957008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3" name="Freeform: Shape 413">
              <a:extLst>
                <a:ext uri="{FF2B5EF4-FFF2-40B4-BE49-F238E27FC236}">
                  <a16:creationId xmlns:a16="http://schemas.microsoft.com/office/drawing/2014/main" id="{AE248163-2A10-F343-BE6A-97A9E4CDFAD0}"/>
                </a:ext>
              </a:extLst>
            </p:cNvPr>
            <p:cNvSpPr/>
            <p:nvPr/>
          </p:nvSpPr>
          <p:spPr>
            <a:xfrm>
              <a:off x="3874704" y="3225949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4" name="Freeform: Shape 414">
              <a:extLst>
                <a:ext uri="{FF2B5EF4-FFF2-40B4-BE49-F238E27FC236}">
                  <a16:creationId xmlns:a16="http://schemas.microsoft.com/office/drawing/2014/main" id="{E72D7AF8-3B85-DB46-81D0-E5192BCBFDBC}"/>
                </a:ext>
              </a:extLst>
            </p:cNvPr>
            <p:cNvSpPr/>
            <p:nvPr/>
          </p:nvSpPr>
          <p:spPr>
            <a:xfrm>
              <a:off x="3874704" y="349489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5" name="Freeform: Shape 415">
              <a:extLst>
                <a:ext uri="{FF2B5EF4-FFF2-40B4-BE49-F238E27FC236}">
                  <a16:creationId xmlns:a16="http://schemas.microsoft.com/office/drawing/2014/main" id="{3652FF41-14C0-A647-8DE7-5E180A52D509}"/>
                </a:ext>
              </a:extLst>
            </p:cNvPr>
            <p:cNvSpPr/>
            <p:nvPr/>
          </p:nvSpPr>
          <p:spPr>
            <a:xfrm>
              <a:off x="3874704" y="376383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6" name="Freeform: Shape 416">
              <a:extLst>
                <a:ext uri="{FF2B5EF4-FFF2-40B4-BE49-F238E27FC236}">
                  <a16:creationId xmlns:a16="http://schemas.microsoft.com/office/drawing/2014/main" id="{B4FAF189-B19C-0C42-9830-A9156BF33BB0}"/>
                </a:ext>
              </a:extLst>
            </p:cNvPr>
            <p:cNvSpPr/>
            <p:nvPr/>
          </p:nvSpPr>
          <p:spPr>
            <a:xfrm>
              <a:off x="3874704" y="403210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7" name="Freeform: Shape 417">
              <a:extLst>
                <a:ext uri="{FF2B5EF4-FFF2-40B4-BE49-F238E27FC236}">
                  <a16:creationId xmlns:a16="http://schemas.microsoft.com/office/drawing/2014/main" id="{E798E115-CFF0-1347-9538-7A57C41D2049}"/>
                </a:ext>
              </a:extLst>
            </p:cNvPr>
            <p:cNvSpPr/>
            <p:nvPr/>
          </p:nvSpPr>
          <p:spPr>
            <a:xfrm>
              <a:off x="3874704" y="43010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8" name="Freeform: Shape 418">
              <a:extLst>
                <a:ext uri="{FF2B5EF4-FFF2-40B4-BE49-F238E27FC236}">
                  <a16:creationId xmlns:a16="http://schemas.microsoft.com/office/drawing/2014/main" id="{B2DF6C4C-2EC2-9344-A219-3180ACBA5030}"/>
                </a:ext>
              </a:extLst>
            </p:cNvPr>
            <p:cNvSpPr/>
            <p:nvPr/>
          </p:nvSpPr>
          <p:spPr>
            <a:xfrm>
              <a:off x="3874704" y="456998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9" name="Freeform: Shape 419">
              <a:extLst>
                <a:ext uri="{FF2B5EF4-FFF2-40B4-BE49-F238E27FC236}">
                  <a16:creationId xmlns:a16="http://schemas.microsoft.com/office/drawing/2014/main" id="{0EE54E44-2712-3847-A147-92D4695A9565}"/>
                </a:ext>
              </a:extLst>
            </p:cNvPr>
            <p:cNvSpPr/>
            <p:nvPr/>
          </p:nvSpPr>
          <p:spPr>
            <a:xfrm>
              <a:off x="3874704" y="483892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0" name="Freeform: Shape 420">
              <a:extLst>
                <a:ext uri="{FF2B5EF4-FFF2-40B4-BE49-F238E27FC236}">
                  <a16:creationId xmlns:a16="http://schemas.microsoft.com/office/drawing/2014/main" id="{E9873D13-4FC0-3149-BDA8-E3C1EFC15F02}"/>
                </a:ext>
              </a:extLst>
            </p:cNvPr>
            <p:cNvSpPr/>
            <p:nvPr/>
          </p:nvSpPr>
          <p:spPr>
            <a:xfrm>
              <a:off x="3874704" y="510786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1" name="Freeform: Shape 421">
              <a:extLst>
                <a:ext uri="{FF2B5EF4-FFF2-40B4-BE49-F238E27FC236}">
                  <a16:creationId xmlns:a16="http://schemas.microsoft.com/office/drawing/2014/main" id="{FADE94E1-2F25-EF4B-832E-B12F02D1132E}"/>
                </a:ext>
              </a:extLst>
            </p:cNvPr>
            <p:cNvSpPr/>
            <p:nvPr/>
          </p:nvSpPr>
          <p:spPr>
            <a:xfrm>
              <a:off x="3602785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2" name="Freeform: Shape 422">
              <a:extLst>
                <a:ext uri="{FF2B5EF4-FFF2-40B4-BE49-F238E27FC236}">
                  <a16:creationId xmlns:a16="http://schemas.microsoft.com/office/drawing/2014/main" id="{CF6507F4-0AEE-924E-A94E-C9047C11A22C}"/>
                </a:ext>
              </a:extLst>
            </p:cNvPr>
            <p:cNvSpPr/>
            <p:nvPr/>
          </p:nvSpPr>
          <p:spPr>
            <a:xfrm>
              <a:off x="3602785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3" name="Freeform: Shape 423">
              <a:extLst>
                <a:ext uri="{FF2B5EF4-FFF2-40B4-BE49-F238E27FC236}">
                  <a16:creationId xmlns:a16="http://schemas.microsoft.com/office/drawing/2014/main" id="{FB9027FF-2B28-834F-AE86-69F76CC01C21}"/>
                </a:ext>
              </a:extLst>
            </p:cNvPr>
            <p:cNvSpPr/>
            <p:nvPr/>
          </p:nvSpPr>
          <p:spPr>
            <a:xfrm>
              <a:off x="3602785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4" name="Freeform: Shape 424">
              <a:extLst>
                <a:ext uri="{FF2B5EF4-FFF2-40B4-BE49-F238E27FC236}">
                  <a16:creationId xmlns:a16="http://schemas.microsoft.com/office/drawing/2014/main" id="{286621D6-5D47-AB4E-956A-58C1098E6834}"/>
                </a:ext>
              </a:extLst>
            </p:cNvPr>
            <p:cNvSpPr/>
            <p:nvPr/>
          </p:nvSpPr>
          <p:spPr>
            <a:xfrm>
              <a:off x="3602785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5" name="Freeform: Shape 425">
              <a:extLst>
                <a:ext uri="{FF2B5EF4-FFF2-40B4-BE49-F238E27FC236}">
                  <a16:creationId xmlns:a16="http://schemas.microsoft.com/office/drawing/2014/main" id="{57539421-13DC-1841-9B14-C1F6545FA38A}"/>
                </a:ext>
              </a:extLst>
            </p:cNvPr>
            <p:cNvSpPr/>
            <p:nvPr/>
          </p:nvSpPr>
          <p:spPr>
            <a:xfrm>
              <a:off x="3602785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6" name="Freeform: Shape 426">
              <a:extLst>
                <a:ext uri="{FF2B5EF4-FFF2-40B4-BE49-F238E27FC236}">
                  <a16:creationId xmlns:a16="http://schemas.microsoft.com/office/drawing/2014/main" id="{A54B47D2-5C84-A241-8543-F631B91BE74D}"/>
                </a:ext>
              </a:extLst>
            </p:cNvPr>
            <p:cNvSpPr/>
            <p:nvPr/>
          </p:nvSpPr>
          <p:spPr>
            <a:xfrm>
              <a:off x="3602785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7" name="Freeform: Shape 427">
              <a:extLst>
                <a:ext uri="{FF2B5EF4-FFF2-40B4-BE49-F238E27FC236}">
                  <a16:creationId xmlns:a16="http://schemas.microsoft.com/office/drawing/2014/main" id="{D0A2EB84-676E-0643-8401-D01FAC624543}"/>
                </a:ext>
              </a:extLst>
            </p:cNvPr>
            <p:cNvSpPr/>
            <p:nvPr/>
          </p:nvSpPr>
          <p:spPr>
            <a:xfrm>
              <a:off x="3602785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8" name="Freeform: Shape 428">
              <a:extLst>
                <a:ext uri="{FF2B5EF4-FFF2-40B4-BE49-F238E27FC236}">
                  <a16:creationId xmlns:a16="http://schemas.microsoft.com/office/drawing/2014/main" id="{3ED52A46-5678-6743-A039-4BEE4010512A}"/>
                </a:ext>
              </a:extLst>
            </p:cNvPr>
            <p:cNvSpPr/>
            <p:nvPr/>
          </p:nvSpPr>
          <p:spPr>
            <a:xfrm>
              <a:off x="3602785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9" name="Freeform: Shape 429">
              <a:extLst>
                <a:ext uri="{FF2B5EF4-FFF2-40B4-BE49-F238E27FC236}">
                  <a16:creationId xmlns:a16="http://schemas.microsoft.com/office/drawing/2014/main" id="{E8FBFEB5-401E-DE4D-AE58-66CECEE79097}"/>
                </a:ext>
              </a:extLst>
            </p:cNvPr>
            <p:cNvSpPr/>
            <p:nvPr/>
          </p:nvSpPr>
          <p:spPr>
            <a:xfrm>
              <a:off x="3602785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0" name="Freeform: Shape 430">
              <a:extLst>
                <a:ext uri="{FF2B5EF4-FFF2-40B4-BE49-F238E27FC236}">
                  <a16:creationId xmlns:a16="http://schemas.microsoft.com/office/drawing/2014/main" id="{56AB70D1-DBEA-5040-A47F-2300628640F8}"/>
                </a:ext>
              </a:extLst>
            </p:cNvPr>
            <p:cNvSpPr/>
            <p:nvPr/>
          </p:nvSpPr>
          <p:spPr>
            <a:xfrm>
              <a:off x="3602785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1" name="Freeform: Shape 431">
              <a:extLst>
                <a:ext uri="{FF2B5EF4-FFF2-40B4-BE49-F238E27FC236}">
                  <a16:creationId xmlns:a16="http://schemas.microsoft.com/office/drawing/2014/main" id="{F6258F79-5CF4-1A43-92C7-94C0972D8A9D}"/>
                </a:ext>
              </a:extLst>
            </p:cNvPr>
            <p:cNvSpPr/>
            <p:nvPr/>
          </p:nvSpPr>
          <p:spPr>
            <a:xfrm>
              <a:off x="3602785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2" name="Freeform: Shape 432">
              <a:extLst>
                <a:ext uri="{FF2B5EF4-FFF2-40B4-BE49-F238E27FC236}">
                  <a16:creationId xmlns:a16="http://schemas.microsoft.com/office/drawing/2014/main" id="{406A3CD8-CA41-F14D-9F60-F2A4833169FB}"/>
                </a:ext>
              </a:extLst>
            </p:cNvPr>
            <p:cNvSpPr/>
            <p:nvPr/>
          </p:nvSpPr>
          <p:spPr>
            <a:xfrm>
              <a:off x="3602785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3" name="Freeform: Shape 433">
              <a:extLst>
                <a:ext uri="{FF2B5EF4-FFF2-40B4-BE49-F238E27FC236}">
                  <a16:creationId xmlns:a16="http://schemas.microsoft.com/office/drawing/2014/main" id="{246C4939-26FD-444A-AB4D-171569729801}"/>
                </a:ext>
              </a:extLst>
            </p:cNvPr>
            <p:cNvSpPr/>
            <p:nvPr/>
          </p:nvSpPr>
          <p:spPr>
            <a:xfrm>
              <a:off x="3602785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4" name="Freeform: Shape 434">
              <a:extLst>
                <a:ext uri="{FF2B5EF4-FFF2-40B4-BE49-F238E27FC236}">
                  <a16:creationId xmlns:a16="http://schemas.microsoft.com/office/drawing/2014/main" id="{A038F371-C031-CB4B-BDCB-7C81D5B02380}"/>
                </a:ext>
              </a:extLst>
            </p:cNvPr>
            <p:cNvSpPr/>
            <p:nvPr/>
          </p:nvSpPr>
          <p:spPr>
            <a:xfrm>
              <a:off x="3602785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5" name="Freeform: Shape 435">
              <a:extLst>
                <a:ext uri="{FF2B5EF4-FFF2-40B4-BE49-F238E27FC236}">
                  <a16:creationId xmlns:a16="http://schemas.microsoft.com/office/drawing/2014/main" id="{3F632656-6658-3D41-935E-AC11BAFD17AE}"/>
                </a:ext>
              </a:extLst>
            </p:cNvPr>
            <p:cNvSpPr/>
            <p:nvPr/>
          </p:nvSpPr>
          <p:spPr>
            <a:xfrm>
              <a:off x="3602785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6" name="Freeform: Shape 436">
              <a:extLst>
                <a:ext uri="{FF2B5EF4-FFF2-40B4-BE49-F238E27FC236}">
                  <a16:creationId xmlns:a16="http://schemas.microsoft.com/office/drawing/2014/main" id="{45E02A3F-9935-1A4B-818F-BFF4737AE310}"/>
                </a:ext>
              </a:extLst>
            </p:cNvPr>
            <p:cNvSpPr/>
            <p:nvPr/>
          </p:nvSpPr>
          <p:spPr>
            <a:xfrm>
              <a:off x="3602785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7" name="Freeform: Shape 437">
              <a:extLst>
                <a:ext uri="{FF2B5EF4-FFF2-40B4-BE49-F238E27FC236}">
                  <a16:creationId xmlns:a16="http://schemas.microsoft.com/office/drawing/2014/main" id="{3F1F837E-8E78-CB4A-A4DB-3A27FEF9DE45}"/>
                </a:ext>
              </a:extLst>
            </p:cNvPr>
            <p:cNvSpPr/>
            <p:nvPr/>
          </p:nvSpPr>
          <p:spPr>
            <a:xfrm>
              <a:off x="3602785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8" name="Freeform: Shape 438">
              <a:extLst>
                <a:ext uri="{FF2B5EF4-FFF2-40B4-BE49-F238E27FC236}">
                  <a16:creationId xmlns:a16="http://schemas.microsoft.com/office/drawing/2014/main" id="{1EBF7F6A-69B9-624F-9036-8F0C819DAA4F}"/>
                </a:ext>
              </a:extLst>
            </p:cNvPr>
            <p:cNvSpPr/>
            <p:nvPr/>
          </p:nvSpPr>
          <p:spPr>
            <a:xfrm>
              <a:off x="3602785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9" name="Freeform: Shape 439">
              <a:extLst>
                <a:ext uri="{FF2B5EF4-FFF2-40B4-BE49-F238E27FC236}">
                  <a16:creationId xmlns:a16="http://schemas.microsoft.com/office/drawing/2014/main" id="{106446BC-FBC4-5742-A7F4-272397DBDED3}"/>
                </a:ext>
              </a:extLst>
            </p:cNvPr>
            <p:cNvSpPr/>
            <p:nvPr/>
          </p:nvSpPr>
          <p:spPr>
            <a:xfrm>
              <a:off x="3602785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0" name="Freeform: Shape 440">
              <a:extLst>
                <a:ext uri="{FF2B5EF4-FFF2-40B4-BE49-F238E27FC236}">
                  <a16:creationId xmlns:a16="http://schemas.microsoft.com/office/drawing/2014/main" id="{37EED4CB-9C12-6A44-92C2-EC1350DAE65A}"/>
                </a:ext>
              </a:extLst>
            </p:cNvPr>
            <p:cNvSpPr/>
            <p:nvPr/>
          </p:nvSpPr>
          <p:spPr>
            <a:xfrm>
              <a:off x="3602785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10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1" name="Freeform: Shape 441">
              <a:extLst>
                <a:ext uri="{FF2B5EF4-FFF2-40B4-BE49-F238E27FC236}">
                  <a16:creationId xmlns:a16="http://schemas.microsoft.com/office/drawing/2014/main" id="{90B0E094-C7B9-FF4F-8E9E-6034F510EF8C}"/>
                </a:ext>
              </a:extLst>
            </p:cNvPr>
            <p:cNvSpPr/>
            <p:nvPr/>
          </p:nvSpPr>
          <p:spPr>
            <a:xfrm>
              <a:off x="3330194" y="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2" name="Freeform: Shape 442">
              <a:extLst>
                <a:ext uri="{FF2B5EF4-FFF2-40B4-BE49-F238E27FC236}">
                  <a16:creationId xmlns:a16="http://schemas.microsoft.com/office/drawing/2014/main" id="{A0625B7E-3FE5-EE4F-BCA4-487047BAD6B1}"/>
                </a:ext>
              </a:extLst>
            </p:cNvPr>
            <p:cNvSpPr/>
            <p:nvPr/>
          </p:nvSpPr>
          <p:spPr>
            <a:xfrm>
              <a:off x="3330194" y="2689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3" name="Freeform: Shape 443">
              <a:extLst>
                <a:ext uri="{FF2B5EF4-FFF2-40B4-BE49-F238E27FC236}">
                  <a16:creationId xmlns:a16="http://schemas.microsoft.com/office/drawing/2014/main" id="{7E8B28A1-5552-C543-B017-5883F16BB791}"/>
                </a:ext>
              </a:extLst>
            </p:cNvPr>
            <p:cNvSpPr/>
            <p:nvPr/>
          </p:nvSpPr>
          <p:spPr>
            <a:xfrm>
              <a:off x="3330194" y="53721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4" name="Freeform: Shape 444">
              <a:extLst>
                <a:ext uri="{FF2B5EF4-FFF2-40B4-BE49-F238E27FC236}">
                  <a16:creationId xmlns:a16="http://schemas.microsoft.com/office/drawing/2014/main" id="{5A17402B-BC2C-E347-B608-176973155C1B}"/>
                </a:ext>
              </a:extLst>
            </p:cNvPr>
            <p:cNvSpPr/>
            <p:nvPr/>
          </p:nvSpPr>
          <p:spPr>
            <a:xfrm>
              <a:off x="3330194" y="80615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5" name="Freeform: Shape 445">
              <a:extLst>
                <a:ext uri="{FF2B5EF4-FFF2-40B4-BE49-F238E27FC236}">
                  <a16:creationId xmlns:a16="http://schemas.microsoft.com/office/drawing/2014/main" id="{5C6F584B-CEFB-AE47-8A94-DE4DAB8D053C}"/>
                </a:ext>
              </a:extLst>
            </p:cNvPr>
            <p:cNvSpPr/>
            <p:nvPr/>
          </p:nvSpPr>
          <p:spPr>
            <a:xfrm>
              <a:off x="3330194" y="107509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6" name="Freeform: Shape 446">
              <a:extLst>
                <a:ext uri="{FF2B5EF4-FFF2-40B4-BE49-F238E27FC236}">
                  <a16:creationId xmlns:a16="http://schemas.microsoft.com/office/drawing/2014/main" id="{FFD3243D-81D5-654D-8082-69EA1573ADF3}"/>
                </a:ext>
              </a:extLst>
            </p:cNvPr>
            <p:cNvSpPr/>
            <p:nvPr/>
          </p:nvSpPr>
          <p:spPr>
            <a:xfrm>
              <a:off x="3330194" y="1344033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7" name="Freeform: Shape 447">
              <a:extLst>
                <a:ext uri="{FF2B5EF4-FFF2-40B4-BE49-F238E27FC236}">
                  <a16:creationId xmlns:a16="http://schemas.microsoft.com/office/drawing/2014/main" id="{7EA4B9C0-5E28-D344-ABBF-3A8A31848C70}"/>
                </a:ext>
              </a:extLst>
            </p:cNvPr>
            <p:cNvSpPr/>
            <p:nvPr/>
          </p:nvSpPr>
          <p:spPr>
            <a:xfrm>
              <a:off x="3330194" y="161297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8" name="Freeform: Shape 448">
              <a:extLst>
                <a:ext uri="{FF2B5EF4-FFF2-40B4-BE49-F238E27FC236}">
                  <a16:creationId xmlns:a16="http://schemas.microsoft.com/office/drawing/2014/main" id="{CED757CB-0DF1-FE47-BCC3-135176AB8F33}"/>
                </a:ext>
              </a:extLst>
            </p:cNvPr>
            <p:cNvSpPr/>
            <p:nvPr/>
          </p:nvSpPr>
          <p:spPr>
            <a:xfrm>
              <a:off x="3330194" y="188191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9" name="Freeform: Shape 449">
              <a:extLst>
                <a:ext uri="{FF2B5EF4-FFF2-40B4-BE49-F238E27FC236}">
                  <a16:creationId xmlns:a16="http://schemas.microsoft.com/office/drawing/2014/main" id="{6EF7C9A1-75FA-0E41-9D85-2381A8D04370}"/>
                </a:ext>
              </a:extLst>
            </p:cNvPr>
            <p:cNvSpPr/>
            <p:nvPr/>
          </p:nvSpPr>
          <p:spPr>
            <a:xfrm>
              <a:off x="3330194" y="215085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0" name="Freeform: Shape 450">
              <a:extLst>
                <a:ext uri="{FF2B5EF4-FFF2-40B4-BE49-F238E27FC236}">
                  <a16:creationId xmlns:a16="http://schemas.microsoft.com/office/drawing/2014/main" id="{4C5DAF76-1408-EE4E-92C5-8C5CFC48B7DB}"/>
                </a:ext>
              </a:extLst>
            </p:cNvPr>
            <p:cNvSpPr/>
            <p:nvPr/>
          </p:nvSpPr>
          <p:spPr>
            <a:xfrm>
              <a:off x="3330194" y="241912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1" name="Freeform: Shape 451">
              <a:extLst>
                <a:ext uri="{FF2B5EF4-FFF2-40B4-BE49-F238E27FC236}">
                  <a16:creationId xmlns:a16="http://schemas.microsoft.com/office/drawing/2014/main" id="{2C749EBC-19E1-BB43-80C2-4EFC122C8A1F}"/>
                </a:ext>
              </a:extLst>
            </p:cNvPr>
            <p:cNvSpPr/>
            <p:nvPr/>
          </p:nvSpPr>
          <p:spPr>
            <a:xfrm>
              <a:off x="3330194" y="268806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2" name="Freeform: Shape 452">
              <a:extLst>
                <a:ext uri="{FF2B5EF4-FFF2-40B4-BE49-F238E27FC236}">
                  <a16:creationId xmlns:a16="http://schemas.microsoft.com/office/drawing/2014/main" id="{E5A4C910-C7CB-6E40-8DD7-6B93923FA23F}"/>
                </a:ext>
              </a:extLst>
            </p:cNvPr>
            <p:cNvSpPr/>
            <p:nvPr/>
          </p:nvSpPr>
          <p:spPr>
            <a:xfrm>
              <a:off x="3330194" y="2957008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3" name="Freeform: Shape 453">
              <a:extLst>
                <a:ext uri="{FF2B5EF4-FFF2-40B4-BE49-F238E27FC236}">
                  <a16:creationId xmlns:a16="http://schemas.microsoft.com/office/drawing/2014/main" id="{F76B02AF-0EFC-D341-9A58-0173C2C8753F}"/>
                </a:ext>
              </a:extLst>
            </p:cNvPr>
            <p:cNvSpPr/>
            <p:nvPr/>
          </p:nvSpPr>
          <p:spPr>
            <a:xfrm>
              <a:off x="3330194" y="3225949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4" name="Freeform: Shape 454">
              <a:extLst>
                <a:ext uri="{FF2B5EF4-FFF2-40B4-BE49-F238E27FC236}">
                  <a16:creationId xmlns:a16="http://schemas.microsoft.com/office/drawing/2014/main" id="{8CAE6E5D-BC42-3C44-99ED-96F036657637}"/>
                </a:ext>
              </a:extLst>
            </p:cNvPr>
            <p:cNvSpPr/>
            <p:nvPr/>
          </p:nvSpPr>
          <p:spPr>
            <a:xfrm>
              <a:off x="3330194" y="349489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5" name="Freeform: Shape 455">
              <a:extLst>
                <a:ext uri="{FF2B5EF4-FFF2-40B4-BE49-F238E27FC236}">
                  <a16:creationId xmlns:a16="http://schemas.microsoft.com/office/drawing/2014/main" id="{D31C91F1-5F96-A44F-8786-7D193B538CAB}"/>
                </a:ext>
              </a:extLst>
            </p:cNvPr>
            <p:cNvSpPr/>
            <p:nvPr/>
          </p:nvSpPr>
          <p:spPr>
            <a:xfrm>
              <a:off x="3330194" y="376383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6" name="Freeform: Shape 456">
              <a:extLst>
                <a:ext uri="{FF2B5EF4-FFF2-40B4-BE49-F238E27FC236}">
                  <a16:creationId xmlns:a16="http://schemas.microsoft.com/office/drawing/2014/main" id="{63C3B0AF-C055-2B42-9E60-712521DB5318}"/>
                </a:ext>
              </a:extLst>
            </p:cNvPr>
            <p:cNvSpPr/>
            <p:nvPr/>
          </p:nvSpPr>
          <p:spPr>
            <a:xfrm>
              <a:off x="3330194" y="403210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7" name="Freeform: Shape 457">
              <a:extLst>
                <a:ext uri="{FF2B5EF4-FFF2-40B4-BE49-F238E27FC236}">
                  <a16:creationId xmlns:a16="http://schemas.microsoft.com/office/drawing/2014/main" id="{08B02F8E-ADBE-EB42-9B7D-F8E6EB352891}"/>
                </a:ext>
              </a:extLst>
            </p:cNvPr>
            <p:cNvSpPr/>
            <p:nvPr/>
          </p:nvSpPr>
          <p:spPr>
            <a:xfrm>
              <a:off x="3330194" y="43010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8" name="Freeform: Shape 458">
              <a:extLst>
                <a:ext uri="{FF2B5EF4-FFF2-40B4-BE49-F238E27FC236}">
                  <a16:creationId xmlns:a16="http://schemas.microsoft.com/office/drawing/2014/main" id="{4077B109-0430-5F49-AE03-F0E90942D5EA}"/>
                </a:ext>
              </a:extLst>
            </p:cNvPr>
            <p:cNvSpPr/>
            <p:nvPr/>
          </p:nvSpPr>
          <p:spPr>
            <a:xfrm>
              <a:off x="3330194" y="456998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9" name="Freeform: Shape 459">
              <a:extLst>
                <a:ext uri="{FF2B5EF4-FFF2-40B4-BE49-F238E27FC236}">
                  <a16:creationId xmlns:a16="http://schemas.microsoft.com/office/drawing/2014/main" id="{5196A481-8557-CF4B-B658-F05FAE9379E3}"/>
                </a:ext>
              </a:extLst>
            </p:cNvPr>
            <p:cNvSpPr/>
            <p:nvPr/>
          </p:nvSpPr>
          <p:spPr>
            <a:xfrm>
              <a:off x="3330194" y="483892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0" name="Freeform: Shape 460">
              <a:extLst>
                <a:ext uri="{FF2B5EF4-FFF2-40B4-BE49-F238E27FC236}">
                  <a16:creationId xmlns:a16="http://schemas.microsoft.com/office/drawing/2014/main" id="{255E05D8-0955-BC43-95E4-7F530848C90E}"/>
                </a:ext>
              </a:extLst>
            </p:cNvPr>
            <p:cNvSpPr/>
            <p:nvPr/>
          </p:nvSpPr>
          <p:spPr>
            <a:xfrm>
              <a:off x="3330194" y="510786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1" name="Freeform: Shape 461">
              <a:extLst>
                <a:ext uri="{FF2B5EF4-FFF2-40B4-BE49-F238E27FC236}">
                  <a16:creationId xmlns:a16="http://schemas.microsoft.com/office/drawing/2014/main" id="{B430E62D-E154-CA4A-8175-0613562C63AC}"/>
                </a:ext>
              </a:extLst>
            </p:cNvPr>
            <p:cNvSpPr/>
            <p:nvPr/>
          </p:nvSpPr>
          <p:spPr>
            <a:xfrm>
              <a:off x="3058275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2" name="Freeform: Shape 462">
              <a:extLst>
                <a:ext uri="{FF2B5EF4-FFF2-40B4-BE49-F238E27FC236}">
                  <a16:creationId xmlns:a16="http://schemas.microsoft.com/office/drawing/2014/main" id="{42696DDB-3821-E04D-A817-D58A0E67A653}"/>
                </a:ext>
              </a:extLst>
            </p:cNvPr>
            <p:cNvSpPr/>
            <p:nvPr/>
          </p:nvSpPr>
          <p:spPr>
            <a:xfrm>
              <a:off x="3058275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3" name="Freeform: Shape 463">
              <a:extLst>
                <a:ext uri="{FF2B5EF4-FFF2-40B4-BE49-F238E27FC236}">
                  <a16:creationId xmlns:a16="http://schemas.microsoft.com/office/drawing/2014/main" id="{E77E3703-60B9-5C41-A1A3-CBEAB379BE08}"/>
                </a:ext>
              </a:extLst>
            </p:cNvPr>
            <p:cNvSpPr/>
            <p:nvPr/>
          </p:nvSpPr>
          <p:spPr>
            <a:xfrm>
              <a:off x="3058275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4" name="Freeform: Shape 464">
              <a:extLst>
                <a:ext uri="{FF2B5EF4-FFF2-40B4-BE49-F238E27FC236}">
                  <a16:creationId xmlns:a16="http://schemas.microsoft.com/office/drawing/2014/main" id="{43DD9B5C-D0F4-2E4D-A43C-FB412F2B2BE9}"/>
                </a:ext>
              </a:extLst>
            </p:cNvPr>
            <p:cNvSpPr/>
            <p:nvPr/>
          </p:nvSpPr>
          <p:spPr>
            <a:xfrm>
              <a:off x="3058275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5" name="Freeform: Shape 465">
              <a:extLst>
                <a:ext uri="{FF2B5EF4-FFF2-40B4-BE49-F238E27FC236}">
                  <a16:creationId xmlns:a16="http://schemas.microsoft.com/office/drawing/2014/main" id="{DB52A9B3-E239-624A-9AC8-27816E6DAEF4}"/>
                </a:ext>
              </a:extLst>
            </p:cNvPr>
            <p:cNvSpPr/>
            <p:nvPr/>
          </p:nvSpPr>
          <p:spPr>
            <a:xfrm>
              <a:off x="3058275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6" name="Freeform: Shape 466">
              <a:extLst>
                <a:ext uri="{FF2B5EF4-FFF2-40B4-BE49-F238E27FC236}">
                  <a16:creationId xmlns:a16="http://schemas.microsoft.com/office/drawing/2014/main" id="{D2EE2619-C32D-D04E-8394-869C2D1A540B}"/>
                </a:ext>
              </a:extLst>
            </p:cNvPr>
            <p:cNvSpPr/>
            <p:nvPr/>
          </p:nvSpPr>
          <p:spPr>
            <a:xfrm>
              <a:off x="3058275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7" name="Freeform: Shape 467">
              <a:extLst>
                <a:ext uri="{FF2B5EF4-FFF2-40B4-BE49-F238E27FC236}">
                  <a16:creationId xmlns:a16="http://schemas.microsoft.com/office/drawing/2014/main" id="{B887F99A-AE05-7D4E-B496-6EC4E2E6A4E2}"/>
                </a:ext>
              </a:extLst>
            </p:cNvPr>
            <p:cNvSpPr/>
            <p:nvPr/>
          </p:nvSpPr>
          <p:spPr>
            <a:xfrm>
              <a:off x="3058275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8" name="Freeform: Shape 468">
              <a:extLst>
                <a:ext uri="{FF2B5EF4-FFF2-40B4-BE49-F238E27FC236}">
                  <a16:creationId xmlns:a16="http://schemas.microsoft.com/office/drawing/2014/main" id="{2EE58235-E7E5-A94E-AEB8-168196594E7A}"/>
                </a:ext>
              </a:extLst>
            </p:cNvPr>
            <p:cNvSpPr/>
            <p:nvPr/>
          </p:nvSpPr>
          <p:spPr>
            <a:xfrm>
              <a:off x="3058275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9" name="Freeform: Shape 469">
              <a:extLst>
                <a:ext uri="{FF2B5EF4-FFF2-40B4-BE49-F238E27FC236}">
                  <a16:creationId xmlns:a16="http://schemas.microsoft.com/office/drawing/2014/main" id="{585CCBE4-27DD-4244-BFD0-EF71D212D451}"/>
                </a:ext>
              </a:extLst>
            </p:cNvPr>
            <p:cNvSpPr/>
            <p:nvPr/>
          </p:nvSpPr>
          <p:spPr>
            <a:xfrm>
              <a:off x="3058275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0" name="Freeform: Shape 470">
              <a:extLst>
                <a:ext uri="{FF2B5EF4-FFF2-40B4-BE49-F238E27FC236}">
                  <a16:creationId xmlns:a16="http://schemas.microsoft.com/office/drawing/2014/main" id="{178F5B21-3DE3-5740-A606-D331B0B9A60D}"/>
                </a:ext>
              </a:extLst>
            </p:cNvPr>
            <p:cNvSpPr/>
            <p:nvPr/>
          </p:nvSpPr>
          <p:spPr>
            <a:xfrm>
              <a:off x="3058275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1" name="Freeform: Shape 471">
              <a:extLst>
                <a:ext uri="{FF2B5EF4-FFF2-40B4-BE49-F238E27FC236}">
                  <a16:creationId xmlns:a16="http://schemas.microsoft.com/office/drawing/2014/main" id="{7E79697A-6ED0-A841-8952-D05FFD55B9F2}"/>
                </a:ext>
              </a:extLst>
            </p:cNvPr>
            <p:cNvSpPr/>
            <p:nvPr/>
          </p:nvSpPr>
          <p:spPr>
            <a:xfrm>
              <a:off x="3058275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2" name="Freeform: Shape 472">
              <a:extLst>
                <a:ext uri="{FF2B5EF4-FFF2-40B4-BE49-F238E27FC236}">
                  <a16:creationId xmlns:a16="http://schemas.microsoft.com/office/drawing/2014/main" id="{7A8C65FC-E078-5740-B4FC-F463C4F9807B}"/>
                </a:ext>
              </a:extLst>
            </p:cNvPr>
            <p:cNvSpPr/>
            <p:nvPr/>
          </p:nvSpPr>
          <p:spPr>
            <a:xfrm>
              <a:off x="3058275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3" name="Freeform: Shape 473">
              <a:extLst>
                <a:ext uri="{FF2B5EF4-FFF2-40B4-BE49-F238E27FC236}">
                  <a16:creationId xmlns:a16="http://schemas.microsoft.com/office/drawing/2014/main" id="{A2A0EEA7-430E-7C4E-87AF-503346279D6D}"/>
                </a:ext>
              </a:extLst>
            </p:cNvPr>
            <p:cNvSpPr/>
            <p:nvPr/>
          </p:nvSpPr>
          <p:spPr>
            <a:xfrm>
              <a:off x="3058275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4" name="Freeform: Shape 474">
              <a:extLst>
                <a:ext uri="{FF2B5EF4-FFF2-40B4-BE49-F238E27FC236}">
                  <a16:creationId xmlns:a16="http://schemas.microsoft.com/office/drawing/2014/main" id="{12BFFB98-A9CC-7A4A-8988-FA79D039A3BE}"/>
                </a:ext>
              </a:extLst>
            </p:cNvPr>
            <p:cNvSpPr/>
            <p:nvPr/>
          </p:nvSpPr>
          <p:spPr>
            <a:xfrm>
              <a:off x="3058275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5" name="Freeform: Shape 475">
              <a:extLst>
                <a:ext uri="{FF2B5EF4-FFF2-40B4-BE49-F238E27FC236}">
                  <a16:creationId xmlns:a16="http://schemas.microsoft.com/office/drawing/2014/main" id="{CD3B72EC-76E6-BE4D-BCE6-527A26F6C118}"/>
                </a:ext>
              </a:extLst>
            </p:cNvPr>
            <p:cNvSpPr/>
            <p:nvPr/>
          </p:nvSpPr>
          <p:spPr>
            <a:xfrm>
              <a:off x="3058275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6" name="Freeform: Shape 476">
              <a:extLst>
                <a:ext uri="{FF2B5EF4-FFF2-40B4-BE49-F238E27FC236}">
                  <a16:creationId xmlns:a16="http://schemas.microsoft.com/office/drawing/2014/main" id="{3C713842-51A3-7249-9FB7-0B0A1DEF4674}"/>
                </a:ext>
              </a:extLst>
            </p:cNvPr>
            <p:cNvSpPr/>
            <p:nvPr/>
          </p:nvSpPr>
          <p:spPr>
            <a:xfrm>
              <a:off x="3058275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7" name="Freeform: Shape 477">
              <a:extLst>
                <a:ext uri="{FF2B5EF4-FFF2-40B4-BE49-F238E27FC236}">
                  <a16:creationId xmlns:a16="http://schemas.microsoft.com/office/drawing/2014/main" id="{0AC29289-DB33-2040-A441-55688EC2310F}"/>
                </a:ext>
              </a:extLst>
            </p:cNvPr>
            <p:cNvSpPr/>
            <p:nvPr/>
          </p:nvSpPr>
          <p:spPr>
            <a:xfrm>
              <a:off x="3058275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8" name="Freeform: Shape 478">
              <a:extLst>
                <a:ext uri="{FF2B5EF4-FFF2-40B4-BE49-F238E27FC236}">
                  <a16:creationId xmlns:a16="http://schemas.microsoft.com/office/drawing/2014/main" id="{C08E5640-954D-C84F-B5B5-F3363B3C8A40}"/>
                </a:ext>
              </a:extLst>
            </p:cNvPr>
            <p:cNvSpPr/>
            <p:nvPr/>
          </p:nvSpPr>
          <p:spPr>
            <a:xfrm>
              <a:off x="3058275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9" name="Freeform: Shape 479">
              <a:extLst>
                <a:ext uri="{FF2B5EF4-FFF2-40B4-BE49-F238E27FC236}">
                  <a16:creationId xmlns:a16="http://schemas.microsoft.com/office/drawing/2014/main" id="{C9242676-5E56-9E49-B75A-5BB9C9DD7DEA}"/>
                </a:ext>
              </a:extLst>
            </p:cNvPr>
            <p:cNvSpPr/>
            <p:nvPr/>
          </p:nvSpPr>
          <p:spPr>
            <a:xfrm>
              <a:off x="3058275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0" name="Freeform: Shape 480">
              <a:extLst>
                <a:ext uri="{FF2B5EF4-FFF2-40B4-BE49-F238E27FC236}">
                  <a16:creationId xmlns:a16="http://schemas.microsoft.com/office/drawing/2014/main" id="{FC560682-419D-9445-83BD-535368CF5B27}"/>
                </a:ext>
              </a:extLst>
            </p:cNvPr>
            <p:cNvSpPr/>
            <p:nvPr/>
          </p:nvSpPr>
          <p:spPr>
            <a:xfrm>
              <a:off x="3058275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1" name="Freeform: Shape 481">
              <a:extLst>
                <a:ext uri="{FF2B5EF4-FFF2-40B4-BE49-F238E27FC236}">
                  <a16:creationId xmlns:a16="http://schemas.microsoft.com/office/drawing/2014/main" id="{D088686F-C96B-4149-A8DD-11C18F669EBB}"/>
                </a:ext>
              </a:extLst>
            </p:cNvPr>
            <p:cNvSpPr/>
            <p:nvPr/>
          </p:nvSpPr>
          <p:spPr>
            <a:xfrm>
              <a:off x="2786357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2" name="Freeform: Shape 482">
              <a:extLst>
                <a:ext uri="{FF2B5EF4-FFF2-40B4-BE49-F238E27FC236}">
                  <a16:creationId xmlns:a16="http://schemas.microsoft.com/office/drawing/2014/main" id="{466211BE-4A1A-6C45-89AE-06144DE8F49F}"/>
                </a:ext>
              </a:extLst>
            </p:cNvPr>
            <p:cNvSpPr/>
            <p:nvPr/>
          </p:nvSpPr>
          <p:spPr>
            <a:xfrm>
              <a:off x="2786357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3" name="Freeform: Shape 483">
              <a:extLst>
                <a:ext uri="{FF2B5EF4-FFF2-40B4-BE49-F238E27FC236}">
                  <a16:creationId xmlns:a16="http://schemas.microsoft.com/office/drawing/2014/main" id="{7FB9A34F-3C8E-4547-80C6-8682E7FB88C0}"/>
                </a:ext>
              </a:extLst>
            </p:cNvPr>
            <p:cNvSpPr/>
            <p:nvPr/>
          </p:nvSpPr>
          <p:spPr>
            <a:xfrm>
              <a:off x="2786357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4" name="Freeform: Shape 484">
              <a:extLst>
                <a:ext uri="{FF2B5EF4-FFF2-40B4-BE49-F238E27FC236}">
                  <a16:creationId xmlns:a16="http://schemas.microsoft.com/office/drawing/2014/main" id="{9EB4620A-03D4-E043-9808-560F40E3D334}"/>
                </a:ext>
              </a:extLst>
            </p:cNvPr>
            <p:cNvSpPr/>
            <p:nvPr/>
          </p:nvSpPr>
          <p:spPr>
            <a:xfrm>
              <a:off x="2786357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5" name="Freeform: Shape 485">
              <a:extLst>
                <a:ext uri="{FF2B5EF4-FFF2-40B4-BE49-F238E27FC236}">
                  <a16:creationId xmlns:a16="http://schemas.microsoft.com/office/drawing/2014/main" id="{090CE929-27FE-4540-AC04-BB6E97E3C9ED}"/>
                </a:ext>
              </a:extLst>
            </p:cNvPr>
            <p:cNvSpPr/>
            <p:nvPr/>
          </p:nvSpPr>
          <p:spPr>
            <a:xfrm>
              <a:off x="2786357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6" name="Freeform: Shape 486">
              <a:extLst>
                <a:ext uri="{FF2B5EF4-FFF2-40B4-BE49-F238E27FC236}">
                  <a16:creationId xmlns:a16="http://schemas.microsoft.com/office/drawing/2014/main" id="{A0AD782B-2BC2-F547-A3B7-98FED9A2A73A}"/>
                </a:ext>
              </a:extLst>
            </p:cNvPr>
            <p:cNvSpPr/>
            <p:nvPr/>
          </p:nvSpPr>
          <p:spPr>
            <a:xfrm>
              <a:off x="2786357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7" name="Freeform: Shape 487">
              <a:extLst>
                <a:ext uri="{FF2B5EF4-FFF2-40B4-BE49-F238E27FC236}">
                  <a16:creationId xmlns:a16="http://schemas.microsoft.com/office/drawing/2014/main" id="{A21907B0-E725-9D4E-A63F-82379A164397}"/>
                </a:ext>
              </a:extLst>
            </p:cNvPr>
            <p:cNvSpPr/>
            <p:nvPr/>
          </p:nvSpPr>
          <p:spPr>
            <a:xfrm>
              <a:off x="2786357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8" name="Freeform: Shape 488">
              <a:extLst>
                <a:ext uri="{FF2B5EF4-FFF2-40B4-BE49-F238E27FC236}">
                  <a16:creationId xmlns:a16="http://schemas.microsoft.com/office/drawing/2014/main" id="{B7087EEA-7CF0-A941-9A8C-CA2108AA174A}"/>
                </a:ext>
              </a:extLst>
            </p:cNvPr>
            <p:cNvSpPr/>
            <p:nvPr/>
          </p:nvSpPr>
          <p:spPr>
            <a:xfrm>
              <a:off x="2786357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9" name="Freeform: Shape 489">
              <a:extLst>
                <a:ext uri="{FF2B5EF4-FFF2-40B4-BE49-F238E27FC236}">
                  <a16:creationId xmlns:a16="http://schemas.microsoft.com/office/drawing/2014/main" id="{329F673D-F637-BB44-A794-C559E231E8E3}"/>
                </a:ext>
              </a:extLst>
            </p:cNvPr>
            <p:cNvSpPr/>
            <p:nvPr/>
          </p:nvSpPr>
          <p:spPr>
            <a:xfrm>
              <a:off x="2786357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0" name="Freeform: Shape 490">
              <a:extLst>
                <a:ext uri="{FF2B5EF4-FFF2-40B4-BE49-F238E27FC236}">
                  <a16:creationId xmlns:a16="http://schemas.microsoft.com/office/drawing/2014/main" id="{2D65DDDB-11EF-7143-8FCE-2331410498E7}"/>
                </a:ext>
              </a:extLst>
            </p:cNvPr>
            <p:cNvSpPr/>
            <p:nvPr/>
          </p:nvSpPr>
          <p:spPr>
            <a:xfrm>
              <a:off x="2786357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1" name="Freeform: Shape 491">
              <a:extLst>
                <a:ext uri="{FF2B5EF4-FFF2-40B4-BE49-F238E27FC236}">
                  <a16:creationId xmlns:a16="http://schemas.microsoft.com/office/drawing/2014/main" id="{591BA48B-0B99-9D4C-AB7A-6A2FA48476EC}"/>
                </a:ext>
              </a:extLst>
            </p:cNvPr>
            <p:cNvSpPr/>
            <p:nvPr/>
          </p:nvSpPr>
          <p:spPr>
            <a:xfrm>
              <a:off x="2786357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2" name="Freeform: Shape 492">
              <a:extLst>
                <a:ext uri="{FF2B5EF4-FFF2-40B4-BE49-F238E27FC236}">
                  <a16:creationId xmlns:a16="http://schemas.microsoft.com/office/drawing/2014/main" id="{48CE6A5E-88CA-7C4B-B5B2-519037797F3D}"/>
                </a:ext>
              </a:extLst>
            </p:cNvPr>
            <p:cNvSpPr/>
            <p:nvPr/>
          </p:nvSpPr>
          <p:spPr>
            <a:xfrm>
              <a:off x="2786357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3" name="Freeform: Shape 493">
              <a:extLst>
                <a:ext uri="{FF2B5EF4-FFF2-40B4-BE49-F238E27FC236}">
                  <a16:creationId xmlns:a16="http://schemas.microsoft.com/office/drawing/2014/main" id="{E14D99D8-7276-B246-ABC2-46ED402EBA57}"/>
                </a:ext>
              </a:extLst>
            </p:cNvPr>
            <p:cNvSpPr/>
            <p:nvPr/>
          </p:nvSpPr>
          <p:spPr>
            <a:xfrm>
              <a:off x="2786357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4" name="Freeform: Shape 494">
              <a:extLst>
                <a:ext uri="{FF2B5EF4-FFF2-40B4-BE49-F238E27FC236}">
                  <a16:creationId xmlns:a16="http://schemas.microsoft.com/office/drawing/2014/main" id="{A03B3C95-9435-B145-B0B7-C6CF6FBB1E7B}"/>
                </a:ext>
              </a:extLst>
            </p:cNvPr>
            <p:cNvSpPr/>
            <p:nvPr/>
          </p:nvSpPr>
          <p:spPr>
            <a:xfrm>
              <a:off x="2786357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5" name="Freeform: Shape 495">
              <a:extLst>
                <a:ext uri="{FF2B5EF4-FFF2-40B4-BE49-F238E27FC236}">
                  <a16:creationId xmlns:a16="http://schemas.microsoft.com/office/drawing/2014/main" id="{8F67A1F3-CFB4-FC4C-93AD-6839BCAFC266}"/>
                </a:ext>
              </a:extLst>
            </p:cNvPr>
            <p:cNvSpPr/>
            <p:nvPr/>
          </p:nvSpPr>
          <p:spPr>
            <a:xfrm>
              <a:off x="2786357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6" name="Freeform: Shape 496">
              <a:extLst>
                <a:ext uri="{FF2B5EF4-FFF2-40B4-BE49-F238E27FC236}">
                  <a16:creationId xmlns:a16="http://schemas.microsoft.com/office/drawing/2014/main" id="{18B535FB-4F27-E64A-95EB-4C00DEFD6DE6}"/>
                </a:ext>
              </a:extLst>
            </p:cNvPr>
            <p:cNvSpPr/>
            <p:nvPr/>
          </p:nvSpPr>
          <p:spPr>
            <a:xfrm>
              <a:off x="2786357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7" name="Freeform: Shape 497">
              <a:extLst>
                <a:ext uri="{FF2B5EF4-FFF2-40B4-BE49-F238E27FC236}">
                  <a16:creationId xmlns:a16="http://schemas.microsoft.com/office/drawing/2014/main" id="{0DF2CED5-B16F-1E44-AD36-941DDEA168E4}"/>
                </a:ext>
              </a:extLst>
            </p:cNvPr>
            <p:cNvSpPr/>
            <p:nvPr/>
          </p:nvSpPr>
          <p:spPr>
            <a:xfrm>
              <a:off x="2786357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8" name="Freeform: Shape 498">
              <a:extLst>
                <a:ext uri="{FF2B5EF4-FFF2-40B4-BE49-F238E27FC236}">
                  <a16:creationId xmlns:a16="http://schemas.microsoft.com/office/drawing/2014/main" id="{AF54348A-4807-FE41-83D6-D0A486CAAC6A}"/>
                </a:ext>
              </a:extLst>
            </p:cNvPr>
            <p:cNvSpPr/>
            <p:nvPr/>
          </p:nvSpPr>
          <p:spPr>
            <a:xfrm>
              <a:off x="2786357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9" name="Freeform: Shape 499">
              <a:extLst>
                <a:ext uri="{FF2B5EF4-FFF2-40B4-BE49-F238E27FC236}">
                  <a16:creationId xmlns:a16="http://schemas.microsoft.com/office/drawing/2014/main" id="{437831EA-D556-C64E-9ED9-62998F8B1A66}"/>
                </a:ext>
              </a:extLst>
            </p:cNvPr>
            <p:cNvSpPr/>
            <p:nvPr/>
          </p:nvSpPr>
          <p:spPr>
            <a:xfrm>
              <a:off x="2786357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0" name="Freeform: Shape 500">
              <a:extLst>
                <a:ext uri="{FF2B5EF4-FFF2-40B4-BE49-F238E27FC236}">
                  <a16:creationId xmlns:a16="http://schemas.microsoft.com/office/drawing/2014/main" id="{C50F4248-0B33-3B4A-A3C8-624E44CCCB1C}"/>
                </a:ext>
              </a:extLst>
            </p:cNvPr>
            <p:cNvSpPr/>
            <p:nvPr/>
          </p:nvSpPr>
          <p:spPr>
            <a:xfrm>
              <a:off x="2786357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1" name="Freeform: Shape 501">
              <a:extLst>
                <a:ext uri="{FF2B5EF4-FFF2-40B4-BE49-F238E27FC236}">
                  <a16:creationId xmlns:a16="http://schemas.microsoft.com/office/drawing/2014/main" id="{02DEED9A-895D-2A4E-83CE-F300C57C853D}"/>
                </a:ext>
              </a:extLst>
            </p:cNvPr>
            <p:cNvSpPr/>
            <p:nvPr/>
          </p:nvSpPr>
          <p:spPr>
            <a:xfrm>
              <a:off x="2514439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2" name="Freeform: Shape 502">
              <a:extLst>
                <a:ext uri="{FF2B5EF4-FFF2-40B4-BE49-F238E27FC236}">
                  <a16:creationId xmlns:a16="http://schemas.microsoft.com/office/drawing/2014/main" id="{0798685C-58BF-414E-B74A-B4F95DFFF940}"/>
                </a:ext>
              </a:extLst>
            </p:cNvPr>
            <p:cNvSpPr/>
            <p:nvPr/>
          </p:nvSpPr>
          <p:spPr>
            <a:xfrm>
              <a:off x="2514439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3" name="Freeform: Shape 503">
              <a:extLst>
                <a:ext uri="{FF2B5EF4-FFF2-40B4-BE49-F238E27FC236}">
                  <a16:creationId xmlns:a16="http://schemas.microsoft.com/office/drawing/2014/main" id="{8D113F17-59BC-6148-BFE7-75E8EA18EC2C}"/>
                </a:ext>
              </a:extLst>
            </p:cNvPr>
            <p:cNvSpPr/>
            <p:nvPr/>
          </p:nvSpPr>
          <p:spPr>
            <a:xfrm>
              <a:off x="2514439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4" name="Freeform: Shape 504">
              <a:extLst>
                <a:ext uri="{FF2B5EF4-FFF2-40B4-BE49-F238E27FC236}">
                  <a16:creationId xmlns:a16="http://schemas.microsoft.com/office/drawing/2014/main" id="{49D3F82F-91EF-3E4E-9D29-62DA0240BAA3}"/>
                </a:ext>
              </a:extLst>
            </p:cNvPr>
            <p:cNvSpPr/>
            <p:nvPr/>
          </p:nvSpPr>
          <p:spPr>
            <a:xfrm>
              <a:off x="2514439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5" name="Freeform: Shape 505">
              <a:extLst>
                <a:ext uri="{FF2B5EF4-FFF2-40B4-BE49-F238E27FC236}">
                  <a16:creationId xmlns:a16="http://schemas.microsoft.com/office/drawing/2014/main" id="{AA8B68F1-AC66-4846-8AE3-449912B3AD38}"/>
                </a:ext>
              </a:extLst>
            </p:cNvPr>
            <p:cNvSpPr/>
            <p:nvPr/>
          </p:nvSpPr>
          <p:spPr>
            <a:xfrm>
              <a:off x="2514439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6" name="Freeform: Shape 506">
              <a:extLst>
                <a:ext uri="{FF2B5EF4-FFF2-40B4-BE49-F238E27FC236}">
                  <a16:creationId xmlns:a16="http://schemas.microsoft.com/office/drawing/2014/main" id="{55D9D8BB-B806-1F40-A73B-151F429C60DF}"/>
                </a:ext>
              </a:extLst>
            </p:cNvPr>
            <p:cNvSpPr/>
            <p:nvPr/>
          </p:nvSpPr>
          <p:spPr>
            <a:xfrm>
              <a:off x="2514439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7" name="Freeform: Shape 507">
              <a:extLst>
                <a:ext uri="{FF2B5EF4-FFF2-40B4-BE49-F238E27FC236}">
                  <a16:creationId xmlns:a16="http://schemas.microsoft.com/office/drawing/2014/main" id="{0AD74BA7-A1DA-714A-9203-1B63EA2E2B3E}"/>
                </a:ext>
              </a:extLst>
            </p:cNvPr>
            <p:cNvSpPr/>
            <p:nvPr/>
          </p:nvSpPr>
          <p:spPr>
            <a:xfrm>
              <a:off x="2514439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8" name="Freeform: Shape 508">
              <a:extLst>
                <a:ext uri="{FF2B5EF4-FFF2-40B4-BE49-F238E27FC236}">
                  <a16:creationId xmlns:a16="http://schemas.microsoft.com/office/drawing/2014/main" id="{1FC90BFB-13B3-D846-9CD7-92352B6CAC7B}"/>
                </a:ext>
              </a:extLst>
            </p:cNvPr>
            <p:cNvSpPr/>
            <p:nvPr/>
          </p:nvSpPr>
          <p:spPr>
            <a:xfrm>
              <a:off x="2514439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9" name="Freeform: Shape 509">
              <a:extLst>
                <a:ext uri="{FF2B5EF4-FFF2-40B4-BE49-F238E27FC236}">
                  <a16:creationId xmlns:a16="http://schemas.microsoft.com/office/drawing/2014/main" id="{067FF35A-6E3C-AD49-8B41-2C1D8E2BF4AB}"/>
                </a:ext>
              </a:extLst>
            </p:cNvPr>
            <p:cNvSpPr/>
            <p:nvPr/>
          </p:nvSpPr>
          <p:spPr>
            <a:xfrm>
              <a:off x="2514439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0" name="Freeform: Shape 510">
              <a:extLst>
                <a:ext uri="{FF2B5EF4-FFF2-40B4-BE49-F238E27FC236}">
                  <a16:creationId xmlns:a16="http://schemas.microsoft.com/office/drawing/2014/main" id="{1DB0CD50-F298-3B4A-8A64-27AACC99FEBB}"/>
                </a:ext>
              </a:extLst>
            </p:cNvPr>
            <p:cNvSpPr/>
            <p:nvPr/>
          </p:nvSpPr>
          <p:spPr>
            <a:xfrm>
              <a:off x="2514439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1" name="Freeform: Shape 511">
              <a:extLst>
                <a:ext uri="{FF2B5EF4-FFF2-40B4-BE49-F238E27FC236}">
                  <a16:creationId xmlns:a16="http://schemas.microsoft.com/office/drawing/2014/main" id="{FDC3E1BA-6F65-0C42-A6CF-C76A6FF599E4}"/>
                </a:ext>
              </a:extLst>
            </p:cNvPr>
            <p:cNvSpPr/>
            <p:nvPr/>
          </p:nvSpPr>
          <p:spPr>
            <a:xfrm>
              <a:off x="2514439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2" name="Freeform: Shape 512">
              <a:extLst>
                <a:ext uri="{FF2B5EF4-FFF2-40B4-BE49-F238E27FC236}">
                  <a16:creationId xmlns:a16="http://schemas.microsoft.com/office/drawing/2014/main" id="{70169FBC-0F9F-DD44-B0AC-36525A88830D}"/>
                </a:ext>
              </a:extLst>
            </p:cNvPr>
            <p:cNvSpPr/>
            <p:nvPr/>
          </p:nvSpPr>
          <p:spPr>
            <a:xfrm>
              <a:off x="2514439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3" name="Freeform: Shape 513">
              <a:extLst>
                <a:ext uri="{FF2B5EF4-FFF2-40B4-BE49-F238E27FC236}">
                  <a16:creationId xmlns:a16="http://schemas.microsoft.com/office/drawing/2014/main" id="{8F19CD6C-2A45-1B43-81C5-EF2486FF8602}"/>
                </a:ext>
              </a:extLst>
            </p:cNvPr>
            <p:cNvSpPr/>
            <p:nvPr/>
          </p:nvSpPr>
          <p:spPr>
            <a:xfrm>
              <a:off x="2514439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4" name="Freeform: Shape 514">
              <a:extLst>
                <a:ext uri="{FF2B5EF4-FFF2-40B4-BE49-F238E27FC236}">
                  <a16:creationId xmlns:a16="http://schemas.microsoft.com/office/drawing/2014/main" id="{A72A8DD2-2FC6-C94B-B6FD-1C44451720CE}"/>
                </a:ext>
              </a:extLst>
            </p:cNvPr>
            <p:cNvSpPr/>
            <p:nvPr/>
          </p:nvSpPr>
          <p:spPr>
            <a:xfrm>
              <a:off x="2514439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5" name="Freeform: Shape 515">
              <a:extLst>
                <a:ext uri="{FF2B5EF4-FFF2-40B4-BE49-F238E27FC236}">
                  <a16:creationId xmlns:a16="http://schemas.microsoft.com/office/drawing/2014/main" id="{06E11866-0BE3-B540-A488-08E72BC3E53B}"/>
                </a:ext>
              </a:extLst>
            </p:cNvPr>
            <p:cNvSpPr/>
            <p:nvPr/>
          </p:nvSpPr>
          <p:spPr>
            <a:xfrm>
              <a:off x="2514439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6" name="Freeform: Shape 516">
              <a:extLst>
                <a:ext uri="{FF2B5EF4-FFF2-40B4-BE49-F238E27FC236}">
                  <a16:creationId xmlns:a16="http://schemas.microsoft.com/office/drawing/2014/main" id="{6E721A50-1677-C64B-BB99-B984FCDC1F23}"/>
                </a:ext>
              </a:extLst>
            </p:cNvPr>
            <p:cNvSpPr/>
            <p:nvPr/>
          </p:nvSpPr>
          <p:spPr>
            <a:xfrm>
              <a:off x="2514439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7" name="Freeform: Shape 517">
              <a:extLst>
                <a:ext uri="{FF2B5EF4-FFF2-40B4-BE49-F238E27FC236}">
                  <a16:creationId xmlns:a16="http://schemas.microsoft.com/office/drawing/2014/main" id="{10CE543C-CB69-204D-AB65-16631D8A5EE8}"/>
                </a:ext>
              </a:extLst>
            </p:cNvPr>
            <p:cNvSpPr/>
            <p:nvPr/>
          </p:nvSpPr>
          <p:spPr>
            <a:xfrm>
              <a:off x="2514439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8" name="Freeform: Shape 518">
              <a:extLst>
                <a:ext uri="{FF2B5EF4-FFF2-40B4-BE49-F238E27FC236}">
                  <a16:creationId xmlns:a16="http://schemas.microsoft.com/office/drawing/2014/main" id="{A4F225ED-9F5E-9E43-A127-54872C9DD32F}"/>
                </a:ext>
              </a:extLst>
            </p:cNvPr>
            <p:cNvSpPr/>
            <p:nvPr/>
          </p:nvSpPr>
          <p:spPr>
            <a:xfrm>
              <a:off x="2514439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9" name="Freeform: Shape 519">
              <a:extLst>
                <a:ext uri="{FF2B5EF4-FFF2-40B4-BE49-F238E27FC236}">
                  <a16:creationId xmlns:a16="http://schemas.microsoft.com/office/drawing/2014/main" id="{2911CC28-765F-EC41-B5F8-3AA3B66463D2}"/>
                </a:ext>
              </a:extLst>
            </p:cNvPr>
            <p:cNvSpPr/>
            <p:nvPr/>
          </p:nvSpPr>
          <p:spPr>
            <a:xfrm>
              <a:off x="2514439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0" name="Freeform: Shape 520">
              <a:extLst>
                <a:ext uri="{FF2B5EF4-FFF2-40B4-BE49-F238E27FC236}">
                  <a16:creationId xmlns:a16="http://schemas.microsoft.com/office/drawing/2014/main" id="{EA724794-C1FD-7B4E-BAC7-AB835418BCE0}"/>
                </a:ext>
              </a:extLst>
            </p:cNvPr>
            <p:cNvSpPr/>
            <p:nvPr/>
          </p:nvSpPr>
          <p:spPr>
            <a:xfrm>
              <a:off x="2514439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1" name="Freeform: Shape 521">
              <a:extLst>
                <a:ext uri="{FF2B5EF4-FFF2-40B4-BE49-F238E27FC236}">
                  <a16:creationId xmlns:a16="http://schemas.microsoft.com/office/drawing/2014/main" id="{20BFBE31-D319-5F4A-AD1E-AF71CA5AE91F}"/>
                </a:ext>
              </a:extLst>
            </p:cNvPr>
            <p:cNvSpPr/>
            <p:nvPr/>
          </p:nvSpPr>
          <p:spPr>
            <a:xfrm>
              <a:off x="2242520" y="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2" name="Freeform: Shape 522">
              <a:extLst>
                <a:ext uri="{FF2B5EF4-FFF2-40B4-BE49-F238E27FC236}">
                  <a16:creationId xmlns:a16="http://schemas.microsoft.com/office/drawing/2014/main" id="{710B5BF7-5EB1-D545-9D9B-BD00475ABEC3}"/>
                </a:ext>
              </a:extLst>
            </p:cNvPr>
            <p:cNvSpPr/>
            <p:nvPr/>
          </p:nvSpPr>
          <p:spPr>
            <a:xfrm>
              <a:off x="2242520" y="2689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3" name="Freeform: Shape 523">
              <a:extLst>
                <a:ext uri="{FF2B5EF4-FFF2-40B4-BE49-F238E27FC236}">
                  <a16:creationId xmlns:a16="http://schemas.microsoft.com/office/drawing/2014/main" id="{EB2FAFCF-1DE8-F648-9FBC-87141CC85199}"/>
                </a:ext>
              </a:extLst>
            </p:cNvPr>
            <p:cNvSpPr/>
            <p:nvPr/>
          </p:nvSpPr>
          <p:spPr>
            <a:xfrm>
              <a:off x="2242520" y="53721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4" name="Freeform: Shape 524">
              <a:extLst>
                <a:ext uri="{FF2B5EF4-FFF2-40B4-BE49-F238E27FC236}">
                  <a16:creationId xmlns:a16="http://schemas.microsoft.com/office/drawing/2014/main" id="{53DA9687-B848-F74E-A32F-7BE23EFE1CA5}"/>
                </a:ext>
              </a:extLst>
            </p:cNvPr>
            <p:cNvSpPr/>
            <p:nvPr/>
          </p:nvSpPr>
          <p:spPr>
            <a:xfrm>
              <a:off x="2242520" y="80615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5" name="Freeform: Shape 525">
              <a:extLst>
                <a:ext uri="{FF2B5EF4-FFF2-40B4-BE49-F238E27FC236}">
                  <a16:creationId xmlns:a16="http://schemas.microsoft.com/office/drawing/2014/main" id="{AEAC7249-1A4D-314C-B875-D30A7EF30389}"/>
                </a:ext>
              </a:extLst>
            </p:cNvPr>
            <p:cNvSpPr/>
            <p:nvPr/>
          </p:nvSpPr>
          <p:spPr>
            <a:xfrm>
              <a:off x="2242520" y="107509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6" name="Freeform: Shape 526">
              <a:extLst>
                <a:ext uri="{FF2B5EF4-FFF2-40B4-BE49-F238E27FC236}">
                  <a16:creationId xmlns:a16="http://schemas.microsoft.com/office/drawing/2014/main" id="{70DF7936-E148-4C4D-A949-5100A9471766}"/>
                </a:ext>
              </a:extLst>
            </p:cNvPr>
            <p:cNvSpPr/>
            <p:nvPr/>
          </p:nvSpPr>
          <p:spPr>
            <a:xfrm>
              <a:off x="2242520" y="1344033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7" name="Freeform: Shape 527">
              <a:extLst>
                <a:ext uri="{FF2B5EF4-FFF2-40B4-BE49-F238E27FC236}">
                  <a16:creationId xmlns:a16="http://schemas.microsoft.com/office/drawing/2014/main" id="{EFDBF77E-95F4-9547-992D-7E38A33FC5A9}"/>
                </a:ext>
              </a:extLst>
            </p:cNvPr>
            <p:cNvSpPr/>
            <p:nvPr/>
          </p:nvSpPr>
          <p:spPr>
            <a:xfrm>
              <a:off x="2242520" y="161297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8" name="Freeform: Shape 528">
              <a:extLst>
                <a:ext uri="{FF2B5EF4-FFF2-40B4-BE49-F238E27FC236}">
                  <a16:creationId xmlns:a16="http://schemas.microsoft.com/office/drawing/2014/main" id="{F6D62350-3F17-AC46-A905-CA020A471DC9}"/>
                </a:ext>
              </a:extLst>
            </p:cNvPr>
            <p:cNvSpPr/>
            <p:nvPr/>
          </p:nvSpPr>
          <p:spPr>
            <a:xfrm>
              <a:off x="2242520" y="188191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9" name="Freeform: Shape 529">
              <a:extLst>
                <a:ext uri="{FF2B5EF4-FFF2-40B4-BE49-F238E27FC236}">
                  <a16:creationId xmlns:a16="http://schemas.microsoft.com/office/drawing/2014/main" id="{8A77CD21-CE05-8B45-9380-E8F47F5BC727}"/>
                </a:ext>
              </a:extLst>
            </p:cNvPr>
            <p:cNvSpPr/>
            <p:nvPr/>
          </p:nvSpPr>
          <p:spPr>
            <a:xfrm>
              <a:off x="2242520" y="215085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0" name="Freeform: Shape 530">
              <a:extLst>
                <a:ext uri="{FF2B5EF4-FFF2-40B4-BE49-F238E27FC236}">
                  <a16:creationId xmlns:a16="http://schemas.microsoft.com/office/drawing/2014/main" id="{FC8BD4FB-C6A6-C540-B74F-FF1F3AECB03F}"/>
                </a:ext>
              </a:extLst>
            </p:cNvPr>
            <p:cNvSpPr/>
            <p:nvPr/>
          </p:nvSpPr>
          <p:spPr>
            <a:xfrm>
              <a:off x="2242520" y="241912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1" name="Freeform: Shape 531">
              <a:extLst>
                <a:ext uri="{FF2B5EF4-FFF2-40B4-BE49-F238E27FC236}">
                  <a16:creationId xmlns:a16="http://schemas.microsoft.com/office/drawing/2014/main" id="{50035705-B7A3-B043-9A90-B41CB9EFD6E3}"/>
                </a:ext>
              </a:extLst>
            </p:cNvPr>
            <p:cNvSpPr/>
            <p:nvPr/>
          </p:nvSpPr>
          <p:spPr>
            <a:xfrm>
              <a:off x="2242520" y="268806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2" name="Freeform: Shape 532">
              <a:extLst>
                <a:ext uri="{FF2B5EF4-FFF2-40B4-BE49-F238E27FC236}">
                  <a16:creationId xmlns:a16="http://schemas.microsoft.com/office/drawing/2014/main" id="{C5AD8093-7FA9-F049-B0A5-30C0E8CA71C6}"/>
                </a:ext>
              </a:extLst>
            </p:cNvPr>
            <p:cNvSpPr/>
            <p:nvPr/>
          </p:nvSpPr>
          <p:spPr>
            <a:xfrm>
              <a:off x="2242520" y="2957008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3" name="Freeform: Shape 533">
              <a:extLst>
                <a:ext uri="{FF2B5EF4-FFF2-40B4-BE49-F238E27FC236}">
                  <a16:creationId xmlns:a16="http://schemas.microsoft.com/office/drawing/2014/main" id="{1085DB0D-857C-EC49-AB42-7EC6F64E14CD}"/>
                </a:ext>
              </a:extLst>
            </p:cNvPr>
            <p:cNvSpPr/>
            <p:nvPr/>
          </p:nvSpPr>
          <p:spPr>
            <a:xfrm>
              <a:off x="2242520" y="3225949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4" name="Freeform: Shape 534">
              <a:extLst>
                <a:ext uri="{FF2B5EF4-FFF2-40B4-BE49-F238E27FC236}">
                  <a16:creationId xmlns:a16="http://schemas.microsoft.com/office/drawing/2014/main" id="{6B42AFDF-369C-3546-8FDF-2B238B812C68}"/>
                </a:ext>
              </a:extLst>
            </p:cNvPr>
            <p:cNvSpPr/>
            <p:nvPr/>
          </p:nvSpPr>
          <p:spPr>
            <a:xfrm>
              <a:off x="2242520" y="349489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5" name="Freeform: Shape 535">
              <a:extLst>
                <a:ext uri="{FF2B5EF4-FFF2-40B4-BE49-F238E27FC236}">
                  <a16:creationId xmlns:a16="http://schemas.microsoft.com/office/drawing/2014/main" id="{1D90AB52-37D1-6041-9E41-20F3F29FE265}"/>
                </a:ext>
              </a:extLst>
            </p:cNvPr>
            <p:cNvSpPr/>
            <p:nvPr/>
          </p:nvSpPr>
          <p:spPr>
            <a:xfrm>
              <a:off x="2242520" y="376383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6" name="Freeform: Shape 536">
              <a:extLst>
                <a:ext uri="{FF2B5EF4-FFF2-40B4-BE49-F238E27FC236}">
                  <a16:creationId xmlns:a16="http://schemas.microsoft.com/office/drawing/2014/main" id="{6C30A486-57F4-9A43-B517-931DC49A314E}"/>
                </a:ext>
              </a:extLst>
            </p:cNvPr>
            <p:cNvSpPr/>
            <p:nvPr/>
          </p:nvSpPr>
          <p:spPr>
            <a:xfrm>
              <a:off x="2242520" y="403210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7" name="Freeform: Shape 537">
              <a:extLst>
                <a:ext uri="{FF2B5EF4-FFF2-40B4-BE49-F238E27FC236}">
                  <a16:creationId xmlns:a16="http://schemas.microsoft.com/office/drawing/2014/main" id="{0F8E8500-EDD5-8A45-A6AF-5A4EF4685B57}"/>
                </a:ext>
              </a:extLst>
            </p:cNvPr>
            <p:cNvSpPr/>
            <p:nvPr/>
          </p:nvSpPr>
          <p:spPr>
            <a:xfrm>
              <a:off x="2242520" y="43010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8" name="Freeform: Shape 538">
              <a:extLst>
                <a:ext uri="{FF2B5EF4-FFF2-40B4-BE49-F238E27FC236}">
                  <a16:creationId xmlns:a16="http://schemas.microsoft.com/office/drawing/2014/main" id="{1CABA063-98F1-1C46-9841-2B445237F90C}"/>
                </a:ext>
              </a:extLst>
            </p:cNvPr>
            <p:cNvSpPr/>
            <p:nvPr/>
          </p:nvSpPr>
          <p:spPr>
            <a:xfrm>
              <a:off x="2242520" y="456998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9" name="Freeform: Shape 539">
              <a:extLst>
                <a:ext uri="{FF2B5EF4-FFF2-40B4-BE49-F238E27FC236}">
                  <a16:creationId xmlns:a16="http://schemas.microsoft.com/office/drawing/2014/main" id="{03350352-4B9B-A541-8BD2-C187B8CD6540}"/>
                </a:ext>
              </a:extLst>
            </p:cNvPr>
            <p:cNvSpPr/>
            <p:nvPr/>
          </p:nvSpPr>
          <p:spPr>
            <a:xfrm>
              <a:off x="2242520" y="483892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0" name="Freeform: Shape 540">
              <a:extLst>
                <a:ext uri="{FF2B5EF4-FFF2-40B4-BE49-F238E27FC236}">
                  <a16:creationId xmlns:a16="http://schemas.microsoft.com/office/drawing/2014/main" id="{287DEE9F-1EC9-D547-975B-B9A22F5130A5}"/>
                </a:ext>
              </a:extLst>
            </p:cNvPr>
            <p:cNvSpPr/>
            <p:nvPr/>
          </p:nvSpPr>
          <p:spPr>
            <a:xfrm>
              <a:off x="2242520" y="510786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1" name="Freeform: Shape 541">
              <a:extLst>
                <a:ext uri="{FF2B5EF4-FFF2-40B4-BE49-F238E27FC236}">
                  <a16:creationId xmlns:a16="http://schemas.microsoft.com/office/drawing/2014/main" id="{5B2675B0-144D-C447-B7EC-0CD476D4A97F}"/>
                </a:ext>
              </a:extLst>
            </p:cNvPr>
            <p:cNvSpPr/>
            <p:nvPr/>
          </p:nvSpPr>
          <p:spPr>
            <a:xfrm>
              <a:off x="1969929" y="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2" name="Freeform: Shape 542">
              <a:extLst>
                <a:ext uri="{FF2B5EF4-FFF2-40B4-BE49-F238E27FC236}">
                  <a16:creationId xmlns:a16="http://schemas.microsoft.com/office/drawing/2014/main" id="{3A0C8314-A616-7F46-B905-9B74BE7A7761}"/>
                </a:ext>
              </a:extLst>
            </p:cNvPr>
            <p:cNvSpPr/>
            <p:nvPr/>
          </p:nvSpPr>
          <p:spPr>
            <a:xfrm>
              <a:off x="1969929" y="2689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3" name="Freeform: Shape 543">
              <a:extLst>
                <a:ext uri="{FF2B5EF4-FFF2-40B4-BE49-F238E27FC236}">
                  <a16:creationId xmlns:a16="http://schemas.microsoft.com/office/drawing/2014/main" id="{D31598A8-3950-6E4C-9FCB-B8C0758EBC85}"/>
                </a:ext>
              </a:extLst>
            </p:cNvPr>
            <p:cNvSpPr/>
            <p:nvPr/>
          </p:nvSpPr>
          <p:spPr>
            <a:xfrm>
              <a:off x="1969929" y="53721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4" name="Freeform: Shape 544">
              <a:extLst>
                <a:ext uri="{FF2B5EF4-FFF2-40B4-BE49-F238E27FC236}">
                  <a16:creationId xmlns:a16="http://schemas.microsoft.com/office/drawing/2014/main" id="{6F56B5C2-C698-FD41-BF80-6F9A8D014CC0}"/>
                </a:ext>
              </a:extLst>
            </p:cNvPr>
            <p:cNvSpPr/>
            <p:nvPr/>
          </p:nvSpPr>
          <p:spPr>
            <a:xfrm>
              <a:off x="1969929" y="80615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5" name="Freeform: Shape 545">
              <a:extLst>
                <a:ext uri="{FF2B5EF4-FFF2-40B4-BE49-F238E27FC236}">
                  <a16:creationId xmlns:a16="http://schemas.microsoft.com/office/drawing/2014/main" id="{B98D7EF9-8039-FE40-9A3F-CE6B51AD88CB}"/>
                </a:ext>
              </a:extLst>
            </p:cNvPr>
            <p:cNvSpPr/>
            <p:nvPr/>
          </p:nvSpPr>
          <p:spPr>
            <a:xfrm>
              <a:off x="1969929" y="107509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6" name="Freeform: Shape 546">
              <a:extLst>
                <a:ext uri="{FF2B5EF4-FFF2-40B4-BE49-F238E27FC236}">
                  <a16:creationId xmlns:a16="http://schemas.microsoft.com/office/drawing/2014/main" id="{7BCDBE58-B290-EF4B-8104-0529144F99FF}"/>
                </a:ext>
              </a:extLst>
            </p:cNvPr>
            <p:cNvSpPr/>
            <p:nvPr/>
          </p:nvSpPr>
          <p:spPr>
            <a:xfrm>
              <a:off x="1969929" y="1344033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7" name="Freeform: Shape 547">
              <a:extLst>
                <a:ext uri="{FF2B5EF4-FFF2-40B4-BE49-F238E27FC236}">
                  <a16:creationId xmlns:a16="http://schemas.microsoft.com/office/drawing/2014/main" id="{6CA945B4-8D34-AC41-8271-EDFA2D2B267B}"/>
                </a:ext>
              </a:extLst>
            </p:cNvPr>
            <p:cNvSpPr/>
            <p:nvPr/>
          </p:nvSpPr>
          <p:spPr>
            <a:xfrm>
              <a:off x="1969929" y="161297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8" name="Freeform: Shape 548">
              <a:extLst>
                <a:ext uri="{FF2B5EF4-FFF2-40B4-BE49-F238E27FC236}">
                  <a16:creationId xmlns:a16="http://schemas.microsoft.com/office/drawing/2014/main" id="{229DFF01-1BAF-914A-964B-14A90AA989A1}"/>
                </a:ext>
              </a:extLst>
            </p:cNvPr>
            <p:cNvSpPr/>
            <p:nvPr/>
          </p:nvSpPr>
          <p:spPr>
            <a:xfrm>
              <a:off x="1969929" y="188191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9" name="Freeform: Shape 549">
              <a:extLst>
                <a:ext uri="{FF2B5EF4-FFF2-40B4-BE49-F238E27FC236}">
                  <a16:creationId xmlns:a16="http://schemas.microsoft.com/office/drawing/2014/main" id="{19CD241F-CAF8-8245-B22B-81A3FD655E98}"/>
                </a:ext>
              </a:extLst>
            </p:cNvPr>
            <p:cNvSpPr/>
            <p:nvPr/>
          </p:nvSpPr>
          <p:spPr>
            <a:xfrm>
              <a:off x="1969929" y="215085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0" name="Freeform: Shape 550">
              <a:extLst>
                <a:ext uri="{FF2B5EF4-FFF2-40B4-BE49-F238E27FC236}">
                  <a16:creationId xmlns:a16="http://schemas.microsoft.com/office/drawing/2014/main" id="{F1E815D2-15BD-EF44-A5E6-7D256150531F}"/>
                </a:ext>
              </a:extLst>
            </p:cNvPr>
            <p:cNvSpPr/>
            <p:nvPr/>
          </p:nvSpPr>
          <p:spPr>
            <a:xfrm>
              <a:off x="1969929" y="241912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1" name="Freeform: Shape 551">
              <a:extLst>
                <a:ext uri="{FF2B5EF4-FFF2-40B4-BE49-F238E27FC236}">
                  <a16:creationId xmlns:a16="http://schemas.microsoft.com/office/drawing/2014/main" id="{E4DD0CAA-E6A9-884F-8803-FDCD9449B428}"/>
                </a:ext>
              </a:extLst>
            </p:cNvPr>
            <p:cNvSpPr/>
            <p:nvPr/>
          </p:nvSpPr>
          <p:spPr>
            <a:xfrm>
              <a:off x="1969929" y="268806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2" name="Freeform: Shape 552">
              <a:extLst>
                <a:ext uri="{FF2B5EF4-FFF2-40B4-BE49-F238E27FC236}">
                  <a16:creationId xmlns:a16="http://schemas.microsoft.com/office/drawing/2014/main" id="{02241F63-F093-C44F-AFE6-1F65633FD5EE}"/>
                </a:ext>
              </a:extLst>
            </p:cNvPr>
            <p:cNvSpPr/>
            <p:nvPr/>
          </p:nvSpPr>
          <p:spPr>
            <a:xfrm>
              <a:off x="1969929" y="2957008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3" name="Freeform: Shape 553">
              <a:extLst>
                <a:ext uri="{FF2B5EF4-FFF2-40B4-BE49-F238E27FC236}">
                  <a16:creationId xmlns:a16="http://schemas.microsoft.com/office/drawing/2014/main" id="{3920DE32-6620-1E4C-B6DA-9EB2E53590D5}"/>
                </a:ext>
              </a:extLst>
            </p:cNvPr>
            <p:cNvSpPr/>
            <p:nvPr/>
          </p:nvSpPr>
          <p:spPr>
            <a:xfrm>
              <a:off x="1969929" y="3225949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4" name="Freeform: Shape 554">
              <a:extLst>
                <a:ext uri="{FF2B5EF4-FFF2-40B4-BE49-F238E27FC236}">
                  <a16:creationId xmlns:a16="http://schemas.microsoft.com/office/drawing/2014/main" id="{4D00E786-CF42-6346-AAC3-FB089DD2BDD4}"/>
                </a:ext>
              </a:extLst>
            </p:cNvPr>
            <p:cNvSpPr/>
            <p:nvPr/>
          </p:nvSpPr>
          <p:spPr>
            <a:xfrm>
              <a:off x="1969929" y="349489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5" name="Freeform: Shape 555">
              <a:extLst>
                <a:ext uri="{FF2B5EF4-FFF2-40B4-BE49-F238E27FC236}">
                  <a16:creationId xmlns:a16="http://schemas.microsoft.com/office/drawing/2014/main" id="{78948B54-5615-2B47-9D8D-3687A6B015A4}"/>
                </a:ext>
              </a:extLst>
            </p:cNvPr>
            <p:cNvSpPr/>
            <p:nvPr/>
          </p:nvSpPr>
          <p:spPr>
            <a:xfrm>
              <a:off x="1969929" y="376383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6" name="Freeform: Shape 556">
              <a:extLst>
                <a:ext uri="{FF2B5EF4-FFF2-40B4-BE49-F238E27FC236}">
                  <a16:creationId xmlns:a16="http://schemas.microsoft.com/office/drawing/2014/main" id="{B5132890-5AE0-0141-95F5-580E15ECA05E}"/>
                </a:ext>
              </a:extLst>
            </p:cNvPr>
            <p:cNvSpPr/>
            <p:nvPr/>
          </p:nvSpPr>
          <p:spPr>
            <a:xfrm>
              <a:off x="1969929" y="403210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7" name="Freeform: Shape 557">
              <a:extLst>
                <a:ext uri="{FF2B5EF4-FFF2-40B4-BE49-F238E27FC236}">
                  <a16:creationId xmlns:a16="http://schemas.microsoft.com/office/drawing/2014/main" id="{50CE6BB2-EF5D-F346-8293-3A2FC136109C}"/>
                </a:ext>
              </a:extLst>
            </p:cNvPr>
            <p:cNvSpPr/>
            <p:nvPr/>
          </p:nvSpPr>
          <p:spPr>
            <a:xfrm>
              <a:off x="1969929" y="43010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8" name="Freeform: Shape 558">
              <a:extLst>
                <a:ext uri="{FF2B5EF4-FFF2-40B4-BE49-F238E27FC236}">
                  <a16:creationId xmlns:a16="http://schemas.microsoft.com/office/drawing/2014/main" id="{0072870E-78EC-2047-A675-BD5ACE7FBC53}"/>
                </a:ext>
              </a:extLst>
            </p:cNvPr>
            <p:cNvSpPr/>
            <p:nvPr/>
          </p:nvSpPr>
          <p:spPr>
            <a:xfrm>
              <a:off x="1969929" y="456998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9" name="Freeform: Shape 559">
              <a:extLst>
                <a:ext uri="{FF2B5EF4-FFF2-40B4-BE49-F238E27FC236}">
                  <a16:creationId xmlns:a16="http://schemas.microsoft.com/office/drawing/2014/main" id="{BF441EDA-0513-A246-BA07-4E5C0E52B002}"/>
                </a:ext>
              </a:extLst>
            </p:cNvPr>
            <p:cNvSpPr/>
            <p:nvPr/>
          </p:nvSpPr>
          <p:spPr>
            <a:xfrm>
              <a:off x="1969929" y="483892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0" name="Freeform: Shape 560">
              <a:extLst>
                <a:ext uri="{FF2B5EF4-FFF2-40B4-BE49-F238E27FC236}">
                  <a16:creationId xmlns:a16="http://schemas.microsoft.com/office/drawing/2014/main" id="{FE44B3E1-6286-004A-AC19-DD973E6C6BD4}"/>
                </a:ext>
              </a:extLst>
            </p:cNvPr>
            <p:cNvSpPr/>
            <p:nvPr/>
          </p:nvSpPr>
          <p:spPr>
            <a:xfrm>
              <a:off x="1969929" y="510786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1" name="Freeform: Shape 561">
              <a:extLst>
                <a:ext uri="{FF2B5EF4-FFF2-40B4-BE49-F238E27FC236}">
                  <a16:creationId xmlns:a16="http://schemas.microsoft.com/office/drawing/2014/main" id="{370F2262-809A-D84F-B7FC-9D20E5B832B0}"/>
                </a:ext>
              </a:extLst>
            </p:cNvPr>
            <p:cNvSpPr/>
            <p:nvPr/>
          </p:nvSpPr>
          <p:spPr>
            <a:xfrm>
              <a:off x="1698010" y="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2" name="Freeform: Shape 562">
              <a:extLst>
                <a:ext uri="{FF2B5EF4-FFF2-40B4-BE49-F238E27FC236}">
                  <a16:creationId xmlns:a16="http://schemas.microsoft.com/office/drawing/2014/main" id="{B3E9FB60-EE22-3B4E-8170-C2C837C07C69}"/>
                </a:ext>
              </a:extLst>
            </p:cNvPr>
            <p:cNvSpPr/>
            <p:nvPr/>
          </p:nvSpPr>
          <p:spPr>
            <a:xfrm>
              <a:off x="1698010" y="2689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3" name="Freeform: Shape 563">
              <a:extLst>
                <a:ext uri="{FF2B5EF4-FFF2-40B4-BE49-F238E27FC236}">
                  <a16:creationId xmlns:a16="http://schemas.microsoft.com/office/drawing/2014/main" id="{DE5D1B6C-6324-534C-AA66-51B626AE65DC}"/>
                </a:ext>
              </a:extLst>
            </p:cNvPr>
            <p:cNvSpPr/>
            <p:nvPr/>
          </p:nvSpPr>
          <p:spPr>
            <a:xfrm>
              <a:off x="1698010" y="53721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4" name="Freeform: Shape 564">
              <a:extLst>
                <a:ext uri="{FF2B5EF4-FFF2-40B4-BE49-F238E27FC236}">
                  <a16:creationId xmlns:a16="http://schemas.microsoft.com/office/drawing/2014/main" id="{370799F7-10B2-E248-97F3-A5997562A1B3}"/>
                </a:ext>
              </a:extLst>
            </p:cNvPr>
            <p:cNvSpPr/>
            <p:nvPr/>
          </p:nvSpPr>
          <p:spPr>
            <a:xfrm>
              <a:off x="1698010" y="80615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5" name="Freeform: Shape 565">
              <a:extLst>
                <a:ext uri="{FF2B5EF4-FFF2-40B4-BE49-F238E27FC236}">
                  <a16:creationId xmlns:a16="http://schemas.microsoft.com/office/drawing/2014/main" id="{8F029145-B014-F040-8F9F-794A9DE2DCB9}"/>
                </a:ext>
              </a:extLst>
            </p:cNvPr>
            <p:cNvSpPr/>
            <p:nvPr/>
          </p:nvSpPr>
          <p:spPr>
            <a:xfrm>
              <a:off x="1698010" y="107509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6" name="Freeform: Shape 566">
              <a:extLst>
                <a:ext uri="{FF2B5EF4-FFF2-40B4-BE49-F238E27FC236}">
                  <a16:creationId xmlns:a16="http://schemas.microsoft.com/office/drawing/2014/main" id="{F5B06B5C-5F7A-F74A-8B89-488444C83103}"/>
                </a:ext>
              </a:extLst>
            </p:cNvPr>
            <p:cNvSpPr/>
            <p:nvPr/>
          </p:nvSpPr>
          <p:spPr>
            <a:xfrm>
              <a:off x="1698010" y="1344033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7" name="Freeform: Shape 567">
              <a:extLst>
                <a:ext uri="{FF2B5EF4-FFF2-40B4-BE49-F238E27FC236}">
                  <a16:creationId xmlns:a16="http://schemas.microsoft.com/office/drawing/2014/main" id="{918FA9EB-2FF4-CB40-A0DE-41B3AA6DBD74}"/>
                </a:ext>
              </a:extLst>
            </p:cNvPr>
            <p:cNvSpPr/>
            <p:nvPr/>
          </p:nvSpPr>
          <p:spPr>
            <a:xfrm>
              <a:off x="1698010" y="161297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8" name="Freeform: Shape 568">
              <a:extLst>
                <a:ext uri="{FF2B5EF4-FFF2-40B4-BE49-F238E27FC236}">
                  <a16:creationId xmlns:a16="http://schemas.microsoft.com/office/drawing/2014/main" id="{9C5D5A06-A030-C946-8133-2C3E98461FE8}"/>
                </a:ext>
              </a:extLst>
            </p:cNvPr>
            <p:cNvSpPr/>
            <p:nvPr/>
          </p:nvSpPr>
          <p:spPr>
            <a:xfrm>
              <a:off x="1698010" y="188191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9" name="Freeform: Shape 569">
              <a:extLst>
                <a:ext uri="{FF2B5EF4-FFF2-40B4-BE49-F238E27FC236}">
                  <a16:creationId xmlns:a16="http://schemas.microsoft.com/office/drawing/2014/main" id="{7BAD019E-8D4A-884B-B48F-1A7F9900C789}"/>
                </a:ext>
              </a:extLst>
            </p:cNvPr>
            <p:cNvSpPr/>
            <p:nvPr/>
          </p:nvSpPr>
          <p:spPr>
            <a:xfrm>
              <a:off x="1698010" y="215085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0" name="Freeform: Shape 570">
              <a:extLst>
                <a:ext uri="{FF2B5EF4-FFF2-40B4-BE49-F238E27FC236}">
                  <a16:creationId xmlns:a16="http://schemas.microsoft.com/office/drawing/2014/main" id="{39BAE5E6-6924-084B-BC70-C07B7F5B632E}"/>
                </a:ext>
              </a:extLst>
            </p:cNvPr>
            <p:cNvSpPr/>
            <p:nvPr/>
          </p:nvSpPr>
          <p:spPr>
            <a:xfrm>
              <a:off x="1698010" y="241912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1" name="Freeform: Shape 571">
              <a:extLst>
                <a:ext uri="{FF2B5EF4-FFF2-40B4-BE49-F238E27FC236}">
                  <a16:creationId xmlns:a16="http://schemas.microsoft.com/office/drawing/2014/main" id="{A0DE54B5-F87B-3D40-95F1-1B818C27C824}"/>
                </a:ext>
              </a:extLst>
            </p:cNvPr>
            <p:cNvSpPr/>
            <p:nvPr/>
          </p:nvSpPr>
          <p:spPr>
            <a:xfrm>
              <a:off x="1698010" y="2688067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2" name="Freeform: Shape 572">
              <a:extLst>
                <a:ext uri="{FF2B5EF4-FFF2-40B4-BE49-F238E27FC236}">
                  <a16:creationId xmlns:a16="http://schemas.microsoft.com/office/drawing/2014/main" id="{E22382D5-BBAB-7247-B640-2F5C47F1895A}"/>
                </a:ext>
              </a:extLst>
            </p:cNvPr>
            <p:cNvSpPr/>
            <p:nvPr/>
          </p:nvSpPr>
          <p:spPr>
            <a:xfrm>
              <a:off x="1698010" y="2957008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3" name="Freeform: Shape 573">
              <a:extLst>
                <a:ext uri="{FF2B5EF4-FFF2-40B4-BE49-F238E27FC236}">
                  <a16:creationId xmlns:a16="http://schemas.microsoft.com/office/drawing/2014/main" id="{A5D4EE3E-CA8D-B040-8C47-2495C3261006}"/>
                </a:ext>
              </a:extLst>
            </p:cNvPr>
            <p:cNvSpPr/>
            <p:nvPr/>
          </p:nvSpPr>
          <p:spPr>
            <a:xfrm>
              <a:off x="1698010" y="3225949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8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4" name="Freeform: Shape 574">
              <a:extLst>
                <a:ext uri="{FF2B5EF4-FFF2-40B4-BE49-F238E27FC236}">
                  <a16:creationId xmlns:a16="http://schemas.microsoft.com/office/drawing/2014/main" id="{43848074-0798-F941-98BD-DD6847ECCD94}"/>
                </a:ext>
              </a:extLst>
            </p:cNvPr>
            <p:cNvSpPr/>
            <p:nvPr/>
          </p:nvSpPr>
          <p:spPr>
            <a:xfrm>
              <a:off x="1698010" y="349489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5" name="Freeform: Shape 575">
              <a:extLst>
                <a:ext uri="{FF2B5EF4-FFF2-40B4-BE49-F238E27FC236}">
                  <a16:creationId xmlns:a16="http://schemas.microsoft.com/office/drawing/2014/main" id="{CA77A878-8887-1E42-BAEB-68F8F2920C28}"/>
                </a:ext>
              </a:extLst>
            </p:cNvPr>
            <p:cNvSpPr/>
            <p:nvPr/>
          </p:nvSpPr>
          <p:spPr>
            <a:xfrm>
              <a:off x="1698010" y="376383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6" name="Freeform: Shape 576">
              <a:extLst>
                <a:ext uri="{FF2B5EF4-FFF2-40B4-BE49-F238E27FC236}">
                  <a16:creationId xmlns:a16="http://schemas.microsoft.com/office/drawing/2014/main" id="{6FF41923-8CCE-0143-A3E5-A939174E1170}"/>
                </a:ext>
              </a:extLst>
            </p:cNvPr>
            <p:cNvSpPr/>
            <p:nvPr/>
          </p:nvSpPr>
          <p:spPr>
            <a:xfrm>
              <a:off x="1698010" y="4032100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7" name="Freeform: Shape 577">
              <a:extLst>
                <a:ext uri="{FF2B5EF4-FFF2-40B4-BE49-F238E27FC236}">
                  <a16:creationId xmlns:a16="http://schemas.microsoft.com/office/drawing/2014/main" id="{A93DD460-99ED-C842-8D98-4C73481B6AFD}"/>
                </a:ext>
              </a:extLst>
            </p:cNvPr>
            <p:cNvSpPr/>
            <p:nvPr/>
          </p:nvSpPr>
          <p:spPr>
            <a:xfrm>
              <a:off x="1698010" y="4301041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8" name="Freeform: Shape 578">
              <a:extLst>
                <a:ext uri="{FF2B5EF4-FFF2-40B4-BE49-F238E27FC236}">
                  <a16:creationId xmlns:a16="http://schemas.microsoft.com/office/drawing/2014/main" id="{DB338164-4865-4840-96C2-C6C8AC7BF455}"/>
                </a:ext>
              </a:extLst>
            </p:cNvPr>
            <p:cNvSpPr/>
            <p:nvPr/>
          </p:nvSpPr>
          <p:spPr>
            <a:xfrm>
              <a:off x="1698010" y="4569982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9" name="Freeform: Shape 579">
              <a:extLst>
                <a:ext uri="{FF2B5EF4-FFF2-40B4-BE49-F238E27FC236}">
                  <a16:creationId xmlns:a16="http://schemas.microsoft.com/office/drawing/2014/main" id="{5629F001-19DE-BA40-9ACF-64559E582061}"/>
                </a:ext>
              </a:extLst>
            </p:cNvPr>
            <p:cNvSpPr/>
            <p:nvPr/>
          </p:nvSpPr>
          <p:spPr>
            <a:xfrm>
              <a:off x="1698010" y="4838924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0" name="Freeform: Shape 580">
              <a:extLst>
                <a:ext uri="{FF2B5EF4-FFF2-40B4-BE49-F238E27FC236}">
                  <a16:creationId xmlns:a16="http://schemas.microsoft.com/office/drawing/2014/main" id="{C1FDE4BF-AC80-B342-A962-4A303DE10AA8}"/>
                </a:ext>
              </a:extLst>
            </p:cNvPr>
            <p:cNvSpPr/>
            <p:nvPr/>
          </p:nvSpPr>
          <p:spPr>
            <a:xfrm>
              <a:off x="1698010" y="5107865"/>
              <a:ext cx="36345" cy="36307"/>
            </a:xfrm>
            <a:custGeom>
              <a:avLst/>
              <a:gdLst>
                <a:gd name="connsiteX0" fmla="*/ 36345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5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5" y="18154"/>
                  </a:moveTo>
                  <a:cubicBezTo>
                    <a:pt x="36345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5" y="8127"/>
                    <a:pt x="36345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1" name="Freeform: Shape 581">
              <a:extLst>
                <a:ext uri="{FF2B5EF4-FFF2-40B4-BE49-F238E27FC236}">
                  <a16:creationId xmlns:a16="http://schemas.microsoft.com/office/drawing/2014/main" id="{E24D00C0-7491-C748-8A58-DEDE222B238A}"/>
                </a:ext>
              </a:extLst>
            </p:cNvPr>
            <p:cNvSpPr/>
            <p:nvPr/>
          </p:nvSpPr>
          <p:spPr>
            <a:xfrm>
              <a:off x="1426092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2" name="Freeform: Shape 582">
              <a:extLst>
                <a:ext uri="{FF2B5EF4-FFF2-40B4-BE49-F238E27FC236}">
                  <a16:creationId xmlns:a16="http://schemas.microsoft.com/office/drawing/2014/main" id="{2B8D4209-D5A8-1949-A679-411DFC900E2F}"/>
                </a:ext>
              </a:extLst>
            </p:cNvPr>
            <p:cNvSpPr/>
            <p:nvPr/>
          </p:nvSpPr>
          <p:spPr>
            <a:xfrm>
              <a:off x="1426092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3" name="Freeform: Shape 583">
              <a:extLst>
                <a:ext uri="{FF2B5EF4-FFF2-40B4-BE49-F238E27FC236}">
                  <a16:creationId xmlns:a16="http://schemas.microsoft.com/office/drawing/2014/main" id="{9FE4B276-E883-224B-9E43-13B1D0DFEEE7}"/>
                </a:ext>
              </a:extLst>
            </p:cNvPr>
            <p:cNvSpPr/>
            <p:nvPr/>
          </p:nvSpPr>
          <p:spPr>
            <a:xfrm>
              <a:off x="1426092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4" name="Freeform: Shape 584">
              <a:extLst>
                <a:ext uri="{FF2B5EF4-FFF2-40B4-BE49-F238E27FC236}">
                  <a16:creationId xmlns:a16="http://schemas.microsoft.com/office/drawing/2014/main" id="{D99DB3E6-FF39-AD47-B502-12D4BE35609E}"/>
                </a:ext>
              </a:extLst>
            </p:cNvPr>
            <p:cNvSpPr/>
            <p:nvPr/>
          </p:nvSpPr>
          <p:spPr>
            <a:xfrm>
              <a:off x="1426092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5" name="Freeform: Shape 585">
              <a:extLst>
                <a:ext uri="{FF2B5EF4-FFF2-40B4-BE49-F238E27FC236}">
                  <a16:creationId xmlns:a16="http://schemas.microsoft.com/office/drawing/2014/main" id="{F93340E4-02DC-6C42-9F1B-FE36BE079D81}"/>
                </a:ext>
              </a:extLst>
            </p:cNvPr>
            <p:cNvSpPr/>
            <p:nvPr/>
          </p:nvSpPr>
          <p:spPr>
            <a:xfrm>
              <a:off x="1426092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6" name="Freeform: Shape 586">
              <a:extLst>
                <a:ext uri="{FF2B5EF4-FFF2-40B4-BE49-F238E27FC236}">
                  <a16:creationId xmlns:a16="http://schemas.microsoft.com/office/drawing/2014/main" id="{1B8DDE6D-403F-AA4B-BCF0-9C9DCA2DDD2F}"/>
                </a:ext>
              </a:extLst>
            </p:cNvPr>
            <p:cNvSpPr/>
            <p:nvPr/>
          </p:nvSpPr>
          <p:spPr>
            <a:xfrm>
              <a:off x="1426092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7" name="Freeform: Shape 587">
              <a:extLst>
                <a:ext uri="{FF2B5EF4-FFF2-40B4-BE49-F238E27FC236}">
                  <a16:creationId xmlns:a16="http://schemas.microsoft.com/office/drawing/2014/main" id="{DC33099C-A78C-4840-9807-EB33859D0487}"/>
                </a:ext>
              </a:extLst>
            </p:cNvPr>
            <p:cNvSpPr/>
            <p:nvPr/>
          </p:nvSpPr>
          <p:spPr>
            <a:xfrm>
              <a:off x="1426092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8" name="Freeform: Shape 588">
              <a:extLst>
                <a:ext uri="{FF2B5EF4-FFF2-40B4-BE49-F238E27FC236}">
                  <a16:creationId xmlns:a16="http://schemas.microsoft.com/office/drawing/2014/main" id="{9ABF9D79-965E-C04D-9967-376B9B21B9CC}"/>
                </a:ext>
              </a:extLst>
            </p:cNvPr>
            <p:cNvSpPr/>
            <p:nvPr/>
          </p:nvSpPr>
          <p:spPr>
            <a:xfrm>
              <a:off x="1426092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9" name="Freeform: Shape 589">
              <a:extLst>
                <a:ext uri="{FF2B5EF4-FFF2-40B4-BE49-F238E27FC236}">
                  <a16:creationId xmlns:a16="http://schemas.microsoft.com/office/drawing/2014/main" id="{16C7322D-A28F-ED43-98AE-85A91B590E27}"/>
                </a:ext>
              </a:extLst>
            </p:cNvPr>
            <p:cNvSpPr/>
            <p:nvPr/>
          </p:nvSpPr>
          <p:spPr>
            <a:xfrm>
              <a:off x="1426092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0" name="Freeform: Shape 590">
              <a:extLst>
                <a:ext uri="{FF2B5EF4-FFF2-40B4-BE49-F238E27FC236}">
                  <a16:creationId xmlns:a16="http://schemas.microsoft.com/office/drawing/2014/main" id="{A00BF433-8480-9144-BE69-081961FB984D}"/>
                </a:ext>
              </a:extLst>
            </p:cNvPr>
            <p:cNvSpPr/>
            <p:nvPr/>
          </p:nvSpPr>
          <p:spPr>
            <a:xfrm>
              <a:off x="1426092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1" name="Freeform: Shape 591">
              <a:extLst>
                <a:ext uri="{FF2B5EF4-FFF2-40B4-BE49-F238E27FC236}">
                  <a16:creationId xmlns:a16="http://schemas.microsoft.com/office/drawing/2014/main" id="{D3001961-86FF-7E4C-A4F3-6D59C2277B18}"/>
                </a:ext>
              </a:extLst>
            </p:cNvPr>
            <p:cNvSpPr/>
            <p:nvPr/>
          </p:nvSpPr>
          <p:spPr>
            <a:xfrm>
              <a:off x="1426092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2" name="Freeform: Shape 592">
              <a:extLst>
                <a:ext uri="{FF2B5EF4-FFF2-40B4-BE49-F238E27FC236}">
                  <a16:creationId xmlns:a16="http://schemas.microsoft.com/office/drawing/2014/main" id="{6252ED2E-493B-E944-87A4-5A011641B869}"/>
                </a:ext>
              </a:extLst>
            </p:cNvPr>
            <p:cNvSpPr/>
            <p:nvPr/>
          </p:nvSpPr>
          <p:spPr>
            <a:xfrm>
              <a:off x="1426092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3" name="Freeform: Shape 593">
              <a:extLst>
                <a:ext uri="{FF2B5EF4-FFF2-40B4-BE49-F238E27FC236}">
                  <a16:creationId xmlns:a16="http://schemas.microsoft.com/office/drawing/2014/main" id="{CB706183-32D6-D94F-B613-F3CE95142E8A}"/>
                </a:ext>
              </a:extLst>
            </p:cNvPr>
            <p:cNvSpPr/>
            <p:nvPr/>
          </p:nvSpPr>
          <p:spPr>
            <a:xfrm>
              <a:off x="1426092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4" name="Freeform: Shape 594">
              <a:extLst>
                <a:ext uri="{FF2B5EF4-FFF2-40B4-BE49-F238E27FC236}">
                  <a16:creationId xmlns:a16="http://schemas.microsoft.com/office/drawing/2014/main" id="{BDA75F79-32FB-FF42-8108-0A86D94B3AD5}"/>
                </a:ext>
              </a:extLst>
            </p:cNvPr>
            <p:cNvSpPr/>
            <p:nvPr/>
          </p:nvSpPr>
          <p:spPr>
            <a:xfrm>
              <a:off x="1426092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5" name="Freeform: Shape 595">
              <a:extLst>
                <a:ext uri="{FF2B5EF4-FFF2-40B4-BE49-F238E27FC236}">
                  <a16:creationId xmlns:a16="http://schemas.microsoft.com/office/drawing/2014/main" id="{9371EEAC-1B30-9647-8BB6-C2502837DB2D}"/>
                </a:ext>
              </a:extLst>
            </p:cNvPr>
            <p:cNvSpPr/>
            <p:nvPr/>
          </p:nvSpPr>
          <p:spPr>
            <a:xfrm>
              <a:off x="1426092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6" name="Freeform: Shape 596">
              <a:extLst>
                <a:ext uri="{FF2B5EF4-FFF2-40B4-BE49-F238E27FC236}">
                  <a16:creationId xmlns:a16="http://schemas.microsoft.com/office/drawing/2014/main" id="{255EDAD5-7CD8-2A45-8B79-1742167E86F6}"/>
                </a:ext>
              </a:extLst>
            </p:cNvPr>
            <p:cNvSpPr/>
            <p:nvPr/>
          </p:nvSpPr>
          <p:spPr>
            <a:xfrm>
              <a:off x="1426092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7" name="Freeform: Shape 597">
              <a:extLst>
                <a:ext uri="{FF2B5EF4-FFF2-40B4-BE49-F238E27FC236}">
                  <a16:creationId xmlns:a16="http://schemas.microsoft.com/office/drawing/2014/main" id="{7688D0D7-65D8-5E40-BF23-3D577D7C2EDE}"/>
                </a:ext>
              </a:extLst>
            </p:cNvPr>
            <p:cNvSpPr/>
            <p:nvPr/>
          </p:nvSpPr>
          <p:spPr>
            <a:xfrm>
              <a:off x="1426092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8" name="Freeform: Shape 598">
              <a:extLst>
                <a:ext uri="{FF2B5EF4-FFF2-40B4-BE49-F238E27FC236}">
                  <a16:creationId xmlns:a16="http://schemas.microsoft.com/office/drawing/2014/main" id="{0F459819-C8CA-CE42-B1CF-8E3A933EB49D}"/>
                </a:ext>
              </a:extLst>
            </p:cNvPr>
            <p:cNvSpPr/>
            <p:nvPr/>
          </p:nvSpPr>
          <p:spPr>
            <a:xfrm>
              <a:off x="1426092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9" name="Freeform: Shape 599">
              <a:extLst>
                <a:ext uri="{FF2B5EF4-FFF2-40B4-BE49-F238E27FC236}">
                  <a16:creationId xmlns:a16="http://schemas.microsoft.com/office/drawing/2014/main" id="{A24E5F01-DA0D-A647-B7A7-2CFF9D2E5DDD}"/>
                </a:ext>
              </a:extLst>
            </p:cNvPr>
            <p:cNvSpPr/>
            <p:nvPr/>
          </p:nvSpPr>
          <p:spPr>
            <a:xfrm>
              <a:off x="1426092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0" name="Freeform: Shape 600">
              <a:extLst>
                <a:ext uri="{FF2B5EF4-FFF2-40B4-BE49-F238E27FC236}">
                  <a16:creationId xmlns:a16="http://schemas.microsoft.com/office/drawing/2014/main" id="{24F8F40E-E1DA-0742-9090-0EAA0EB6383F}"/>
                </a:ext>
              </a:extLst>
            </p:cNvPr>
            <p:cNvSpPr/>
            <p:nvPr/>
          </p:nvSpPr>
          <p:spPr>
            <a:xfrm>
              <a:off x="1426092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1" name="Freeform: Shape 601">
              <a:extLst>
                <a:ext uri="{FF2B5EF4-FFF2-40B4-BE49-F238E27FC236}">
                  <a16:creationId xmlns:a16="http://schemas.microsoft.com/office/drawing/2014/main" id="{E2F332A6-53C8-2442-BFA8-E1ACDD75FF17}"/>
                </a:ext>
              </a:extLst>
            </p:cNvPr>
            <p:cNvSpPr/>
            <p:nvPr/>
          </p:nvSpPr>
          <p:spPr>
            <a:xfrm>
              <a:off x="1154173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2" name="Freeform: Shape 602">
              <a:extLst>
                <a:ext uri="{FF2B5EF4-FFF2-40B4-BE49-F238E27FC236}">
                  <a16:creationId xmlns:a16="http://schemas.microsoft.com/office/drawing/2014/main" id="{859B2797-666F-BD44-8195-FE963EDFA698}"/>
                </a:ext>
              </a:extLst>
            </p:cNvPr>
            <p:cNvSpPr/>
            <p:nvPr/>
          </p:nvSpPr>
          <p:spPr>
            <a:xfrm>
              <a:off x="1154173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3" name="Freeform: Shape 603">
              <a:extLst>
                <a:ext uri="{FF2B5EF4-FFF2-40B4-BE49-F238E27FC236}">
                  <a16:creationId xmlns:a16="http://schemas.microsoft.com/office/drawing/2014/main" id="{A70D916C-6C88-8E45-AF6F-4BBC00276043}"/>
                </a:ext>
              </a:extLst>
            </p:cNvPr>
            <p:cNvSpPr/>
            <p:nvPr/>
          </p:nvSpPr>
          <p:spPr>
            <a:xfrm>
              <a:off x="1154173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4" name="Freeform: Shape 604">
              <a:extLst>
                <a:ext uri="{FF2B5EF4-FFF2-40B4-BE49-F238E27FC236}">
                  <a16:creationId xmlns:a16="http://schemas.microsoft.com/office/drawing/2014/main" id="{9CB3A526-E67B-FA4B-8AC8-7F674319BD2C}"/>
                </a:ext>
              </a:extLst>
            </p:cNvPr>
            <p:cNvSpPr/>
            <p:nvPr/>
          </p:nvSpPr>
          <p:spPr>
            <a:xfrm>
              <a:off x="1154173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5" name="Freeform: Shape 605">
              <a:extLst>
                <a:ext uri="{FF2B5EF4-FFF2-40B4-BE49-F238E27FC236}">
                  <a16:creationId xmlns:a16="http://schemas.microsoft.com/office/drawing/2014/main" id="{1973FE20-6A12-5E48-AF16-B14DF9FC291D}"/>
                </a:ext>
              </a:extLst>
            </p:cNvPr>
            <p:cNvSpPr/>
            <p:nvPr/>
          </p:nvSpPr>
          <p:spPr>
            <a:xfrm>
              <a:off x="1154173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6" name="Freeform: Shape 606">
              <a:extLst>
                <a:ext uri="{FF2B5EF4-FFF2-40B4-BE49-F238E27FC236}">
                  <a16:creationId xmlns:a16="http://schemas.microsoft.com/office/drawing/2014/main" id="{50A4DDF2-8668-7046-B97E-11D932171CE9}"/>
                </a:ext>
              </a:extLst>
            </p:cNvPr>
            <p:cNvSpPr/>
            <p:nvPr/>
          </p:nvSpPr>
          <p:spPr>
            <a:xfrm>
              <a:off x="1154173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7" name="Freeform: Shape 607">
              <a:extLst>
                <a:ext uri="{FF2B5EF4-FFF2-40B4-BE49-F238E27FC236}">
                  <a16:creationId xmlns:a16="http://schemas.microsoft.com/office/drawing/2014/main" id="{4A4D1D8E-C749-B445-81A7-C43E09EFF647}"/>
                </a:ext>
              </a:extLst>
            </p:cNvPr>
            <p:cNvSpPr/>
            <p:nvPr/>
          </p:nvSpPr>
          <p:spPr>
            <a:xfrm>
              <a:off x="1154173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8" name="Freeform: Shape 608">
              <a:extLst>
                <a:ext uri="{FF2B5EF4-FFF2-40B4-BE49-F238E27FC236}">
                  <a16:creationId xmlns:a16="http://schemas.microsoft.com/office/drawing/2014/main" id="{18388183-E369-254C-AA05-4DB8AD274FE7}"/>
                </a:ext>
              </a:extLst>
            </p:cNvPr>
            <p:cNvSpPr/>
            <p:nvPr/>
          </p:nvSpPr>
          <p:spPr>
            <a:xfrm>
              <a:off x="1154173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9" name="Freeform: Shape 609">
              <a:extLst>
                <a:ext uri="{FF2B5EF4-FFF2-40B4-BE49-F238E27FC236}">
                  <a16:creationId xmlns:a16="http://schemas.microsoft.com/office/drawing/2014/main" id="{0D626316-48E5-1B4E-A200-5116923968BD}"/>
                </a:ext>
              </a:extLst>
            </p:cNvPr>
            <p:cNvSpPr/>
            <p:nvPr/>
          </p:nvSpPr>
          <p:spPr>
            <a:xfrm>
              <a:off x="1154173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0" name="Freeform: Shape 610">
              <a:extLst>
                <a:ext uri="{FF2B5EF4-FFF2-40B4-BE49-F238E27FC236}">
                  <a16:creationId xmlns:a16="http://schemas.microsoft.com/office/drawing/2014/main" id="{1FD3D36E-94E1-3846-B53B-166BAF4F842A}"/>
                </a:ext>
              </a:extLst>
            </p:cNvPr>
            <p:cNvSpPr/>
            <p:nvPr/>
          </p:nvSpPr>
          <p:spPr>
            <a:xfrm>
              <a:off x="1154173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1" name="Freeform: Shape 611">
              <a:extLst>
                <a:ext uri="{FF2B5EF4-FFF2-40B4-BE49-F238E27FC236}">
                  <a16:creationId xmlns:a16="http://schemas.microsoft.com/office/drawing/2014/main" id="{B21EE3FC-1A67-C840-86B1-AE355AE3E6A0}"/>
                </a:ext>
              </a:extLst>
            </p:cNvPr>
            <p:cNvSpPr/>
            <p:nvPr/>
          </p:nvSpPr>
          <p:spPr>
            <a:xfrm>
              <a:off x="1154173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2" name="Freeform: Shape 612">
              <a:extLst>
                <a:ext uri="{FF2B5EF4-FFF2-40B4-BE49-F238E27FC236}">
                  <a16:creationId xmlns:a16="http://schemas.microsoft.com/office/drawing/2014/main" id="{E9BAF7B1-7E21-CA44-9038-23D20563B302}"/>
                </a:ext>
              </a:extLst>
            </p:cNvPr>
            <p:cNvSpPr/>
            <p:nvPr/>
          </p:nvSpPr>
          <p:spPr>
            <a:xfrm>
              <a:off x="1154173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3" name="Freeform: Shape 613">
              <a:extLst>
                <a:ext uri="{FF2B5EF4-FFF2-40B4-BE49-F238E27FC236}">
                  <a16:creationId xmlns:a16="http://schemas.microsoft.com/office/drawing/2014/main" id="{4ABDC006-A663-4945-B9FF-2C73941FDDFF}"/>
                </a:ext>
              </a:extLst>
            </p:cNvPr>
            <p:cNvSpPr/>
            <p:nvPr/>
          </p:nvSpPr>
          <p:spPr>
            <a:xfrm>
              <a:off x="1154173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4" name="Freeform: Shape 614">
              <a:extLst>
                <a:ext uri="{FF2B5EF4-FFF2-40B4-BE49-F238E27FC236}">
                  <a16:creationId xmlns:a16="http://schemas.microsoft.com/office/drawing/2014/main" id="{66E0C7CF-EA97-EF49-B57A-5DDEBCA31A01}"/>
                </a:ext>
              </a:extLst>
            </p:cNvPr>
            <p:cNvSpPr/>
            <p:nvPr/>
          </p:nvSpPr>
          <p:spPr>
            <a:xfrm>
              <a:off x="1154173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5" name="Freeform: Shape 615">
              <a:extLst>
                <a:ext uri="{FF2B5EF4-FFF2-40B4-BE49-F238E27FC236}">
                  <a16:creationId xmlns:a16="http://schemas.microsoft.com/office/drawing/2014/main" id="{CEC39C27-752C-314F-9D0B-01D31FDE50AA}"/>
                </a:ext>
              </a:extLst>
            </p:cNvPr>
            <p:cNvSpPr/>
            <p:nvPr/>
          </p:nvSpPr>
          <p:spPr>
            <a:xfrm>
              <a:off x="1154173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6" name="Freeform: Shape 616">
              <a:extLst>
                <a:ext uri="{FF2B5EF4-FFF2-40B4-BE49-F238E27FC236}">
                  <a16:creationId xmlns:a16="http://schemas.microsoft.com/office/drawing/2014/main" id="{F9778C57-59A4-B041-B2B1-79077496E3DB}"/>
                </a:ext>
              </a:extLst>
            </p:cNvPr>
            <p:cNvSpPr/>
            <p:nvPr/>
          </p:nvSpPr>
          <p:spPr>
            <a:xfrm>
              <a:off x="1154173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7" name="Freeform: Shape 617">
              <a:extLst>
                <a:ext uri="{FF2B5EF4-FFF2-40B4-BE49-F238E27FC236}">
                  <a16:creationId xmlns:a16="http://schemas.microsoft.com/office/drawing/2014/main" id="{192776D0-C091-4046-9B57-8BA09AA6D582}"/>
                </a:ext>
              </a:extLst>
            </p:cNvPr>
            <p:cNvSpPr/>
            <p:nvPr/>
          </p:nvSpPr>
          <p:spPr>
            <a:xfrm>
              <a:off x="1154173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8" name="Freeform: Shape 618">
              <a:extLst>
                <a:ext uri="{FF2B5EF4-FFF2-40B4-BE49-F238E27FC236}">
                  <a16:creationId xmlns:a16="http://schemas.microsoft.com/office/drawing/2014/main" id="{6316B005-AC32-C446-94F4-A09F240A2DF8}"/>
                </a:ext>
              </a:extLst>
            </p:cNvPr>
            <p:cNvSpPr/>
            <p:nvPr/>
          </p:nvSpPr>
          <p:spPr>
            <a:xfrm>
              <a:off x="1154173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9" name="Freeform: Shape 619">
              <a:extLst>
                <a:ext uri="{FF2B5EF4-FFF2-40B4-BE49-F238E27FC236}">
                  <a16:creationId xmlns:a16="http://schemas.microsoft.com/office/drawing/2014/main" id="{0C5986BF-0C2F-C74C-BDDE-4854671C12A7}"/>
                </a:ext>
              </a:extLst>
            </p:cNvPr>
            <p:cNvSpPr/>
            <p:nvPr/>
          </p:nvSpPr>
          <p:spPr>
            <a:xfrm>
              <a:off x="1154173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0" name="Freeform: Shape 620">
              <a:extLst>
                <a:ext uri="{FF2B5EF4-FFF2-40B4-BE49-F238E27FC236}">
                  <a16:creationId xmlns:a16="http://schemas.microsoft.com/office/drawing/2014/main" id="{C2B5830C-12A3-C943-906F-1BA85EC43F75}"/>
                </a:ext>
              </a:extLst>
            </p:cNvPr>
            <p:cNvSpPr/>
            <p:nvPr/>
          </p:nvSpPr>
          <p:spPr>
            <a:xfrm>
              <a:off x="1154173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1" name="Freeform: Shape 621">
              <a:extLst>
                <a:ext uri="{FF2B5EF4-FFF2-40B4-BE49-F238E27FC236}">
                  <a16:creationId xmlns:a16="http://schemas.microsoft.com/office/drawing/2014/main" id="{C18CD393-A613-644B-9A3B-95F5C04FE4B0}"/>
                </a:ext>
              </a:extLst>
            </p:cNvPr>
            <p:cNvSpPr/>
            <p:nvPr/>
          </p:nvSpPr>
          <p:spPr>
            <a:xfrm>
              <a:off x="881582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2" name="Freeform: Shape 622">
              <a:extLst>
                <a:ext uri="{FF2B5EF4-FFF2-40B4-BE49-F238E27FC236}">
                  <a16:creationId xmlns:a16="http://schemas.microsoft.com/office/drawing/2014/main" id="{92443377-3AA5-6B4A-97DA-25BB1D1662FA}"/>
                </a:ext>
              </a:extLst>
            </p:cNvPr>
            <p:cNvSpPr/>
            <p:nvPr/>
          </p:nvSpPr>
          <p:spPr>
            <a:xfrm>
              <a:off x="881582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3" name="Freeform: Shape 623">
              <a:extLst>
                <a:ext uri="{FF2B5EF4-FFF2-40B4-BE49-F238E27FC236}">
                  <a16:creationId xmlns:a16="http://schemas.microsoft.com/office/drawing/2014/main" id="{E1CDB69F-2E67-814A-81C7-BD3F2F635E30}"/>
                </a:ext>
              </a:extLst>
            </p:cNvPr>
            <p:cNvSpPr/>
            <p:nvPr/>
          </p:nvSpPr>
          <p:spPr>
            <a:xfrm>
              <a:off x="881582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4" name="Freeform: Shape 624">
              <a:extLst>
                <a:ext uri="{FF2B5EF4-FFF2-40B4-BE49-F238E27FC236}">
                  <a16:creationId xmlns:a16="http://schemas.microsoft.com/office/drawing/2014/main" id="{49F2ED02-CFAF-E24D-8F39-4F17BC16DC1E}"/>
                </a:ext>
              </a:extLst>
            </p:cNvPr>
            <p:cNvSpPr/>
            <p:nvPr/>
          </p:nvSpPr>
          <p:spPr>
            <a:xfrm>
              <a:off x="881582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5" name="Freeform: Shape 625">
              <a:extLst>
                <a:ext uri="{FF2B5EF4-FFF2-40B4-BE49-F238E27FC236}">
                  <a16:creationId xmlns:a16="http://schemas.microsoft.com/office/drawing/2014/main" id="{497EAAA9-0513-3A47-B16C-520A0607C373}"/>
                </a:ext>
              </a:extLst>
            </p:cNvPr>
            <p:cNvSpPr/>
            <p:nvPr/>
          </p:nvSpPr>
          <p:spPr>
            <a:xfrm>
              <a:off x="881582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6" name="Freeform: Shape 626">
              <a:extLst>
                <a:ext uri="{FF2B5EF4-FFF2-40B4-BE49-F238E27FC236}">
                  <a16:creationId xmlns:a16="http://schemas.microsoft.com/office/drawing/2014/main" id="{DEDE9498-B67E-C14E-85A6-686DD759545E}"/>
                </a:ext>
              </a:extLst>
            </p:cNvPr>
            <p:cNvSpPr/>
            <p:nvPr/>
          </p:nvSpPr>
          <p:spPr>
            <a:xfrm>
              <a:off x="881582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7" name="Freeform: Shape 627">
              <a:extLst>
                <a:ext uri="{FF2B5EF4-FFF2-40B4-BE49-F238E27FC236}">
                  <a16:creationId xmlns:a16="http://schemas.microsoft.com/office/drawing/2014/main" id="{83E5AA73-BFFD-6849-8550-57E6EC1F7975}"/>
                </a:ext>
              </a:extLst>
            </p:cNvPr>
            <p:cNvSpPr/>
            <p:nvPr/>
          </p:nvSpPr>
          <p:spPr>
            <a:xfrm>
              <a:off x="881582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8" name="Freeform: Shape 628">
              <a:extLst>
                <a:ext uri="{FF2B5EF4-FFF2-40B4-BE49-F238E27FC236}">
                  <a16:creationId xmlns:a16="http://schemas.microsoft.com/office/drawing/2014/main" id="{F3505FED-D65D-3A48-AB32-54E83A6142B0}"/>
                </a:ext>
              </a:extLst>
            </p:cNvPr>
            <p:cNvSpPr/>
            <p:nvPr/>
          </p:nvSpPr>
          <p:spPr>
            <a:xfrm>
              <a:off x="881582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9" name="Freeform: Shape 629">
              <a:extLst>
                <a:ext uri="{FF2B5EF4-FFF2-40B4-BE49-F238E27FC236}">
                  <a16:creationId xmlns:a16="http://schemas.microsoft.com/office/drawing/2014/main" id="{3F103DF4-9479-EE40-B85C-0C4AAD3EBB12}"/>
                </a:ext>
              </a:extLst>
            </p:cNvPr>
            <p:cNvSpPr/>
            <p:nvPr/>
          </p:nvSpPr>
          <p:spPr>
            <a:xfrm>
              <a:off x="881582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0" name="Freeform: Shape 630">
              <a:extLst>
                <a:ext uri="{FF2B5EF4-FFF2-40B4-BE49-F238E27FC236}">
                  <a16:creationId xmlns:a16="http://schemas.microsoft.com/office/drawing/2014/main" id="{F2914D12-C6C8-4D4A-889F-1669CA42D1DC}"/>
                </a:ext>
              </a:extLst>
            </p:cNvPr>
            <p:cNvSpPr/>
            <p:nvPr/>
          </p:nvSpPr>
          <p:spPr>
            <a:xfrm>
              <a:off x="881582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1" name="Freeform: Shape 631">
              <a:extLst>
                <a:ext uri="{FF2B5EF4-FFF2-40B4-BE49-F238E27FC236}">
                  <a16:creationId xmlns:a16="http://schemas.microsoft.com/office/drawing/2014/main" id="{689EF285-B71D-244F-9936-9F041A064019}"/>
                </a:ext>
              </a:extLst>
            </p:cNvPr>
            <p:cNvSpPr/>
            <p:nvPr/>
          </p:nvSpPr>
          <p:spPr>
            <a:xfrm>
              <a:off x="881582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2" name="Freeform: Shape 632">
              <a:extLst>
                <a:ext uri="{FF2B5EF4-FFF2-40B4-BE49-F238E27FC236}">
                  <a16:creationId xmlns:a16="http://schemas.microsoft.com/office/drawing/2014/main" id="{D0F15705-1F36-2E41-A795-E6ACCCA143CE}"/>
                </a:ext>
              </a:extLst>
            </p:cNvPr>
            <p:cNvSpPr/>
            <p:nvPr/>
          </p:nvSpPr>
          <p:spPr>
            <a:xfrm>
              <a:off x="881582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3" name="Freeform: Shape 633">
              <a:extLst>
                <a:ext uri="{FF2B5EF4-FFF2-40B4-BE49-F238E27FC236}">
                  <a16:creationId xmlns:a16="http://schemas.microsoft.com/office/drawing/2014/main" id="{9E3BE22D-0D8A-944A-A34A-48A8E22A4FA2}"/>
                </a:ext>
              </a:extLst>
            </p:cNvPr>
            <p:cNvSpPr/>
            <p:nvPr/>
          </p:nvSpPr>
          <p:spPr>
            <a:xfrm>
              <a:off x="881582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4" name="Freeform: Shape 634">
              <a:extLst>
                <a:ext uri="{FF2B5EF4-FFF2-40B4-BE49-F238E27FC236}">
                  <a16:creationId xmlns:a16="http://schemas.microsoft.com/office/drawing/2014/main" id="{23B2D1CF-B4DF-2F4B-AE23-E931B103C340}"/>
                </a:ext>
              </a:extLst>
            </p:cNvPr>
            <p:cNvSpPr/>
            <p:nvPr/>
          </p:nvSpPr>
          <p:spPr>
            <a:xfrm>
              <a:off x="881582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5" name="Freeform: Shape 635">
              <a:extLst>
                <a:ext uri="{FF2B5EF4-FFF2-40B4-BE49-F238E27FC236}">
                  <a16:creationId xmlns:a16="http://schemas.microsoft.com/office/drawing/2014/main" id="{691A38C2-273E-3F41-ACD5-0A2CC4D67B81}"/>
                </a:ext>
              </a:extLst>
            </p:cNvPr>
            <p:cNvSpPr/>
            <p:nvPr/>
          </p:nvSpPr>
          <p:spPr>
            <a:xfrm>
              <a:off x="881582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6" name="Freeform: Shape 636">
              <a:extLst>
                <a:ext uri="{FF2B5EF4-FFF2-40B4-BE49-F238E27FC236}">
                  <a16:creationId xmlns:a16="http://schemas.microsoft.com/office/drawing/2014/main" id="{1ED2F16B-2D63-B746-98FD-91DB735F54EF}"/>
                </a:ext>
              </a:extLst>
            </p:cNvPr>
            <p:cNvSpPr/>
            <p:nvPr/>
          </p:nvSpPr>
          <p:spPr>
            <a:xfrm>
              <a:off x="881582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7" name="Freeform: Shape 637">
              <a:extLst>
                <a:ext uri="{FF2B5EF4-FFF2-40B4-BE49-F238E27FC236}">
                  <a16:creationId xmlns:a16="http://schemas.microsoft.com/office/drawing/2014/main" id="{128D954F-AB0D-D347-B20F-190843D6E4E6}"/>
                </a:ext>
              </a:extLst>
            </p:cNvPr>
            <p:cNvSpPr/>
            <p:nvPr/>
          </p:nvSpPr>
          <p:spPr>
            <a:xfrm>
              <a:off x="881582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8" name="Freeform: Shape 638">
              <a:extLst>
                <a:ext uri="{FF2B5EF4-FFF2-40B4-BE49-F238E27FC236}">
                  <a16:creationId xmlns:a16="http://schemas.microsoft.com/office/drawing/2014/main" id="{7109317F-EC79-7049-9AB1-A93330D165AA}"/>
                </a:ext>
              </a:extLst>
            </p:cNvPr>
            <p:cNvSpPr/>
            <p:nvPr/>
          </p:nvSpPr>
          <p:spPr>
            <a:xfrm>
              <a:off x="881582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9" name="Freeform: Shape 639">
              <a:extLst>
                <a:ext uri="{FF2B5EF4-FFF2-40B4-BE49-F238E27FC236}">
                  <a16:creationId xmlns:a16="http://schemas.microsoft.com/office/drawing/2014/main" id="{39ABEFC6-C4A7-6B41-B7E5-F31B4AFB31CC}"/>
                </a:ext>
              </a:extLst>
            </p:cNvPr>
            <p:cNvSpPr/>
            <p:nvPr/>
          </p:nvSpPr>
          <p:spPr>
            <a:xfrm>
              <a:off x="881582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0" name="Freeform: Shape 640">
              <a:extLst>
                <a:ext uri="{FF2B5EF4-FFF2-40B4-BE49-F238E27FC236}">
                  <a16:creationId xmlns:a16="http://schemas.microsoft.com/office/drawing/2014/main" id="{C6598F58-4A05-4847-A412-AF9B0A088868}"/>
                </a:ext>
              </a:extLst>
            </p:cNvPr>
            <p:cNvSpPr/>
            <p:nvPr/>
          </p:nvSpPr>
          <p:spPr>
            <a:xfrm>
              <a:off x="881582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1" name="Freeform: Shape 641">
              <a:extLst>
                <a:ext uri="{FF2B5EF4-FFF2-40B4-BE49-F238E27FC236}">
                  <a16:creationId xmlns:a16="http://schemas.microsoft.com/office/drawing/2014/main" id="{8C23CF79-ED2D-824F-94D3-4D2D7240F5DC}"/>
                </a:ext>
              </a:extLst>
            </p:cNvPr>
            <p:cNvSpPr/>
            <p:nvPr/>
          </p:nvSpPr>
          <p:spPr>
            <a:xfrm>
              <a:off x="609663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2" name="Freeform: Shape 642">
              <a:extLst>
                <a:ext uri="{FF2B5EF4-FFF2-40B4-BE49-F238E27FC236}">
                  <a16:creationId xmlns:a16="http://schemas.microsoft.com/office/drawing/2014/main" id="{4C8EB4A9-5075-0C4B-952C-9DB0046671AD}"/>
                </a:ext>
              </a:extLst>
            </p:cNvPr>
            <p:cNvSpPr/>
            <p:nvPr/>
          </p:nvSpPr>
          <p:spPr>
            <a:xfrm>
              <a:off x="609663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3" name="Freeform: Shape 643">
              <a:extLst>
                <a:ext uri="{FF2B5EF4-FFF2-40B4-BE49-F238E27FC236}">
                  <a16:creationId xmlns:a16="http://schemas.microsoft.com/office/drawing/2014/main" id="{6DF1C56A-612D-5048-AF63-03E1CBB2D40E}"/>
                </a:ext>
              </a:extLst>
            </p:cNvPr>
            <p:cNvSpPr/>
            <p:nvPr/>
          </p:nvSpPr>
          <p:spPr>
            <a:xfrm>
              <a:off x="609663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4" name="Freeform: Shape 644">
              <a:extLst>
                <a:ext uri="{FF2B5EF4-FFF2-40B4-BE49-F238E27FC236}">
                  <a16:creationId xmlns:a16="http://schemas.microsoft.com/office/drawing/2014/main" id="{1FCD2D6C-B0AF-3D42-83EB-DC7CF385EFED}"/>
                </a:ext>
              </a:extLst>
            </p:cNvPr>
            <p:cNvSpPr/>
            <p:nvPr/>
          </p:nvSpPr>
          <p:spPr>
            <a:xfrm>
              <a:off x="609663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5" name="Freeform: Shape 645">
              <a:extLst>
                <a:ext uri="{FF2B5EF4-FFF2-40B4-BE49-F238E27FC236}">
                  <a16:creationId xmlns:a16="http://schemas.microsoft.com/office/drawing/2014/main" id="{2F5C4FC3-FB03-4240-A7B4-FAE251AB8F61}"/>
                </a:ext>
              </a:extLst>
            </p:cNvPr>
            <p:cNvSpPr/>
            <p:nvPr/>
          </p:nvSpPr>
          <p:spPr>
            <a:xfrm>
              <a:off x="609663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6" name="Freeform: Shape 646">
              <a:extLst>
                <a:ext uri="{FF2B5EF4-FFF2-40B4-BE49-F238E27FC236}">
                  <a16:creationId xmlns:a16="http://schemas.microsoft.com/office/drawing/2014/main" id="{F970D488-0A1C-B044-8B20-CB2123461812}"/>
                </a:ext>
              </a:extLst>
            </p:cNvPr>
            <p:cNvSpPr/>
            <p:nvPr/>
          </p:nvSpPr>
          <p:spPr>
            <a:xfrm>
              <a:off x="609663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7" name="Freeform: Shape 647">
              <a:extLst>
                <a:ext uri="{FF2B5EF4-FFF2-40B4-BE49-F238E27FC236}">
                  <a16:creationId xmlns:a16="http://schemas.microsoft.com/office/drawing/2014/main" id="{2581FBDB-A2E2-FA44-810A-E43AF9EB0257}"/>
                </a:ext>
              </a:extLst>
            </p:cNvPr>
            <p:cNvSpPr/>
            <p:nvPr/>
          </p:nvSpPr>
          <p:spPr>
            <a:xfrm>
              <a:off x="609663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8" name="Freeform: Shape 648">
              <a:extLst>
                <a:ext uri="{FF2B5EF4-FFF2-40B4-BE49-F238E27FC236}">
                  <a16:creationId xmlns:a16="http://schemas.microsoft.com/office/drawing/2014/main" id="{C3481F5D-365C-D34B-AF69-4A4C4A3675AF}"/>
                </a:ext>
              </a:extLst>
            </p:cNvPr>
            <p:cNvSpPr/>
            <p:nvPr/>
          </p:nvSpPr>
          <p:spPr>
            <a:xfrm>
              <a:off x="609663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9" name="Freeform: Shape 649">
              <a:extLst>
                <a:ext uri="{FF2B5EF4-FFF2-40B4-BE49-F238E27FC236}">
                  <a16:creationId xmlns:a16="http://schemas.microsoft.com/office/drawing/2014/main" id="{601272E8-9FA5-CB43-8363-CAA14DBB6A82}"/>
                </a:ext>
              </a:extLst>
            </p:cNvPr>
            <p:cNvSpPr/>
            <p:nvPr/>
          </p:nvSpPr>
          <p:spPr>
            <a:xfrm>
              <a:off x="609663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0" name="Freeform: Shape 650">
              <a:extLst>
                <a:ext uri="{FF2B5EF4-FFF2-40B4-BE49-F238E27FC236}">
                  <a16:creationId xmlns:a16="http://schemas.microsoft.com/office/drawing/2014/main" id="{ED13479D-8F8A-B744-8869-D826CB77F1EC}"/>
                </a:ext>
              </a:extLst>
            </p:cNvPr>
            <p:cNvSpPr/>
            <p:nvPr/>
          </p:nvSpPr>
          <p:spPr>
            <a:xfrm>
              <a:off x="609663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1" name="Freeform: Shape 651">
              <a:extLst>
                <a:ext uri="{FF2B5EF4-FFF2-40B4-BE49-F238E27FC236}">
                  <a16:creationId xmlns:a16="http://schemas.microsoft.com/office/drawing/2014/main" id="{A5748C25-77F3-CD41-952A-456102E442BD}"/>
                </a:ext>
              </a:extLst>
            </p:cNvPr>
            <p:cNvSpPr/>
            <p:nvPr/>
          </p:nvSpPr>
          <p:spPr>
            <a:xfrm>
              <a:off x="609663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2" name="Freeform: Shape 652">
              <a:extLst>
                <a:ext uri="{FF2B5EF4-FFF2-40B4-BE49-F238E27FC236}">
                  <a16:creationId xmlns:a16="http://schemas.microsoft.com/office/drawing/2014/main" id="{ED82AEA0-4702-EE46-B668-F63A44E3894C}"/>
                </a:ext>
              </a:extLst>
            </p:cNvPr>
            <p:cNvSpPr/>
            <p:nvPr/>
          </p:nvSpPr>
          <p:spPr>
            <a:xfrm>
              <a:off x="609663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3" name="Freeform: Shape 653">
              <a:extLst>
                <a:ext uri="{FF2B5EF4-FFF2-40B4-BE49-F238E27FC236}">
                  <a16:creationId xmlns:a16="http://schemas.microsoft.com/office/drawing/2014/main" id="{B7D29515-8275-4749-96BD-B175879EEC2C}"/>
                </a:ext>
              </a:extLst>
            </p:cNvPr>
            <p:cNvSpPr/>
            <p:nvPr/>
          </p:nvSpPr>
          <p:spPr>
            <a:xfrm>
              <a:off x="609663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4" name="Freeform: Shape 654">
              <a:extLst>
                <a:ext uri="{FF2B5EF4-FFF2-40B4-BE49-F238E27FC236}">
                  <a16:creationId xmlns:a16="http://schemas.microsoft.com/office/drawing/2014/main" id="{A5E8E05A-B737-DF42-9355-8449813F8CF5}"/>
                </a:ext>
              </a:extLst>
            </p:cNvPr>
            <p:cNvSpPr/>
            <p:nvPr/>
          </p:nvSpPr>
          <p:spPr>
            <a:xfrm>
              <a:off x="609663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5" name="Freeform: Shape 655">
              <a:extLst>
                <a:ext uri="{FF2B5EF4-FFF2-40B4-BE49-F238E27FC236}">
                  <a16:creationId xmlns:a16="http://schemas.microsoft.com/office/drawing/2014/main" id="{A4A2657D-15F0-7743-8EE4-F9E2092BA411}"/>
                </a:ext>
              </a:extLst>
            </p:cNvPr>
            <p:cNvSpPr/>
            <p:nvPr/>
          </p:nvSpPr>
          <p:spPr>
            <a:xfrm>
              <a:off x="609663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6" name="Freeform: Shape 656">
              <a:extLst>
                <a:ext uri="{FF2B5EF4-FFF2-40B4-BE49-F238E27FC236}">
                  <a16:creationId xmlns:a16="http://schemas.microsoft.com/office/drawing/2014/main" id="{4278381D-F600-084C-B10F-169DBA6BA5FD}"/>
                </a:ext>
              </a:extLst>
            </p:cNvPr>
            <p:cNvSpPr/>
            <p:nvPr/>
          </p:nvSpPr>
          <p:spPr>
            <a:xfrm>
              <a:off x="609663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7" name="Freeform: Shape 657">
              <a:extLst>
                <a:ext uri="{FF2B5EF4-FFF2-40B4-BE49-F238E27FC236}">
                  <a16:creationId xmlns:a16="http://schemas.microsoft.com/office/drawing/2014/main" id="{E6619427-0787-BC4E-A097-DE2AA79236E8}"/>
                </a:ext>
              </a:extLst>
            </p:cNvPr>
            <p:cNvSpPr/>
            <p:nvPr/>
          </p:nvSpPr>
          <p:spPr>
            <a:xfrm>
              <a:off x="609663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8" name="Freeform: Shape 658">
              <a:extLst>
                <a:ext uri="{FF2B5EF4-FFF2-40B4-BE49-F238E27FC236}">
                  <a16:creationId xmlns:a16="http://schemas.microsoft.com/office/drawing/2014/main" id="{FDEF58FF-D2E6-054C-98D4-531B2E57C24A}"/>
                </a:ext>
              </a:extLst>
            </p:cNvPr>
            <p:cNvSpPr/>
            <p:nvPr/>
          </p:nvSpPr>
          <p:spPr>
            <a:xfrm>
              <a:off x="609663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9" name="Freeform: Shape 659">
              <a:extLst>
                <a:ext uri="{FF2B5EF4-FFF2-40B4-BE49-F238E27FC236}">
                  <a16:creationId xmlns:a16="http://schemas.microsoft.com/office/drawing/2014/main" id="{969F3F5F-8CD0-B247-949F-7979B6088C82}"/>
                </a:ext>
              </a:extLst>
            </p:cNvPr>
            <p:cNvSpPr/>
            <p:nvPr/>
          </p:nvSpPr>
          <p:spPr>
            <a:xfrm>
              <a:off x="609663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0" name="Freeform: Shape 660">
              <a:extLst>
                <a:ext uri="{FF2B5EF4-FFF2-40B4-BE49-F238E27FC236}">
                  <a16:creationId xmlns:a16="http://schemas.microsoft.com/office/drawing/2014/main" id="{549A7DCB-E907-C547-8AED-8C2B2FCE4CE7}"/>
                </a:ext>
              </a:extLst>
            </p:cNvPr>
            <p:cNvSpPr/>
            <p:nvPr/>
          </p:nvSpPr>
          <p:spPr>
            <a:xfrm>
              <a:off x="609663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1" name="Freeform: Shape 661">
              <a:extLst>
                <a:ext uri="{FF2B5EF4-FFF2-40B4-BE49-F238E27FC236}">
                  <a16:creationId xmlns:a16="http://schemas.microsoft.com/office/drawing/2014/main" id="{38693CC6-4D8B-9348-AD5C-F7B1CB319C29}"/>
                </a:ext>
              </a:extLst>
            </p:cNvPr>
            <p:cNvSpPr/>
            <p:nvPr/>
          </p:nvSpPr>
          <p:spPr>
            <a:xfrm>
              <a:off x="337745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2" name="Freeform: Shape 662">
              <a:extLst>
                <a:ext uri="{FF2B5EF4-FFF2-40B4-BE49-F238E27FC236}">
                  <a16:creationId xmlns:a16="http://schemas.microsoft.com/office/drawing/2014/main" id="{C1499B33-58D1-0944-87A5-017D14E80ED8}"/>
                </a:ext>
              </a:extLst>
            </p:cNvPr>
            <p:cNvSpPr/>
            <p:nvPr/>
          </p:nvSpPr>
          <p:spPr>
            <a:xfrm>
              <a:off x="337745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3" name="Freeform: Shape 663">
              <a:extLst>
                <a:ext uri="{FF2B5EF4-FFF2-40B4-BE49-F238E27FC236}">
                  <a16:creationId xmlns:a16="http://schemas.microsoft.com/office/drawing/2014/main" id="{B1B09821-1130-E54E-8303-3621176AAA7F}"/>
                </a:ext>
              </a:extLst>
            </p:cNvPr>
            <p:cNvSpPr/>
            <p:nvPr/>
          </p:nvSpPr>
          <p:spPr>
            <a:xfrm>
              <a:off x="337745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4" name="Freeform: Shape 664">
              <a:extLst>
                <a:ext uri="{FF2B5EF4-FFF2-40B4-BE49-F238E27FC236}">
                  <a16:creationId xmlns:a16="http://schemas.microsoft.com/office/drawing/2014/main" id="{D5BE55FB-6E00-3E4C-A1F3-500984FE0480}"/>
                </a:ext>
              </a:extLst>
            </p:cNvPr>
            <p:cNvSpPr/>
            <p:nvPr/>
          </p:nvSpPr>
          <p:spPr>
            <a:xfrm>
              <a:off x="337745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5" name="Freeform: Shape 665">
              <a:extLst>
                <a:ext uri="{FF2B5EF4-FFF2-40B4-BE49-F238E27FC236}">
                  <a16:creationId xmlns:a16="http://schemas.microsoft.com/office/drawing/2014/main" id="{556A54DD-3618-E04C-AE30-AE4292660D8B}"/>
                </a:ext>
              </a:extLst>
            </p:cNvPr>
            <p:cNvSpPr/>
            <p:nvPr/>
          </p:nvSpPr>
          <p:spPr>
            <a:xfrm>
              <a:off x="337745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6" name="Freeform: Shape 666">
              <a:extLst>
                <a:ext uri="{FF2B5EF4-FFF2-40B4-BE49-F238E27FC236}">
                  <a16:creationId xmlns:a16="http://schemas.microsoft.com/office/drawing/2014/main" id="{95A6612F-4D07-B548-9149-0F9A99502A00}"/>
                </a:ext>
              </a:extLst>
            </p:cNvPr>
            <p:cNvSpPr/>
            <p:nvPr/>
          </p:nvSpPr>
          <p:spPr>
            <a:xfrm>
              <a:off x="337745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7" name="Freeform: Shape 667">
              <a:extLst>
                <a:ext uri="{FF2B5EF4-FFF2-40B4-BE49-F238E27FC236}">
                  <a16:creationId xmlns:a16="http://schemas.microsoft.com/office/drawing/2014/main" id="{575A0959-287A-484B-BD75-9BB4E1DAF4B7}"/>
                </a:ext>
              </a:extLst>
            </p:cNvPr>
            <p:cNvSpPr/>
            <p:nvPr/>
          </p:nvSpPr>
          <p:spPr>
            <a:xfrm>
              <a:off x="337745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8" name="Freeform: Shape 668">
              <a:extLst>
                <a:ext uri="{FF2B5EF4-FFF2-40B4-BE49-F238E27FC236}">
                  <a16:creationId xmlns:a16="http://schemas.microsoft.com/office/drawing/2014/main" id="{A4B3C412-D6CD-384A-8992-0220B60E0670}"/>
                </a:ext>
              </a:extLst>
            </p:cNvPr>
            <p:cNvSpPr/>
            <p:nvPr/>
          </p:nvSpPr>
          <p:spPr>
            <a:xfrm>
              <a:off x="337745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9" name="Freeform: Shape 669">
              <a:extLst>
                <a:ext uri="{FF2B5EF4-FFF2-40B4-BE49-F238E27FC236}">
                  <a16:creationId xmlns:a16="http://schemas.microsoft.com/office/drawing/2014/main" id="{AEB959BA-982E-AE48-AA59-4A719F741DE8}"/>
                </a:ext>
              </a:extLst>
            </p:cNvPr>
            <p:cNvSpPr/>
            <p:nvPr/>
          </p:nvSpPr>
          <p:spPr>
            <a:xfrm>
              <a:off x="337745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0" name="Freeform: Shape 670">
              <a:extLst>
                <a:ext uri="{FF2B5EF4-FFF2-40B4-BE49-F238E27FC236}">
                  <a16:creationId xmlns:a16="http://schemas.microsoft.com/office/drawing/2014/main" id="{602117EE-5FBE-DA49-BF9A-395DC6FA3CEC}"/>
                </a:ext>
              </a:extLst>
            </p:cNvPr>
            <p:cNvSpPr/>
            <p:nvPr/>
          </p:nvSpPr>
          <p:spPr>
            <a:xfrm>
              <a:off x="337745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1" name="Freeform: Shape 671">
              <a:extLst>
                <a:ext uri="{FF2B5EF4-FFF2-40B4-BE49-F238E27FC236}">
                  <a16:creationId xmlns:a16="http://schemas.microsoft.com/office/drawing/2014/main" id="{AEF0C909-CF07-1E44-B121-8210D9F41DD4}"/>
                </a:ext>
              </a:extLst>
            </p:cNvPr>
            <p:cNvSpPr/>
            <p:nvPr/>
          </p:nvSpPr>
          <p:spPr>
            <a:xfrm>
              <a:off x="337745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2" name="Freeform: Shape 672">
              <a:extLst>
                <a:ext uri="{FF2B5EF4-FFF2-40B4-BE49-F238E27FC236}">
                  <a16:creationId xmlns:a16="http://schemas.microsoft.com/office/drawing/2014/main" id="{35FB95EE-348E-F74B-B964-CE12DB541765}"/>
                </a:ext>
              </a:extLst>
            </p:cNvPr>
            <p:cNvSpPr/>
            <p:nvPr/>
          </p:nvSpPr>
          <p:spPr>
            <a:xfrm>
              <a:off x="337745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3" name="Freeform: Shape 673">
              <a:extLst>
                <a:ext uri="{FF2B5EF4-FFF2-40B4-BE49-F238E27FC236}">
                  <a16:creationId xmlns:a16="http://schemas.microsoft.com/office/drawing/2014/main" id="{ED3D908A-EFB1-2F40-AEC2-F25A8C553A7A}"/>
                </a:ext>
              </a:extLst>
            </p:cNvPr>
            <p:cNvSpPr/>
            <p:nvPr/>
          </p:nvSpPr>
          <p:spPr>
            <a:xfrm>
              <a:off x="337745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4" name="Freeform: Shape 674">
              <a:extLst>
                <a:ext uri="{FF2B5EF4-FFF2-40B4-BE49-F238E27FC236}">
                  <a16:creationId xmlns:a16="http://schemas.microsoft.com/office/drawing/2014/main" id="{B78E1C98-6824-EB46-8851-8FB4B35A0B07}"/>
                </a:ext>
              </a:extLst>
            </p:cNvPr>
            <p:cNvSpPr/>
            <p:nvPr/>
          </p:nvSpPr>
          <p:spPr>
            <a:xfrm>
              <a:off x="337745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5" name="Freeform: Shape 675">
              <a:extLst>
                <a:ext uri="{FF2B5EF4-FFF2-40B4-BE49-F238E27FC236}">
                  <a16:creationId xmlns:a16="http://schemas.microsoft.com/office/drawing/2014/main" id="{855DBB07-8654-AD4E-8823-D676538DCD97}"/>
                </a:ext>
              </a:extLst>
            </p:cNvPr>
            <p:cNvSpPr/>
            <p:nvPr/>
          </p:nvSpPr>
          <p:spPr>
            <a:xfrm>
              <a:off x="337745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6" name="Freeform: Shape 676">
              <a:extLst>
                <a:ext uri="{FF2B5EF4-FFF2-40B4-BE49-F238E27FC236}">
                  <a16:creationId xmlns:a16="http://schemas.microsoft.com/office/drawing/2014/main" id="{60A22554-A79A-4D45-AF8A-059C9FBBA524}"/>
                </a:ext>
              </a:extLst>
            </p:cNvPr>
            <p:cNvSpPr/>
            <p:nvPr/>
          </p:nvSpPr>
          <p:spPr>
            <a:xfrm>
              <a:off x="337745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7" name="Freeform: Shape 677">
              <a:extLst>
                <a:ext uri="{FF2B5EF4-FFF2-40B4-BE49-F238E27FC236}">
                  <a16:creationId xmlns:a16="http://schemas.microsoft.com/office/drawing/2014/main" id="{028E7280-5C28-CA47-80E2-FC592A9CC734}"/>
                </a:ext>
              </a:extLst>
            </p:cNvPr>
            <p:cNvSpPr/>
            <p:nvPr/>
          </p:nvSpPr>
          <p:spPr>
            <a:xfrm>
              <a:off x="337745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8" name="Freeform: Shape 678">
              <a:extLst>
                <a:ext uri="{FF2B5EF4-FFF2-40B4-BE49-F238E27FC236}">
                  <a16:creationId xmlns:a16="http://schemas.microsoft.com/office/drawing/2014/main" id="{1C39461D-743E-0D4F-967D-178DB3205DBF}"/>
                </a:ext>
              </a:extLst>
            </p:cNvPr>
            <p:cNvSpPr/>
            <p:nvPr/>
          </p:nvSpPr>
          <p:spPr>
            <a:xfrm>
              <a:off x="337745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9" name="Freeform: Shape 679">
              <a:extLst>
                <a:ext uri="{FF2B5EF4-FFF2-40B4-BE49-F238E27FC236}">
                  <a16:creationId xmlns:a16="http://schemas.microsoft.com/office/drawing/2014/main" id="{37EB7770-094F-9E41-A2A3-A516D8EEAA65}"/>
                </a:ext>
              </a:extLst>
            </p:cNvPr>
            <p:cNvSpPr/>
            <p:nvPr/>
          </p:nvSpPr>
          <p:spPr>
            <a:xfrm>
              <a:off x="337745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0" name="Freeform: Shape 680">
              <a:extLst>
                <a:ext uri="{FF2B5EF4-FFF2-40B4-BE49-F238E27FC236}">
                  <a16:creationId xmlns:a16="http://schemas.microsoft.com/office/drawing/2014/main" id="{DF929203-9190-5342-9913-391C5A5911E6}"/>
                </a:ext>
              </a:extLst>
            </p:cNvPr>
            <p:cNvSpPr/>
            <p:nvPr/>
          </p:nvSpPr>
          <p:spPr>
            <a:xfrm>
              <a:off x="337745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1" name="Freeform: Shape 681">
              <a:extLst>
                <a:ext uri="{FF2B5EF4-FFF2-40B4-BE49-F238E27FC236}">
                  <a16:creationId xmlns:a16="http://schemas.microsoft.com/office/drawing/2014/main" id="{FD8ECB25-A787-3247-932A-B734DFD34288}"/>
                </a:ext>
              </a:extLst>
            </p:cNvPr>
            <p:cNvSpPr/>
            <p:nvPr/>
          </p:nvSpPr>
          <p:spPr>
            <a:xfrm>
              <a:off x="65827" y="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2" name="Freeform: Shape 682">
              <a:extLst>
                <a:ext uri="{FF2B5EF4-FFF2-40B4-BE49-F238E27FC236}">
                  <a16:creationId xmlns:a16="http://schemas.microsoft.com/office/drawing/2014/main" id="{B96A144C-5DC6-F84D-871F-1AE1BF29AE36}"/>
                </a:ext>
              </a:extLst>
            </p:cNvPr>
            <p:cNvSpPr/>
            <p:nvPr/>
          </p:nvSpPr>
          <p:spPr>
            <a:xfrm>
              <a:off x="65827" y="2689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3" name="Freeform: Shape 683">
              <a:extLst>
                <a:ext uri="{FF2B5EF4-FFF2-40B4-BE49-F238E27FC236}">
                  <a16:creationId xmlns:a16="http://schemas.microsoft.com/office/drawing/2014/main" id="{8C10E0E4-B4A8-684A-8AFA-DAF123800791}"/>
                </a:ext>
              </a:extLst>
            </p:cNvPr>
            <p:cNvSpPr/>
            <p:nvPr/>
          </p:nvSpPr>
          <p:spPr>
            <a:xfrm>
              <a:off x="65827" y="53721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4" name="Freeform: Shape 684">
              <a:extLst>
                <a:ext uri="{FF2B5EF4-FFF2-40B4-BE49-F238E27FC236}">
                  <a16:creationId xmlns:a16="http://schemas.microsoft.com/office/drawing/2014/main" id="{5E0B2548-A422-F541-B18F-F6B3F1F6E20A}"/>
                </a:ext>
              </a:extLst>
            </p:cNvPr>
            <p:cNvSpPr/>
            <p:nvPr/>
          </p:nvSpPr>
          <p:spPr>
            <a:xfrm>
              <a:off x="65827" y="80615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5" name="Freeform: Shape 685">
              <a:extLst>
                <a:ext uri="{FF2B5EF4-FFF2-40B4-BE49-F238E27FC236}">
                  <a16:creationId xmlns:a16="http://schemas.microsoft.com/office/drawing/2014/main" id="{86B448AF-8546-2B4A-83BD-62E15350F7FB}"/>
                </a:ext>
              </a:extLst>
            </p:cNvPr>
            <p:cNvSpPr/>
            <p:nvPr/>
          </p:nvSpPr>
          <p:spPr>
            <a:xfrm>
              <a:off x="65827" y="107509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6" name="Freeform: Shape 686">
              <a:extLst>
                <a:ext uri="{FF2B5EF4-FFF2-40B4-BE49-F238E27FC236}">
                  <a16:creationId xmlns:a16="http://schemas.microsoft.com/office/drawing/2014/main" id="{0CFCF39C-444E-DF4D-AB98-5D511C2A128A}"/>
                </a:ext>
              </a:extLst>
            </p:cNvPr>
            <p:cNvSpPr/>
            <p:nvPr/>
          </p:nvSpPr>
          <p:spPr>
            <a:xfrm>
              <a:off x="65827" y="1344033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7" name="Freeform: Shape 687">
              <a:extLst>
                <a:ext uri="{FF2B5EF4-FFF2-40B4-BE49-F238E27FC236}">
                  <a16:creationId xmlns:a16="http://schemas.microsoft.com/office/drawing/2014/main" id="{29998042-A890-664F-88E3-05396ABA95E3}"/>
                </a:ext>
              </a:extLst>
            </p:cNvPr>
            <p:cNvSpPr/>
            <p:nvPr/>
          </p:nvSpPr>
          <p:spPr>
            <a:xfrm>
              <a:off x="65827" y="161297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79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8" name="Freeform: Shape 688">
              <a:extLst>
                <a:ext uri="{FF2B5EF4-FFF2-40B4-BE49-F238E27FC236}">
                  <a16:creationId xmlns:a16="http://schemas.microsoft.com/office/drawing/2014/main" id="{CAABB6ED-5694-AC4F-B256-BCA0C03735F1}"/>
                </a:ext>
              </a:extLst>
            </p:cNvPr>
            <p:cNvSpPr/>
            <p:nvPr/>
          </p:nvSpPr>
          <p:spPr>
            <a:xfrm>
              <a:off x="65827" y="188191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9" name="Freeform: Shape 689">
              <a:extLst>
                <a:ext uri="{FF2B5EF4-FFF2-40B4-BE49-F238E27FC236}">
                  <a16:creationId xmlns:a16="http://schemas.microsoft.com/office/drawing/2014/main" id="{793207A6-F530-CB45-9A53-90E2F9E150B0}"/>
                </a:ext>
              </a:extLst>
            </p:cNvPr>
            <p:cNvSpPr/>
            <p:nvPr/>
          </p:nvSpPr>
          <p:spPr>
            <a:xfrm>
              <a:off x="65827" y="215085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0" name="Freeform: Shape 690">
              <a:extLst>
                <a:ext uri="{FF2B5EF4-FFF2-40B4-BE49-F238E27FC236}">
                  <a16:creationId xmlns:a16="http://schemas.microsoft.com/office/drawing/2014/main" id="{621994BE-40B7-4B44-B0E7-9808822595C5}"/>
                </a:ext>
              </a:extLst>
            </p:cNvPr>
            <p:cNvSpPr/>
            <p:nvPr/>
          </p:nvSpPr>
          <p:spPr>
            <a:xfrm>
              <a:off x="65827" y="241912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1" name="Freeform: Shape 691">
              <a:extLst>
                <a:ext uri="{FF2B5EF4-FFF2-40B4-BE49-F238E27FC236}">
                  <a16:creationId xmlns:a16="http://schemas.microsoft.com/office/drawing/2014/main" id="{FFF55007-5D29-7547-8C5B-FDA90ACA26B4}"/>
                </a:ext>
              </a:extLst>
            </p:cNvPr>
            <p:cNvSpPr/>
            <p:nvPr/>
          </p:nvSpPr>
          <p:spPr>
            <a:xfrm>
              <a:off x="65827" y="2688067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2" name="Freeform: Shape 692">
              <a:extLst>
                <a:ext uri="{FF2B5EF4-FFF2-40B4-BE49-F238E27FC236}">
                  <a16:creationId xmlns:a16="http://schemas.microsoft.com/office/drawing/2014/main" id="{FED29A5C-5D50-3B4E-9995-48FB765CC96F}"/>
                </a:ext>
              </a:extLst>
            </p:cNvPr>
            <p:cNvSpPr/>
            <p:nvPr/>
          </p:nvSpPr>
          <p:spPr>
            <a:xfrm>
              <a:off x="65827" y="2957008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3" name="Freeform: Shape 693">
              <a:extLst>
                <a:ext uri="{FF2B5EF4-FFF2-40B4-BE49-F238E27FC236}">
                  <a16:creationId xmlns:a16="http://schemas.microsoft.com/office/drawing/2014/main" id="{1A87B21A-7F00-4446-B9AE-405ED27C4656}"/>
                </a:ext>
              </a:extLst>
            </p:cNvPr>
            <p:cNvSpPr/>
            <p:nvPr/>
          </p:nvSpPr>
          <p:spPr>
            <a:xfrm>
              <a:off x="65827" y="3225949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80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8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4" name="Freeform: Shape 694">
              <a:extLst>
                <a:ext uri="{FF2B5EF4-FFF2-40B4-BE49-F238E27FC236}">
                  <a16:creationId xmlns:a16="http://schemas.microsoft.com/office/drawing/2014/main" id="{EDCCCE3D-A7CE-BB42-9FF4-4F6B3AF421E1}"/>
                </a:ext>
              </a:extLst>
            </p:cNvPr>
            <p:cNvSpPr/>
            <p:nvPr/>
          </p:nvSpPr>
          <p:spPr>
            <a:xfrm>
              <a:off x="65827" y="349489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5" name="Freeform: Shape 695">
              <a:extLst>
                <a:ext uri="{FF2B5EF4-FFF2-40B4-BE49-F238E27FC236}">
                  <a16:creationId xmlns:a16="http://schemas.microsoft.com/office/drawing/2014/main" id="{C116C98C-0DCD-0845-9288-DC9A68871A20}"/>
                </a:ext>
              </a:extLst>
            </p:cNvPr>
            <p:cNvSpPr/>
            <p:nvPr/>
          </p:nvSpPr>
          <p:spPr>
            <a:xfrm>
              <a:off x="65827" y="376383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6" name="Freeform: Shape 696">
              <a:extLst>
                <a:ext uri="{FF2B5EF4-FFF2-40B4-BE49-F238E27FC236}">
                  <a16:creationId xmlns:a16="http://schemas.microsoft.com/office/drawing/2014/main" id="{CD9C5B99-40F7-B34A-B0C9-4648B7443284}"/>
                </a:ext>
              </a:extLst>
            </p:cNvPr>
            <p:cNvSpPr/>
            <p:nvPr/>
          </p:nvSpPr>
          <p:spPr>
            <a:xfrm>
              <a:off x="65827" y="4032100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7" name="Freeform: Shape 697">
              <a:extLst>
                <a:ext uri="{FF2B5EF4-FFF2-40B4-BE49-F238E27FC236}">
                  <a16:creationId xmlns:a16="http://schemas.microsoft.com/office/drawing/2014/main" id="{A5D1D20F-4CC0-5D49-9FD0-9E52BBF821C7}"/>
                </a:ext>
              </a:extLst>
            </p:cNvPr>
            <p:cNvSpPr/>
            <p:nvPr/>
          </p:nvSpPr>
          <p:spPr>
            <a:xfrm>
              <a:off x="65827" y="4301041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8" name="Freeform: Shape 698">
              <a:extLst>
                <a:ext uri="{FF2B5EF4-FFF2-40B4-BE49-F238E27FC236}">
                  <a16:creationId xmlns:a16="http://schemas.microsoft.com/office/drawing/2014/main" id="{B6D2D856-B3D3-6540-8EFA-D2516D8E5FA7}"/>
                </a:ext>
              </a:extLst>
            </p:cNvPr>
            <p:cNvSpPr/>
            <p:nvPr/>
          </p:nvSpPr>
          <p:spPr>
            <a:xfrm>
              <a:off x="65827" y="4569982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9" name="Freeform: Shape 699">
              <a:extLst>
                <a:ext uri="{FF2B5EF4-FFF2-40B4-BE49-F238E27FC236}">
                  <a16:creationId xmlns:a16="http://schemas.microsoft.com/office/drawing/2014/main" id="{A7555B35-A484-6040-9517-2E5CD082815C}"/>
                </a:ext>
              </a:extLst>
            </p:cNvPr>
            <p:cNvSpPr/>
            <p:nvPr/>
          </p:nvSpPr>
          <p:spPr>
            <a:xfrm>
              <a:off x="65827" y="4838924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90" name="Freeform: Shape 700">
              <a:extLst>
                <a:ext uri="{FF2B5EF4-FFF2-40B4-BE49-F238E27FC236}">
                  <a16:creationId xmlns:a16="http://schemas.microsoft.com/office/drawing/2014/main" id="{CDB12EB1-E82C-0A4A-80F9-F70F27356C78}"/>
                </a:ext>
              </a:extLst>
            </p:cNvPr>
            <p:cNvSpPr/>
            <p:nvPr/>
          </p:nvSpPr>
          <p:spPr>
            <a:xfrm>
              <a:off x="65827" y="5107865"/>
              <a:ext cx="36345" cy="36307"/>
            </a:xfrm>
            <a:custGeom>
              <a:avLst/>
              <a:gdLst>
                <a:gd name="connsiteX0" fmla="*/ 36346 w 36345"/>
                <a:gd name="connsiteY0" fmla="*/ 18154 h 36307"/>
                <a:gd name="connsiteX1" fmla="*/ 18173 w 36345"/>
                <a:gd name="connsiteY1" fmla="*/ 36307 h 36307"/>
                <a:gd name="connsiteX2" fmla="*/ 0 w 36345"/>
                <a:gd name="connsiteY2" fmla="*/ 18154 h 36307"/>
                <a:gd name="connsiteX3" fmla="*/ 18173 w 36345"/>
                <a:gd name="connsiteY3" fmla="*/ 0 h 36307"/>
                <a:gd name="connsiteX4" fmla="*/ 36346 w 36345"/>
                <a:gd name="connsiteY4" fmla="*/ 18154 h 3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45" h="36307">
                  <a:moveTo>
                    <a:pt x="36346" y="18154"/>
                  </a:moveTo>
                  <a:cubicBezTo>
                    <a:pt x="36346" y="28179"/>
                    <a:pt x="28209" y="36307"/>
                    <a:pt x="18173" y="36307"/>
                  </a:cubicBezTo>
                  <a:cubicBezTo>
                    <a:pt x="8136" y="36307"/>
                    <a:pt x="0" y="28180"/>
                    <a:pt x="0" y="18154"/>
                  </a:cubicBezTo>
                  <a:cubicBezTo>
                    <a:pt x="0" y="8128"/>
                    <a:pt x="8136" y="0"/>
                    <a:pt x="18173" y="0"/>
                  </a:cubicBezTo>
                  <a:cubicBezTo>
                    <a:pt x="28209" y="0"/>
                    <a:pt x="36346" y="8127"/>
                    <a:pt x="36346" y="18154"/>
                  </a:cubicBezTo>
                  <a:close/>
                </a:path>
              </a:pathLst>
            </a:custGeom>
            <a:grpFill/>
            <a:ln w="6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233291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4575" y="461300"/>
            <a:ext cx="77148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Chewy"/>
              <a:buNone/>
              <a:defRPr sz="4100">
                <a:solidFill>
                  <a:schemeClr val="dk1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ewy"/>
              <a:buNone/>
              <a:defRPr sz="2800">
                <a:solidFill>
                  <a:schemeClr val="dk1"/>
                </a:solidFill>
                <a:latin typeface="Chewy"/>
                <a:ea typeface="Chewy"/>
                <a:cs typeface="Chewy"/>
                <a:sym typeface="Chew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ewy"/>
              <a:buNone/>
              <a:defRPr sz="2800">
                <a:solidFill>
                  <a:schemeClr val="dk1"/>
                </a:solidFill>
                <a:latin typeface="Chewy"/>
                <a:ea typeface="Chewy"/>
                <a:cs typeface="Chewy"/>
                <a:sym typeface="Chew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ewy"/>
              <a:buNone/>
              <a:defRPr sz="2800">
                <a:solidFill>
                  <a:schemeClr val="dk1"/>
                </a:solidFill>
                <a:latin typeface="Chewy"/>
                <a:ea typeface="Chewy"/>
                <a:cs typeface="Chewy"/>
                <a:sym typeface="Chew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ewy"/>
              <a:buNone/>
              <a:defRPr sz="2800">
                <a:solidFill>
                  <a:schemeClr val="dk1"/>
                </a:solidFill>
                <a:latin typeface="Chewy"/>
                <a:ea typeface="Chewy"/>
                <a:cs typeface="Chewy"/>
                <a:sym typeface="Chew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ewy"/>
              <a:buNone/>
              <a:defRPr sz="2800">
                <a:solidFill>
                  <a:schemeClr val="dk1"/>
                </a:solidFill>
                <a:latin typeface="Chewy"/>
                <a:ea typeface="Chewy"/>
                <a:cs typeface="Chewy"/>
                <a:sym typeface="Chew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ewy"/>
              <a:buNone/>
              <a:defRPr sz="2800">
                <a:solidFill>
                  <a:schemeClr val="dk1"/>
                </a:solidFill>
                <a:latin typeface="Chewy"/>
                <a:ea typeface="Chewy"/>
                <a:cs typeface="Chewy"/>
                <a:sym typeface="Chew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ewy"/>
              <a:buNone/>
              <a:defRPr sz="2800">
                <a:solidFill>
                  <a:schemeClr val="dk1"/>
                </a:solidFill>
                <a:latin typeface="Chewy"/>
                <a:ea typeface="Chewy"/>
                <a:cs typeface="Chewy"/>
                <a:sym typeface="Chew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ewy"/>
              <a:buNone/>
              <a:defRPr sz="2800">
                <a:solidFill>
                  <a:schemeClr val="dk1"/>
                </a:solidFill>
                <a:latin typeface="Chewy"/>
                <a:ea typeface="Chewy"/>
                <a:cs typeface="Chewy"/>
                <a:sym typeface="Chew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4575" y="1235435"/>
            <a:ext cx="7714800" cy="3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●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○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■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●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○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■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●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○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■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8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620" name="Google Shape;620;p18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marioulbra/arvore-B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0"/>
          <p:cNvSpPr txBox="1">
            <a:spLocks noGrp="1"/>
          </p:cNvSpPr>
          <p:nvPr>
            <p:ph type="ctrTitle"/>
          </p:nvPr>
        </p:nvSpPr>
        <p:spPr>
          <a:xfrm flipH="1">
            <a:off x="4828454" y="1927706"/>
            <a:ext cx="3416605" cy="11840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6600" dirty="0"/>
              <a:t>ÁRVORE B</a:t>
            </a:r>
            <a:endParaRPr sz="6600" dirty="0"/>
          </a:p>
        </p:txBody>
      </p:sp>
      <p:sp>
        <p:nvSpPr>
          <p:cNvPr id="627" name="Google Shape;627;p20"/>
          <p:cNvSpPr txBox="1">
            <a:spLocks noGrp="1"/>
          </p:cNvSpPr>
          <p:nvPr>
            <p:ph type="ctrTitle" idx="2"/>
          </p:nvPr>
        </p:nvSpPr>
        <p:spPr>
          <a:xfrm flipH="1">
            <a:off x="4277100" y="4272918"/>
            <a:ext cx="4271700" cy="599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/>
              <a:t>Romário Dias Paz</a:t>
            </a:r>
            <a:endParaRPr sz="3300" dirty="0"/>
          </a:p>
        </p:txBody>
      </p:sp>
      <p:grpSp>
        <p:nvGrpSpPr>
          <p:cNvPr id="628" name="Google Shape;628;p20"/>
          <p:cNvGrpSpPr/>
          <p:nvPr/>
        </p:nvGrpSpPr>
        <p:grpSpPr>
          <a:xfrm>
            <a:off x="888263" y="872050"/>
            <a:ext cx="3256545" cy="3399407"/>
            <a:chOff x="5092288" y="708025"/>
            <a:chExt cx="3256545" cy="3399407"/>
          </a:xfrm>
        </p:grpSpPr>
        <p:sp>
          <p:nvSpPr>
            <p:cNvPr id="629" name="Google Shape;629;p20"/>
            <p:cNvSpPr/>
            <p:nvPr/>
          </p:nvSpPr>
          <p:spPr>
            <a:xfrm>
              <a:off x="7247240" y="1282593"/>
              <a:ext cx="288326" cy="369706"/>
            </a:xfrm>
            <a:custGeom>
              <a:avLst/>
              <a:gdLst/>
              <a:ahLst/>
              <a:cxnLst/>
              <a:rect l="l" t="t" r="r" b="b"/>
              <a:pathLst>
                <a:path w="7375" h="9456" extrusionOk="0">
                  <a:moveTo>
                    <a:pt x="6114" y="0"/>
                  </a:moveTo>
                  <a:cubicBezTo>
                    <a:pt x="5775" y="0"/>
                    <a:pt x="5477" y="172"/>
                    <a:pt x="5215" y="424"/>
                  </a:cubicBezTo>
                  <a:cubicBezTo>
                    <a:pt x="4842" y="781"/>
                    <a:pt x="4544" y="1198"/>
                    <a:pt x="4306" y="1660"/>
                  </a:cubicBezTo>
                  <a:cubicBezTo>
                    <a:pt x="4083" y="2077"/>
                    <a:pt x="3889" y="2494"/>
                    <a:pt x="3606" y="3060"/>
                  </a:cubicBezTo>
                  <a:cubicBezTo>
                    <a:pt x="3442" y="2539"/>
                    <a:pt x="3248" y="2047"/>
                    <a:pt x="2995" y="1571"/>
                  </a:cubicBezTo>
                  <a:cubicBezTo>
                    <a:pt x="2742" y="1064"/>
                    <a:pt x="2369" y="632"/>
                    <a:pt x="1922" y="304"/>
                  </a:cubicBezTo>
                  <a:cubicBezTo>
                    <a:pt x="1681" y="142"/>
                    <a:pt x="1438" y="64"/>
                    <a:pt x="1211" y="64"/>
                  </a:cubicBezTo>
                  <a:cubicBezTo>
                    <a:pt x="792" y="64"/>
                    <a:pt x="427" y="328"/>
                    <a:pt x="224" y="811"/>
                  </a:cubicBezTo>
                  <a:cubicBezTo>
                    <a:pt x="60" y="1213"/>
                    <a:pt x="1" y="1645"/>
                    <a:pt x="60" y="2062"/>
                  </a:cubicBezTo>
                  <a:cubicBezTo>
                    <a:pt x="224" y="3522"/>
                    <a:pt x="611" y="4937"/>
                    <a:pt x="1237" y="6263"/>
                  </a:cubicBezTo>
                  <a:cubicBezTo>
                    <a:pt x="1654" y="7202"/>
                    <a:pt x="2131" y="8126"/>
                    <a:pt x="2831" y="8900"/>
                  </a:cubicBezTo>
                  <a:cubicBezTo>
                    <a:pt x="3161" y="9273"/>
                    <a:pt x="3525" y="9456"/>
                    <a:pt x="3887" y="9456"/>
                  </a:cubicBezTo>
                  <a:cubicBezTo>
                    <a:pt x="4278" y="9456"/>
                    <a:pt x="4666" y="9243"/>
                    <a:pt x="5006" y="8826"/>
                  </a:cubicBezTo>
                  <a:cubicBezTo>
                    <a:pt x="5259" y="8483"/>
                    <a:pt x="5483" y="8126"/>
                    <a:pt x="5662" y="7738"/>
                  </a:cubicBezTo>
                  <a:cubicBezTo>
                    <a:pt x="6273" y="6427"/>
                    <a:pt x="6734" y="5072"/>
                    <a:pt x="7032" y="3671"/>
                  </a:cubicBezTo>
                  <a:cubicBezTo>
                    <a:pt x="7211" y="2807"/>
                    <a:pt x="7375" y="1928"/>
                    <a:pt x="7211" y="1064"/>
                  </a:cubicBezTo>
                  <a:cubicBezTo>
                    <a:pt x="7137" y="602"/>
                    <a:pt x="6913" y="185"/>
                    <a:pt x="6436" y="51"/>
                  </a:cubicBezTo>
                  <a:cubicBezTo>
                    <a:pt x="6325" y="16"/>
                    <a:pt x="6217" y="0"/>
                    <a:pt x="6114" y="0"/>
                  </a:cubicBezTo>
                  <a:close/>
                </a:path>
              </a:pathLst>
            </a:custGeom>
            <a:solidFill>
              <a:srgbClr val="AFC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5487499" y="783412"/>
              <a:ext cx="350096" cy="461702"/>
            </a:xfrm>
            <a:custGeom>
              <a:avLst/>
              <a:gdLst/>
              <a:ahLst/>
              <a:cxnLst/>
              <a:rect l="l" t="t" r="r" b="b"/>
              <a:pathLst>
                <a:path w="8955" h="11809" extrusionOk="0">
                  <a:moveTo>
                    <a:pt x="7396" y="0"/>
                  </a:moveTo>
                  <a:cubicBezTo>
                    <a:pt x="7080" y="0"/>
                    <a:pt x="6749" y="125"/>
                    <a:pt x="6437" y="383"/>
                  </a:cubicBezTo>
                  <a:cubicBezTo>
                    <a:pt x="5900" y="830"/>
                    <a:pt x="5573" y="1426"/>
                    <a:pt x="5290" y="2067"/>
                  </a:cubicBezTo>
                  <a:cubicBezTo>
                    <a:pt x="5051" y="2677"/>
                    <a:pt x="4858" y="3318"/>
                    <a:pt x="4723" y="3974"/>
                  </a:cubicBezTo>
                  <a:cubicBezTo>
                    <a:pt x="4321" y="3333"/>
                    <a:pt x="4023" y="2841"/>
                    <a:pt x="3710" y="2365"/>
                  </a:cubicBezTo>
                  <a:cubicBezTo>
                    <a:pt x="3368" y="1828"/>
                    <a:pt x="2936" y="1352"/>
                    <a:pt x="2444" y="964"/>
                  </a:cubicBezTo>
                  <a:cubicBezTo>
                    <a:pt x="2126" y="708"/>
                    <a:pt x="1786" y="550"/>
                    <a:pt x="1421" y="550"/>
                  </a:cubicBezTo>
                  <a:cubicBezTo>
                    <a:pt x="1256" y="550"/>
                    <a:pt x="1086" y="582"/>
                    <a:pt x="910" y="651"/>
                  </a:cubicBezTo>
                  <a:cubicBezTo>
                    <a:pt x="329" y="875"/>
                    <a:pt x="120" y="1411"/>
                    <a:pt x="75" y="1977"/>
                  </a:cubicBezTo>
                  <a:cubicBezTo>
                    <a:pt x="1" y="3065"/>
                    <a:pt x="299" y="4108"/>
                    <a:pt x="627" y="5136"/>
                  </a:cubicBezTo>
                  <a:cubicBezTo>
                    <a:pt x="1163" y="6804"/>
                    <a:pt x="1908" y="8413"/>
                    <a:pt x="2817" y="9918"/>
                  </a:cubicBezTo>
                  <a:cubicBezTo>
                    <a:pt x="3070" y="10365"/>
                    <a:pt x="3383" y="10797"/>
                    <a:pt x="3740" y="11169"/>
                  </a:cubicBezTo>
                  <a:cubicBezTo>
                    <a:pt x="4167" y="11595"/>
                    <a:pt x="4616" y="11809"/>
                    <a:pt x="5050" y="11809"/>
                  </a:cubicBezTo>
                  <a:cubicBezTo>
                    <a:pt x="5541" y="11809"/>
                    <a:pt x="6012" y="11536"/>
                    <a:pt x="6407" y="10990"/>
                  </a:cubicBezTo>
                  <a:cubicBezTo>
                    <a:pt x="7167" y="9947"/>
                    <a:pt x="7629" y="8771"/>
                    <a:pt x="8031" y="7564"/>
                  </a:cubicBezTo>
                  <a:cubicBezTo>
                    <a:pt x="8612" y="5866"/>
                    <a:pt x="8910" y="4093"/>
                    <a:pt x="8939" y="2305"/>
                  </a:cubicBezTo>
                  <a:cubicBezTo>
                    <a:pt x="8954" y="1784"/>
                    <a:pt x="8835" y="1262"/>
                    <a:pt x="8582" y="800"/>
                  </a:cubicBezTo>
                  <a:cubicBezTo>
                    <a:pt x="8297" y="275"/>
                    <a:pt x="7864" y="0"/>
                    <a:pt x="7396" y="0"/>
                  </a:cubicBezTo>
                  <a:close/>
                </a:path>
              </a:pathLst>
            </a:custGeom>
            <a:solidFill>
              <a:srgbClr val="AFC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5228685" y="1574861"/>
              <a:ext cx="485208" cy="599247"/>
            </a:xfrm>
            <a:custGeom>
              <a:avLst/>
              <a:gdLst/>
              <a:ahLst/>
              <a:cxnLst/>
              <a:rect l="l" t="t" r="r" b="b"/>
              <a:pathLst>
                <a:path w="12411" h="15327" extrusionOk="0">
                  <a:moveTo>
                    <a:pt x="11237" y="1"/>
                  </a:moveTo>
                  <a:cubicBezTo>
                    <a:pt x="11127" y="1"/>
                    <a:pt x="11011" y="18"/>
                    <a:pt x="10890" y="54"/>
                  </a:cubicBezTo>
                  <a:cubicBezTo>
                    <a:pt x="10578" y="158"/>
                    <a:pt x="10295" y="322"/>
                    <a:pt x="10056" y="560"/>
                  </a:cubicBezTo>
                  <a:cubicBezTo>
                    <a:pt x="9565" y="992"/>
                    <a:pt x="9133" y="1514"/>
                    <a:pt x="8775" y="2065"/>
                  </a:cubicBezTo>
                  <a:cubicBezTo>
                    <a:pt x="8686" y="2199"/>
                    <a:pt x="8611" y="2363"/>
                    <a:pt x="8447" y="2422"/>
                  </a:cubicBezTo>
                  <a:cubicBezTo>
                    <a:pt x="7792" y="2705"/>
                    <a:pt x="7151" y="3048"/>
                    <a:pt x="6540" y="3420"/>
                  </a:cubicBezTo>
                  <a:cubicBezTo>
                    <a:pt x="6436" y="3331"/>
                    <a:pt x="6391" y="3197"/>
                    <a:pt x="6406" y="3063"/>
                  </a:cubicBezTo>
                  <a:cubicBezTo>
                    <a:pt x="6421" y="2661"/>
                    <a:pt x="6287" y="2258"/>
                    <a:pt x="6049" y="1931"/>
                  </a:cubicBezTo>
                  <a:cubicBezTo>
                    <a:pt x="5866" y="1660"/>
                    <a:pt x="5572" y="1521"/>
                    <a:pt x="5276" y="1521"/>
                  </a:cubicBezTo>
                  <a:cubicBezTo>
                    <a:pt x="5019" y="1521"/>
                    <a:pt x="4761" y="1626"/>
                    <a:pt x="4574" y="1841"/>
                  </a:cubicBezTo>
                  <a:cubicBezTo>
                    <a:pt x="4350" y="2095"/>
                    <a:pt x="4187" y="2393"/>
                    <a:pt x="4112" y="2705"/>
                  </a:cubicBezTo>
                  <a:cubicBezTo>
                    <a:pt x="3933" y="3495"/>
                    <a:pt x="3918" y="4314"/>
                    <a:pt x="4052" y="5119"/>
                  </a:cubicBezTo>
                  <a:cubicBezTo>
                    <a:pt x="4097" y="5357"/>
                    <a:pt x="4142" y="5581"/>
                    <a:pt x="3963" y="5789"/>
                  </a:cubicBezTo>
                  <a:cubicBezTo>
                    <a:pt x="3471" y="6370"/>
                    <a:pt x="3025" y="6981"/>
                    <a:pt x="2622" y="7607"/>
                  </a:cubicBezTo>
                  <a:cubicBezTo>
                    <a:pt x="2552" y="7720"/>
                    <a:pt x="2488" y="7769"/>
                    <a:pt x="2426" y="7769"/>
                  </a:cubicBezTo>
                  <a:cubicBezTo>
                    <a:pt x="2357" y="7769"/>
                    <a:pt x="2291" y="7708"/>
                    <a:pt x="2220" y="7607"/>
                  </a:cubicBezTo>
                  <a:cubicBezTo>
                    <a:pt x="2056" y="7383"/>
                    <a:pt x="1848" y="7190"/>
                    <a:pt x="1609" y="7055"/>
                  </a:cubicBezTo>
                  <a:cubicBezTo>
                    <a:pt x="1436" y="6948"/>
                    <a:pt x="1250" y="6899"/>
                    <a:pt x="1069" y="6899"/>
                  </a:cubicBezTo>
                  <a:cubicBezTo>
                    <a:pt x="547" y="6899"/>
                    <a:pt x="63" y="7304"/>
                    <a:pt x="30" y="7890"/>
                  </a:cubicBezTo>
                  <a:cubicBezTo>
                    <a:pt x="0" y="8173"/>
                    <a:pt x="30" y="8471"/>
                    <a:pt x="120" y="8754"/>
                  </a:cubicBezTo>
                  <a:cubicBezTo>
                    <a:pt x="269" y="9275"/>
                    <a:pt x="537" y="9737"/>
                    <a:pt x="909" y="10124"/>
                  </a:cubicBezTo>
                  <a:cubicBezTo>
                    <a:pt x="1118" y="10333"/>
                    <a:pt x="1177" y="10661"/>
                    <a:pt x="1043" y="10929"/>
                  </a:cubicBezTo>
                  <a:cubicBezTo>
                    <a:pt x="641" y="11987"/>
                    <a:pt x="388" y="13104"/>
                    <a:pt x="283" y="14236"/>
                  </a:cubicBezTo>
                  <a:cubicBezTo>
                    <a:pt x="254" y="14430"/>
                    <a:pt x="254" y="14609"/>
                    <a:pt x="283" y="14787"/>
                  </a:cubicBezTo>
                  <a:cubicBezTo>
                    <a:pt x="313" y="15070"/>
                    <a:pt x="552" y="15294"/>
                    <a:pt x="835" y="15324"/>
                  </a:cubicBezTo>
                  <a:cubicBezTo>
                    <a:pt x="855" y="15326"/>
                    <a:pt x="875" y="15327"/>
                    <a:pt x="895" y="15327"/>
                  </a:cubicBezTo>
                  <a:cubicBezTo>
                    <a:pt x="1170" y="15327"/>
                    <a:pt x="1423" y="15140"/>
                    <a:pt x="1520" y="14862"/>
                  </a:cubicBezTo>
                  <a:cubicBezTo>
                    <a:pt x="1550" y="14683"/>
                    <a:pt x="1580" y="14504"/>
                    <a:pt x="1594" y="14325"/>
                  </a:cubicBezTo>
                  <a:cubicBezTo>
                    <a:pt x="1684" y="13595"/>
                    <a:pt x="1818" y="12866"/>
                    <a:pt x="2012" y="12150"/>
                  </a:cubicBezTo>
                  <a:cubicBezTo>
                    <a:pt x="2089" y="11906"/>
                    <a:pt x="2199" y="11784"/>
                    <a:pt x="2420" y="11784"/>
                  </a:cubicBezTo>
                  <a:cubicBezTo>
                    <a:pt x="2455" y="11784"/>
                    <a:pt x="2492" y="11787"/>
                    <a:pt x="2533" y="11793"/>
                  </a:cubicBezTo>
                  <a:cubicBezTo>
                    <a:pt x="2667" y="11823"/>
                    <a:pt x="2816" y="11823"/>
                    <a:pt x="2965" y="11823"/>
                  </a:cubicBezTo>
                  <a:cubicBezTo>
                    <a:pt x="3561" y="11793"/>
                    <a:pt x="4127" y="11689"/>
                    <a:pt x="4619" y="11301"/>
                  </a:cubicBezTo>
                  <a:cubicBezTo>
                    <a:pt x="4887" y="11123"/>
                    <a:pt x="5021" y="10795"/>
                    <a:pt x="4946" y="10482"/>
                  </a:cubicBezTo>
                  <a:cubicBezTo>
                    <a:pt x="4887" y="10169"/>
                    <a:pt x="4648" y="9916"/>
                    <a:pt x="4350" y="9826"/>
                  </a:cubicBezTo>
                  <a:cubicBezTo>
                    <a:pt x="4149" y="9759"/>
                    <a:pt x="3940" y="9726"/>
                    <a:pt x="3735" y="9726"/>
                  </a:cubicBezTo>
                  <a:cubicBezTo>
                    <a:pt x="3666" y="9726"/>
                    <a:pt x="3598" y="9730"/>
                    <a:pt x="3531" y="9737"/>
                  </a:cubicBezTo>
                  <a:cubicBezTo>
                    <a:pt x="3426" y="9747"/>
                    <a:pt x="3327" y="9787"/>
                    <a:pt x="3226" y="9787"/>
                  </a:cubicBezTo>
                  <a:cubicBezTo>
                    <a:pt x="3170" y="9787"/>
                    <a:pt x="3113" y="9774"/>
                    <a:pt x="3054" y="9737"/>
                  </a:cubicBezTo>
                  <a:cubicBezTo>
                    <a:pt x="3039" y="9692"/>
                    <a:pt x="3025" y="9663"/>
                    <a:pt x="3039" y="9633"/>
                  </a:cubicBezTo>
                  <a:cubicBezTo>
                    <a:pt x="3367" y="8888"/>
                    <a:pt x="3784" y="8188"/>
                    <a:pt x="4276" y="7547"/>
                  </a:cubicBezTo>
                  <a:cubicBezTo>
                    <a:pt x="4348" y="7438"/>
                    <a:pt x="4443" y="7396"/>
                    <a:pt x="4546" y="7396"/>
                  </a:cubicBezTo>
                  <a:cubicBezTo>
                    <a:pt x="4612" y="7396"/>
                    <a:pt x="4683" y="7414"/>
                    <a:pt x="4753" y="7443"/>
                  </a:cubicBezTo>
                  <a:cubicBezTo>
                    <a:pt x="5155" y="7592"/>
                    <a:pt x="5557" y="7696"/>
                    <a:pt x="5974" y="7771"/>
                  </a:cubicBezTo>
                  <a:cubicBezTo>
                    <a:pt x="6244" y="7828"/>
                    <a:pt x="6519" y="7861"/>
                    <a:pt x="6793" y="7861"/>
                  </a:cubicBezTo>
                  <a:cubicBezTo>
                    <a:pt x="6943" y="7861"/>
                    <a:pt x="7093" y="7851"/>
                    <a:pt x="7241" y="7830"/>
                  </a:cubicBezTo>
                  <a:cubicBezTo>
                    <a:pt x="7553" y="7785"/>
                    <a:pt x="7822" y="7562"/>
                    <a:pt x="7926" y="7264"/>
                  </a:cubicBezTo>
                  <a:cubicBezTo>
                    <a:pt x="8015" y="6951"/>
                    <a:pt x="7926" y="6623"/>
                    <a:pt x="7688" y="6400"/>
                  </a:cubicBezTo>
                  <a:cubicBezTo>
                    <a:pt x="7464" y="6162"/>
                    <a:pt x="7166" y="5983"/>
                    <a:pt x="6838" y="5908"/>
                  </a:cubicBezTo>
                  <a:cubicBezTo>
                    <a:pt x="6555" y="5834"/>
                    <a:pt x="6257" y="5759"/>
                    <a:pt x="5915" y="5670"/>
                  </a:cubicBezTo>
                  <a:cubicBezTo>
                    <a:pt x="6630" y="4940"/>
                    <a:pt x="7479" y="4329"/>
                    <a:pt x="8403" y="3867"/>
                  </a:cubicBezTo>
                  <a:cubicBezTo>
                    <a:pt x="8513" y="3792"/>
                    <a:pt x="8640" y="3755"/>
                    <a:pt x="8765" y="3755"/>
                  </a:cubicBezTo>
                  <a:cubicBezTo>
                    <a:pt x="8959" y="3755"/>
                    <a:pt x="9149" y="3844"/>
                    <a:pt x="9267" y="4016"/>
                  </a:cubicBezTo>
                  <a:cubicBezTo>
                    <a:pt x="9758" y="4523"/>
                    <a:pt x="10414" y="4851"/>
                    <a:pt x="11114" y="4955"/>
                  </a:cubicBezTo>
                  <a:cubicBezTo>
                    <a:pt x="11192" y="4967"/>
                    <a:pt x="11270" y="4973"/>
                    <a:pt x="11345" y="4973"/>
                  </a:cubicBezTo>
                  <a:cubicBezTo>
                    <a:pt x="11741" y="4973"/>
                    <a:pt x="12079" y="4811"/>
                    <a:pt x="12216" y="4523"/>
                  </a:cubicBezTo>
                  <a:cubicBezTo>
                    <a:pt x="12410" y="4106"/>
                    <a:pt x="12246" y="3748"/>
                    <a:pt x="11993" y="3406"/>
                  </a:cubicBezTo>
                  <a:cubicBezTo>
                    <a:pt x="11933" y="3331"/>
                    <a:pt x="11874" y="3257"/>
                    <a:pt x="11814" y="3212"/>
                  </a:cubicBezTo>
                  <a:cubicBezTo>
                    <a:pt x="11665" y="3078"/>
                    <a:pt x="11516" y="2974"/>
                    <a:pt x="11367" y="2869"/>
                  </a:cubicBezTo>
                  <a:cubicBezTo>
                    <a:pt x="11114" y="2720"/>
                    <a:pt x="11144" y="2586"/>
                    <a:pt x="11337" y="2407"/>
                  </a:cubicBezTo>
                  <a:cubicBezTo>
                    <a:pt x="11412" y="2333"/>
                    <a:pt x="11501" y="2258"/>
                    <a:pt x="11561" y="2169"/>
                  </a:cubicBezTo>
                  <a:cubicBezTo>
                    <a:pt x="11844" y="1886"/>
                    <a:pt x="12038" y="1514"/>
                    <a:pt x="12112" y="1111"/>
                  </a:cubicBezTo>
                  <a:cubicBezTo>
                    <a:pt x="12212" y="462"/>
                    <a:pt x="11809" y="1"/>
                    <a:pt x="11237" y="1"/>
                  </a:cubicBezTo>
                  <a:close/>
                </a:path>
              </a:pathLst>
            </a:custGeom>
            <a:solidFill>
              <a:srgbClr val="C6D5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7864211" y="1574861"/>
              <a:ext cx="484622" cy="599247"/>
            </a:xfrm>
            <a:custGeom>
              <a:avLst/>
              <a:gdLst/>
              <a:ahLst/>
              <a:cxnLst/>
              <a:rect l="l" t="t" r="r" b="b"/>
              <a:pathLst>
                <a:path w="12396" h="15327" extrusionOk="0">
                  <a:moveTo>
                    <a:pt x="1159" y="1"/>
                  </a:moveTo>
                  <a:cubicBezTo>
                    <a:pt x="587" y="1"/>
                    <a:pt x="184" y="462"/>
                    <a:pt x="283" y="1111"/>
                  </a:cubicBezTo>
                  <a:cubicBezTo>
                    <a:pt x="358" y="1514"/>
                    <a:pt x="552" y="1886"/>
                    <a:pt x="820" y="2169"/>
                  </a:cubicBezTo>
                  <a:cubicBezTo>
                    <a:pt x="894" y="2258"/>
                    <a:pt x="984" y="2333"/>
                    <a:pt x="1073" y="2407"/>
                  </a:cubicBezTo>
                  <a:cubicBezTo>
                    <a:pt x="1267" y="2586"/>
                    <a:pt x="1297" y="2720"/>
                    <a:pt x="1043" y="2869"/>
                  </a:cubicBezTo>
                  <a:cubicBezTo>
                    <a:pt x="879" y="2974"/>
                    <a:pt x="730" y="3078"/>
                    <a:pt x="596" y="3197"/>
                  </a:cubicBezTo>
                  <a:cubicBezTo>
                    <a:pt x="522" y="3257"/>
                    <a:pt x="462" y="3331"/>
                    <a:pt x="418" y="3406"/>
                  </a:cubicBezTo>
                  <a:cubicBezTo>
                    <a:pt x="149" y="3733"/>
                    <a:pt x="0" y="4106"/>
                    <a:pt x="194" y="4523"/>
                  </a:cubicBezTo>
                  <a:cubicBezTo>
                    <a:pt x="328" y="4803"/>
                    <a:pt x="642" y="4964"/>
                    <a:pt x="1030" y="4964"/>
                  </a:cubicBezTo>
                  <a:cubicBezTo>
                    <a:pt x="1115" y="4964"/>
                    <a:pt x="1205" y="4956"/>
                    <a:pt x="1297" y="4940"/>
                  </a:cubicBezTo>
                  <a:cubicBezTo>
                    <a:pt x="1997" y="4851"/>
                    <a:pt x="2637" y="4523"/>
                    <a:pt x="3129" y="4016"/>
                  </a:cubicBezTo>
                  <a:cubicBezTo>
                    <a:pt x="3256" y="3844"/>
                    <a:pt x="3449" y="3755"/>
                    <a:pt x="3645" y="3755"/>
                  </a:cubicBezTo>
                  <a:cubicBezTo>
                    <a:pt x="3770" y="3755"/>
                    <a:pt x="3897" y="3792"/>
                    <a:pt x="4008" y="3867"/>
                  </a:cubicBezTo>
                  <a:cubicBezTo>
                    <a:pt x="4932" y="4329"/>
                    <a:pt x="5766" y="4940"/>
                    <a:pt x="6496" y="5670"/>
                  </a:cubicBezTo>
                  <a:cubicBezTo>
                    <a:pt x="6138" y="5759"/>
                    <a:pt x="5855" y="5834"/>
                    <a:pt x="5557" y="5908"/>
                  </a:cubicBezTo>
                  <a:cubicBezTo>
                    <a:pt x="5229" y="5983"/>
                    <a:pt x="4946" y="6162"/>
                    <a:pt x="4723" y="6400"/>
                  </a:cubicBezTo>
                  <a:cubicBezTo>
                    <a:pt x="4485" y="6623"/>
                    <a:pt x="4395" y="6951"/>
                    <a:pt x="4485" y="7264"/>
                  </a:cubicBezTo>
                  <a:cubicBezTo>
                    <a:pt x="4574" y="7562"/>
                    <a:pt x="4842" y="7785"/>
                    <a:pt x="5170" y="7815"/>
                  </a:cubicBezTo>
                  <a:cubicBezTo>
                    <a:pt x="5332" y="7844"/>
                    <a:pt x="5495" y="7857"/>
                    <a:pt x="5658" y="7857"/>
                  </a:cubicBezTo>
                  <a:cubicBezTo>
                    <a:pt x="5912" y="7857"/>
                    <a:pt x="6167" y="7825"/>
                    <a:pt x="6421" y="7771"/>
                  </a:cubicBezTo>
                  <a:cubicBezTo>
                    <a:pt x="6838" y="7696"/>
                    <a:pt x="7241" y="7592"/>
                    <a:pt x="7643" y="7443"/>
                  </a:cubicBezTo>
                  <a:cubicBezTo>
                    <a:pt x="7723" y="7412"/>
                    <a:pt x="7798" y="7392"/>
                    <a:pt x="7867" y="7392"/>
                  </a:cubicBezTo>
                  <a:cubicBezTo>
                    <a:pt x="7967" y="7392"/>
                    <a:pt x="8056" y="7433"/>
                    <a:pt x="8135" y="7547"/>
                  </a:cubicBezTo>
                  <a:cubicBezTo>
                    <a:pt x="8626" y="8188"/>
                    <a:pt x="9028" y="8888"/>
                    <a:pt x="9356" y="9618"/>
                  </a:cubicBezTo>
                  <a:cubicBezTo>
                    <a:pt x="9371" y="9648"/>
                    <a:pt x="9356" y="9692"/>
                    <a:pt x="9341" y="9737"/>
                  </a:cubicBezTo>
                  <a:cubicBezTo>
                    <a:pt x="9288" y="9774"/>
                    <a:pt x="9233" y="9787"/>
                    <a:pt x="9177" y="9787"/>
                  </a:cubicBezTo>
                  <a:cubicBezTo>
                    <a:pt x="9077" y="9787"/>
                    <a:pt x="8975" y="9747"/>
                    <a:pt x="8879" y="9737"/>
                  </a:cubicBezTo>
                  <a:cubicBezTo>
                    <a:pt x="8809" y="9730"/>
                    <a:pt x="8738" y="9726"/>
                    <a:pt x="8668" y="9726"/>
                  </a:cubicBezTo>
                  <a:cubicBezTo>
                    <a:pt x="8457" y="9726"/>
                    <a:pt x="8250" y="9759"/>
                    <a:pt x="8060" y="9826"/>
                  </a:cubicBezTo>
                  <a:cubicBezTo>
                    <a:pt x="7747" y="9916"/>
                    <a:pt x="7509" y="10169"/>
                    <a:pt x="7464" y="10482"/>
                  </a:cubicBezTo>
                  <a:cubicBezTo>
                    <a:pt x="7390" y="10795"/>
                    <a:pt x="7524" y="11123"/>
                    <a:pt x="7792" y="11301"/>
                  </a:cubicBezTo>
                  <a:cubicBezTo>
                    <a:pt x="8269" y="11689"/>
                    <a:pt x="8835" y="11793"/>
                    <a:pt x="9431" y="11823"/>
                  </a:cubicBezTo>
                  <a:cubicBezTo>
                    <a:pt x="9580" y="11823"/>
                    <a:pt x="9729" y="11823"/>
                    <a:pt x="9878" y="11793"/>
                  </a:cubicBezTo>
                  <a:cubicBezTo>
                    <a:pt x="9916" y="11787"/>
                    <a:pt x="9952" y="11784"/>
                    <a:pt x="9986" y="11784"/>
                  </a:cubicBezTo>
                  <a:cubicBezTo>
                    <a:pt x="10200" y="11784"/>
                    <a:pt x="10320" y="11906"/>
                    <a:pt x="10384" y="12150"/>
                  </a:cubicBezTo>
                  <a:cubicBezTo>
                    <a:pt x="10578" y="12866"/>
                    <a:pt x="10712" y="13595"/>
                    <a:pt x="10801" y="14325"/>
                  </a:cubicBezTo>
                  <a:cubicBezTo>
                    <a:pt x="10801" y="14504"/>
                    <a:pt x="10831" y="14683"/>
                    <a:pt x="10876" y="14862"/>
                  </a:cubicBezTo>
                  <a:cubicBezTo>
                    <a:pt x="10959" y="15140"/>
                    <a:pt x="11211" y="15327"/>
                    <a:pt x="11498" y="15327"/>
                  </a:cubicBezTo>
                  <a:cubicBezTo>
                    <a:pt x="11519" y="15327"/>
                    <a:pt x="11540" y="15326"/>
                    <a:pt x="11561" y="15324"/>
                  </a:cubicBezTo>
                  <a:cubicBezTo>
                    <a:pt x="11844" y="15294"/>
                    <a:pt x="12082" y="15070"/>
                    <a:pt x="12112" y="14787"/>
                  </a:cubicBezTo>
                  <a:cubicBezTo>
                    <a:pt x="12142" y="14609"/>
                    <a:pt x="12142" y="14430"/>
                    <a:pt x="12112" y="14236"/>
                  </a:cubicBezTo>
                  <a:cubicBezTo>
                    <a:pt x="12008" y="13104"/>
                    <a:pt x="11755" y="11987"/>
                    <a:pt x="11352" y="10929"/>
                  </a:cubicBezTo>
                  <a:cubicBezTo>
                    <a:pt x="11218" y="10661"/>
                    <a:pt x="11278" y="10333"/>
                    <a:pt x="11486" y="10124"/>
                  </a:cubicBezTo>
                  <a:cubicBezTo>
                    <a:pt x="11859" y="9737"/>
                    <a:pt x="12127" y="9275"/>
                    <a:pt x="12276" y="8754"/>
                  </a:cubicBezTo>
                  <a:cubicBezTo>
                    <a:pt x="12365" y="8471"/>
                    <a:pt x="12395" y="8173"/>
                    <a:pt x="12365" y="7890"/>
                  </a:cubicBezTo>
                  <a:cubicBezTo>
                    <a:pt x="12332" y="7304"/>
                    <a:pt x="11848" y="6899"/>
                    <a:pt x="11327" y="6899"/>
                  </a:cubicBezTo>
                  <a:cubicBezTo>
                    <a:pt x="11145" y="6899"/>
                    <a:pt x="10959" y="6948"/>
                    <a:pt x="10786" y="7055"/>
                  </a:cubicBezTo>
                  <a:cubicBezTo>
                    <a:pt x="10548" y="7190"/>
                    <a:pt x="10339" y="7383"/>
                    <a:pt x="10175" y="7607"/>
                  </a:cubicBezTo>
                  <a:cubicBezTo>
                    <a:pt x="10105" y="7708"/>
                    <a:pt x="10039" y="7769"/>
                    <a:pt x="9970" y="7769"/>
                  </a:cubicBezTo>
                  <a:cubicBezTo>
                    <a:pt x="9908" y="7769"/>
                    <a:pt x="9844" y="7720"/>
                    <a:pt x="9773" y="7607"/>
                  </a:cubicBezTo>
                  <a:cubicBezTo>
                    <a:pt x="9356" y="6981"/>
                    <a:pt x="8909" y="6370"/>
                    <a:pt x="8432" y="5789"/>
                  </a:cubicBezTo>
                  <a:cubicBezTo>
                    <a:pt x="8254" y="5581"/>
                    <a:pt x="8298" y="5357"/>
                    <a:pt x="8328" y="5119"/>
                  </a:cubicBezTo>
                  <a:cubicBezTo>
                    <a:pt x="8477" y="4314"/>
                    <a:pt x="8462" y="3495"/>
                    <a:pt x="8283" y="2705"/>
                  </a:cubicBezTo>
                  <a:cubicBezTo>
                    <a:pt x="8209" y="2393"/>
                    <a:pt x="8045" y="2095"/>
                    <a:pt x="7822" y="1841"/>
                  </a:cubicBezTo>
                  <a:cubicBezTo>
                    <a:pt x="7634" y="1626"/>
                    <a:pt x="7376" y="1521"/>
                    <a:pt x="7119" y="1521"/>
                  </a:cubicBezTo>
                  <a:cubicBezTo>
                    <a:pt x="6824" y="1521"/>
                    <a:pt x="6530" y="1660"/>
                    <a:pt x="6347" y="1931"/>
                  </a:cubicBezTo>
                  <a:cubicBezTo>
                    <a:pt x="6094" y="2258"/>
                    <a:pt x="5974" y="2661"/>
                    <a:pt x="5989" y="3063"/>
                  </a:cubicBezTo>
                  <a:cubicBezTo>
                    <a:pt x="6004" y="3197"/>
                    <a:pt x="5959" y="3331"/>
                    <a:pt x="5855" y="3420"/>
                  </a:cubicBezTo>
                  <a:cubicBezTo>
                    <a:pt x="5244" y="3048"/>
                    <a:pt x="4604" y="2705"/>
                    <a:pt x="3948" y="2422"/>
                  </a:cubicBezTo>
                  <a:cubicBezTo>
                    <a:pt x="3784" y="2363"/>
                    <a:pt x="3710" y="2199"/>
                    <a:pt x="3621" y="2065"/>
                  </a:cubicBezTo>
                  <a:cubicBezTo>
                    <a:pt x="3263" y="1514"/>
                    <a:pt x="2831" y="992"/>
                    <a:pt x="2339" y="560"/>
                  </a:cubicBezTo>
                  <a:cubicBezTo>
                    <a:pt x="2101" y="322"/>
                    <a:pt x="1818" y="158"/>
                    <a:pt x="1505" y="54"/>
                  </a:cubicBezTo>
                  <a:cubicBezTo>
                    <a:pt x="1385" y="18"/>
                    <a:pt x="1269" y="1"/>
                    <a:pt x="1159" y="1"/>
                  </a:cubicBezTo>
                  <a:close/>
                </a:path>
              </a:pathLst>
            </a:custGeom>
            <a:solidFill>
              <a:srgbClr val="C6D5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5296450" y="3562804"/>
              <a:ext cx="435675" cy="352190"/>
            </a:xfrm>
            <a:custGeom>
              <a:avLst/>
              <a:gdLst/>
              <a:ahLst/>
              <a:cxnLst/>
              <a:rect l="l" t="t" r="r" b="b"/>
              <a:pathLst>
                <a:path w="11144" h="9008" extrusionOk="0">
                  <a:moveTo>
                    <a:pt x="1318" y="0"/>
                  </a:moveTo>
                  <a:cubicBezTo>
                    <a:pt x="1286" y="0"/>
                    <a:pt x="1254" y="1"/>
                    <a:pt x="1222" y="2"/>
                  </a:cubicBezTo>
                  <a:cubicBezTo>
                    <a:pt x="447" y="62"/>
                    <a:pt x="0" y="643"/>
                    <a:pt x="164" y="1417"/>
                  </a:cubicBezTo>
                  <a:cubicBezTo>
                    <a:pt x="239" y="1790"/>
                    <a:pt x="432" y="2132"/>
                    <a:pt x="716" y="2401"/>
                  </a:cubicBezTo>
                  <a:cubicBezTo>
                    <a:pt x="1282" y="2997"/>
                    <a:pt x="2012" y="3354"/>
                    <a:pt x="2771" y="3637"/>
                  </a:cubicBezTo>
                  <a:cubicBezTo>
                    <a:pt x="3144" y="3756"/>
                    <a:pt x="3442" y="4054"/>
                    <a:pt x="3576" y="4427"/>
                  </a:cubicBezTo>
                  <a:cubicBezTo>
                    <a:pt x="4514" y="6572"/>
                    <a:pt x="6064" y="8047"/>
                    <a:pt x="8611" y="8807"/>
                  </a:cubicBezTo>
                  <a:cubicBezTo>
                    <a:pt x="9109" y="8943"/>
                    <a:pt x="9628" y="9008"/>
                    <a:pt x="10150" y="9008"/>
                  </a:cubicBezTo>
                  <a:cubicBezTo>
                    <a:pt x="10253" y="9008"/>
                    <a:pt x="10356" y="9005"/>
                    <a:pt x="10459" y="9000"/>
                  </a:cubicBezTo>
                  <a:cubicBezTo>
                    <a:pt x="10468" y="9001"/>
                    <a:pt x="10477" y="9001"/>
                    <a:pt x="10486" y="9001"/>
                  </a:cubicBezTo>
                  <a:cubicBezTo>
                    <a:pt x="10832" y="9001"/>
                    <a:pt x="11129" y="8723"/>
                    <a:pt x="11129" y="8375"/>
                  </a:cubicBezTo>
                  <a:cubicBezTo>
                    <a:pt x="11144" y="8032"/>
                    <a:pt x="10905" y="7749"/>
                    <a:pt x="10578" y="7689"/>
                  </a:cubicBezTo>
                  <a:cubicBezTo>
                    <a:pt x="10369" y="7645"/>
                    <a:pt x="10161" y="7615"/>
                    <a:pt x="9952" y="7585"/>
                  </a:cubicBezTo>
                  <a:cubicBezTo>
                    <a:pt x="7837" y="7332"/>
                    <a:pt x="6302" y="6229"/>
                    <a:pt x="5244" y="4397"/>
                  </a:cubicBezTo>
                  <a:cubicBezTo>
                    <a:pt x="4991" y="3965"/>
                    <a:pt x="4961" y="3831"/>
                    <a:pt x="5349" y="3473"/>
                  </a:cubicBezTo>
                  <a:cubicBezTo>
                    <a:pt x="5945" y="2937"/>
                    <a:pt x="6243" y="2237"/>
                    <a:pt x="6377" y="1462"/>
                  </a:cubicBezTo>
                  <a:cubicBezTo>
                    <a:pt x="6466" y="1105"/>
                    <a:pt x="6287" y="717"/>
                    <a:pt x="5959" y="538"/>
                  </a:cubicBezTo>
                  <a:cubicBezTo>
                    <a:pt x="5832" y="472"/>
                    <a:pt x="5709" y="443"/>
                    <a:pt x="5589" y="443"/>
                  </a:cubicBezTo>
                  <a:cubicBezTo>
                    <a:pt x="5386" y="443"/>
                    <a:pt x="5193" y="527"/>
                    <a:pt x="5006" y="658"/>
                  </a:cubicBezTo>
                  <a:cubicBezTo>
                    <a:pt x="4753" y="851"/>
                    <a:pt x="4544" y="1105"/>
                    <a:pt x="4380" y="1373"/>
                  </a:cubicBezTo>
                  <a:cubicBezTo>
                    <a:pt x="4256" y="1582"/>
                    <a:pt x="4185" y="1682"/>
                    <a:pt x="4103" y="1682"/>
                  </a:cubicBezTo>
                  <a:cubicBezTo>
                    <a:pt x="4027" y="1682"/>
                    <a:pt x="3942" y="1597"/>
                    <a:pt x="3799" y="1432"/>
                  </a:cubicBezTo>
                  <a:cubicBezTo>
                    <a:pt x="3397" y="941"/>
                    <a:pt x="2905" y="524"/>
                    <a:pt x="2339" y="240"/>
                  </a:cubicBezTo>
                  <a:cubicBezTo>
                    <a:pt x="2025" y="77"/>
                    <a:pt x="1673" y="0"/>
                    <a:pt x="1318" y="0"/>
                  </a:cubicBezTo>
                  <a:close/>
                </a:path>
              </a:pathLst>
            </a:custGeom>
            <a:solidFill>
              <a:srgbClr val="C6D5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0"/>
            <p:cNvSpPr/>
            <p:nvPr/>
          </p:nvSpPr>
          <p:spPr>
            <a:xfrm>
              <a:off x="7720363" y="3605479"/>
              <a:ext cx="435675" cy="352190"/>
            </a:xfrm>
            <a:custGeom>
              <a:avLst/>
              <a:gdLst/>
              <a:ahLst/>
              <a:cxnLst/>
              <a:rect l="l" t="t" r="r" b="b"/>
              <a:pathLst>
                <a:path w="11144" h="9008" extrusionOk="0">
                  <a:moveTo>
                    <a:pt x="9826" y="0"/>
                  </a:moveTo>
                  <a:cubicBezTo>
                    <a:pt x="9473" y="0"/>
                    <a:pt x="9134" y="77"/>
                    <a:pt x="8820" y="240"/>
                  </a:cubicBezTo>
                  <a:cubicBezTo>
                    <a:pt x="8239" y="524"/>
                    <a:pt x="7747" y="941"/>
                    <a:pt x="7345" y="1432"/>
                  </a:cubicBezTo>
                  <a:cubicBezTo>
                    <a:pt x="7202" y="1597"/>
                    <a:pt x="7121" y="1682"/>
                    <a:pt x="7047" y="1682"/>
                  </a:cubicBezTo>
                  <a:cubicBezTo>
                    <a:pt x="6967" y="1682"/>
                    <a:pt x="6896" y="1582"/>
                    <a:pt x="6764" y="1373"/>
                  </a:cubicBezTo>
                  <a:cubicBezTo>
                    <a:pt x="6600" y="1105"/>
                    <a:pt x="6391" y="851"/>
                    <a:pt x="6138" y="658"/>
                  </a:cubicBezTo>
                  <a:cubicBezTo>
                    <a:pt x="5951" y="527"/>
                    <a:pt x="5758" y="443"/>
                    <a:pt x="5555" y="443"/>
                  </a:cubicBezTo>
                  <a:cubicBezTo>
                    <a:pt x="5435" y="443"/>
                    <a:pt x="5312" y="472"/>
                    <a:pt x="5185" y="538"/>
                  </a:cubicBezTo>
                  <a:cubicBezTo>
                    <a:pt x="4857" y="717"/>
                    <a:pt x="4678" y="1105"/>
                    <a:pt x="4768" y="1462"/>
                  </a:cubicBezTo>
                  <a:cubicBezTo>
                    <a:pt x="4902" y="2237"/>
                    <a:pt x="5200" y="2937"/>
                    <a:pt x="5781" y="3473"/>
                  </a:cubicBezTo>
                  <a:cubicBezTo>
                    <a:pt x="6198" y="3831"/>
                    <a:pt x="6153" y="3965"/>
                    <a:pt x="5900" y="4397"/>
                  </a:cubicBezTo>
                  <a:cubicBezTo>
                    <a:pt x="4842" y="6229"/>
                    <a:pt x="3293" y="7332"/>
                    <a:pt x="1192" y="7585"/>
                  </a:cubicBezTo>
                  <a:cubicBezTo>
                    <a:pt x="984" y="7615"/>
                    <a:pt x="775" y="7645"/>
                    <a:pt x="567" y="7689"/>
                  </a:cubicBezTo>
                  <a:cubicBezTo>
                    <a:pt x="239" y="7749"/>
                    <a:pt x="0" y="8032"/>
                    <a:pt x="15" y="8375"/>
                  </a:cubicBezTo>
                  <a:cubicBezTo>
                    <a:pt x="15" y="8723"/>
                    <a:pt x="313" y="9001"/>
                    <a:pt x="659" y="9001"/>
                  </a:cubicBezTo>
                  <a:cubicBezTo>
                    <a:pt x="668" y="9001"/>
                    <a:pt x="677" y="9001"/>
                    <a:pt x="686" y="9000"/>
                  </a:cubicBezTo>
                  <a:cubicBezTo>
                    <a:pt x="789" y="9005"/>
                    <a:pt x="891" y="9008"/>
                    <a:pt x="994" y="9008"/>
                  </a:cubicBezTo>
                  <a:cubicBezTo>
                    <a:pt x="1516" y="9008"/>
                    <a:pt x="2035" y="8943"/>
                    <a:pt x="2533" y="8807"/>
                  </a:cubicBezTo>
                  <a:cubicBezTo>
                    <a:pt x="5080" y="8047"/>
                    <a:pt x="6630" y="6572"/>
                    <a:pt x="7568" y="4427"/>
                  </a:cubicBezTo>
                  <a:cubicBezTo>
                    <a:pt x="7702" y="4054"/>
                    <a:pt x="8000" y="3756"/>
                    <a:pt x="8388" y="3637"/>
                  </a:cubicBezTo>
                  <a:cubicBezTo>
                    <a:pt x="9133" y="3354"/>
                    <a:pt x="9878" y="2997"/>
                    <a:pt x="10429" y="2401"/>
                  </a:cubicBezTo>
                  <a:cubicBezTo>
                    <a:pt x="10712" y="2132"/>
                    <a:pt x="10905" y="1790"/>
                    <a:pt x="10995" y="1417"/>
                  </a:cubicBezTo>
                  <a:cubicBezTo>
                    <a:pt x="11144" y="643"/>
                    <a:pt x="10712" y="62"/>
                    <a:pt x="9922" y="2"/>
                  </a:cubicBezTo>
                  <a:cubicBezTo>
                    <a:pt x="9890" y="1"/>
                    <a:pt x="9858" y="0"/>
                    <a:pt x="9826" y="0"/>
                  </a:cubicBezTo>
                  <a:close/>
                </a:path>
              </a:pathLst>
            </a:custGeom>
            <a:solidFill>
              <a:srgbClr val="C6D5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0"/>
            <p:cNvSpPr/>
            <p:nvPr/>
          </p:nvSpPr>
          <p:spPr>
            <a:xfrm>
              <a:off x="6787727" y="708025"/>
              <a:ext cx="162909" cy="190991"/>
            </a:xfrm>
            <a:custGeom>
              <a:avLst/>
              <a:gdLst/>
              <a:ahLst/>
              <a:cxnLst/>
              <a:rect l="l" t="t" r="r" b="b"/>
              <a:pathLst>
                <a:path w="4167" h="4885" extrusionOk="0">
                  <a:moveTo>
                    <a:pt x="2096" y="1"/>
                  </a:moveTo>
                  <a:cubicBezTo>
                    <a:pt x="1961" y="1"/>
                    <a:pt x="1823" y="20"/>
                    <a:pt x="1684" y="59"/>
                  </a:cubicBezTo>
                  <a:cubicBezTo>
                    <a:pt x="686" y="327"/>
                    <a:pt x="0" y="1623"/>
                    <a:pt x="179" y="2905"/>
                  </a:cubicBezTo>
                  <a:cubicBezTo>
                    <a:pt x="365" y="4258"/>
                    <a:pt x="1203" y="4884"/>
                    <a:pt x="2049" y="4884"/>
                  </a:cubicBezTo>
                  <a:cubicBezTo>
                    <a:pt x="3102" y="4884"/>
                    <a:pt x="4167" y="3912"/>
                    <a:pt x="3993" y="2160"/>
                  </a:cubicBezTo>
                  <a:cubicBezTo>
                    <a:pt x="3863" y="910"/>
                    <a:pt x="3038" y="1"/>
                    <a:pt x="2096" y="1"/>
                  </a:cubicBezTo>
                  <a:close/>
                </a:path>
              </a:pathLst>
            </a:custGeom>
            <a:solidFill>
              <a:srgbClr val="C6D5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0"/>
            <p:cNvSpPr/>
            <p:nvPr/>
          </p:nvSpPr>
          <p:spPr>
            <a:xfrm>
              <a:off x="6067298" y="1535767"/>
              <a:ext cx="177530" cy="178988"/>
            </a:xfrm>
            <a:custGeom>
              <a:avLst/>
              <a:gdLst/>
              <a:ahLst/>
              <a:cxnLst/>
              <a:rect l="l" t="t" r="r" b="b"/>
              <a:pathLst>
                <a:path w="4541" h="4578" extrusionOk="0">
                  <a:moveTo>
                    <a:pt x="1974" y="1"/>
                  </a:moveTo>
                  <a:cubicBezTo>
                    <a:pt x="1240" y="1"/>
                    <a:pt x="544" y="579"/>
                    <a:pt x="298" y="1515"/>
                  </a:cubicBezTo>
                  <a:cubicBezTo>
                    <a:pt x="0" y="2677"/>
                    <a:pt x="477" y="3914"/>
                    <a:pt x="1430" y="4391"/>
                  </a:cubicBezTo>
                  <a:cubicBezTo>
                    <a:pt x="1693" y="4520"/>
                    <a:pt x="1941" y="4578"/>
                    <a:pt x="2169" y="4578"/>
                  </a:cubicBezTo>
                  <a:cubicBezTo>
                    <a:pt x="3894" y="4578"/>
                    <a:pt x="4540" y="1270"/>
                    <a:pt x="2712" y="204"/>
                  </a:cubicBezTo>
                  <a:cubicBezTo>
                    <a:pt x="2472" y="66"/>
                    <a:pt x="2221" y="1"/>
                    <a:pt x="1974" y="1"/>
                  </a:cubicBezTo>
                  <a:close/>
                </a:path>
              </a:pathLst>
            </a:custGeom>
            <a:solidFill>
              <a:srgbClr val="C6D5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8144141" y="2587363"/>
              <a:ext cx="168617" cy="169097"/>
            </a:xfrm>
            <a:custGeom>
              <a:avLst/>
              <a:gdLst/>
              <a:ahLst/>
              <a:cxnLst/>
              <a:rect l="l" t="t" r="r" b="b"/>
              <a:pathLst>
                <a:path w="4313" h="4325" extrusionOk="0">
                  <a:moveTo>
                    <a:pt x="1870" y="1"/>
                  </a:moveTo>
                  <a:cubicBezTo>
                    <a:pt x="1174" y="1"/>
                    <a:pt x="517" y="539"/>
                    <a:pt x="284" y="1417"/>
                  </a:cubicBezTo>
                  <a:cubicBezTo>
                    <a:pt x="1" y="2520"/>
                    <a:pt x="463" y="3696"/>
                    <a:pt x="1357" y="4143"/>
                  </a:cubicBezTo>
                  <a:cubicBezTo>
                    <a:pt x="1608" y="4268"/>
                    <a:pt x="1845" y="4324"/>
                    <a:pt x="2063" y="4324"/>
                  </a:cubicBezTo>
                  <a:cubicBezTo>
                    <a:pt x="3695" y="4324"/>
                    <a:pt x="4312" y="1194"/>
                    <a:pt x="2578" y="196"/>
                  </a:cubicBezTo>
                  <a:cubicBezTo>
                    <a:pt x="2347" y="63"/>
                    <a:pt x="2106" y="1"/>
                    <a:pt x="1870" y="1"/>
                  </a:cubicBezTo>
                  <a:close/>
                </a:path>
              </a:pathLst>
            </a:custGeom>
            <a:solidFill>
              <a:srgbClr val="C6D5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0"/>
            <p:cNvSpPr/>
            <p:nvPr/>
          </p:nvSpPr>
          <p:spPr>
            <a:xfrm>
              <a:off x="5092288" y="2664988"/>
              <a:ext cx="167991" cy="169097"/>
            </a:xfrm>
            <a:custGeom>
              <a:avLst/>
              <a:gdLst/>
              <a:ahLst/>
              <a:cxnLst/>
              <a:rect l="l" t="t" r="r" b="b"/>
              <a:pathLst>
                <a:path w="4297" h="4325" extrusionOk="0">
                  <a:moveTo>
                    <a:pt x="1854" y="1"/>
                  </a:moveTo>
                  <a:cubicBezTo>
                    <a:pt x="1158" y="1"/>
                    <a:pt x="502" y="539"/>
                    <a:pt x="268" y="1417"/>
                  </a:cubicBezTo>
                  <a:cubicBezTo>
                    <a:pt x="0" y="2520"/>
                    <a:pt x="447" y="3696"/>
                    <a:pt x="1356" y="4143"/>
                  </a:cubicBezTo>
                  <a:cubicBezTo>
                    <a:pt x="1606" y="4268"/>
                    <a:pt x="1841" y="4324"/>
                    <a:pt x="2058" y="4324"/>
                  </a:cubicBezTo>
                  <a:cubicBezTo>
                    <a:pt x="3679" y="4324"/>
                    <a:pt x="4297" y="1194"/>
                    <a:pt x="2563" y="196"/>
                  </a:cubicBezTo>
                  <a:cubicBezTo>
                    <a:pt x="2332" y="63"/>
                    <a:pt x="2091" y="1"/>
                    <a:pt x="1854" y="1"/>
                  </a:cubicBezTo>
                  <a:close/>
                </a:path>
              </a:pathLst>
            </a:custGeom>
            <a:solidFill>
              <a:srgbClr val="EBE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0"/>
            <p:cNvSpPr/>
            <p:nvPr/>
          </p:nvSpPr>
          <p:spPr>
            <a:xfrm>
              <a:off x="7159904" y="834377"/>
              <a:ext cx="113258" cy="114321"/>
            </a:xfrm>
            <a:custGeom>
              <a:avLst/>
              <a:gdLst/>
              <a:ahLst/>
              <a:cxnLst/>
              <a:rect l="l" t="t" r="r" b="b"/>
              <a:pathLst>
                <a:path w="2897" h="2924" extrusionOk="0">
                  <a:moveTo>
                    <a:pt x="1250" y="1"/>
                  </a:moveTo>
                  <a:cubicBezTo>
                    <a:pt x="780" y="1"/>
                    <a:pt x="334" y="369"/>
                    <a:pt x="179" y="969"/>
                  </a:cubicBezTo>
                  <a:cubicBezTo>
                    <a:pt x="0" y="1714"/>
                    <a:pt x="298" y="2488"/>
                    <a:pt x="909" y="2801"/>
                  </a:cubicBezTo>
                  <a:cubicBezTo>
                    <a:pt x="1078" y="2886"/>
                    <a:pt x="1238" y="2924"/>
                    <a:pt x="1385" y="2924"/>
                  </a:cubicBezTo>
                  <a:cubicBezTo>
                    <a:pt x="2480" y="2924"/>
                    <a:pt x="2897" y="817"/>
                    <a:pt x="1728" y="134"/>
                  </a:cubicBezTo>
                  <a:cubicBezTo>
                    <a:pt x="1573" y="43"/>
                    <a:pt x="1410" y="1"/>
                    <a:pt x="1250" y="1"/>
                  </a:cubicBezTo>
                  <a:close/>
                </a:path>
              </a:pathLst>
            </a:custGeom>
            <a:solidFill>
              <a:srgbClr val="C6D5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5584484" y="2503818"/>
              <a:ext cx="131633" cy="254251"/>
            </a:xfrm>
            <a:custGeom>
              <a:avLst/>
              <a:gdLst/>
              <a:ahLst/>
              <a:cxnLst/>
              <a:rect l="l" t="t" r="r" b="b"/>
              <a:pathLst>
                <a:path w="3367" h="6503" extrusionOk="0">
                  <a:moveTo>
                    <a:pt x="1730" y="0"/>
                  </a:moveTo>
                  <a:cubicBezTo>
                    <a:pt x="1208" y="0"/>
                    <a:pt x="868" y="425"/>
                    <a:pt x="626" y="947"/>
                  </a:cubicBezTo>
                  <a:cubicBezTo>
                    <a:pt x="507" y="1215"/>
                    <a:pt x="402" y="1498"/>
                    <a:pt x="313" y="1781"/>
                  </a:cubicBezTo>
                  <a:cubicBezTo>
                    <a:pt x="0" y="3107"/>
                    <a:pt x="45" y="4239"/>
                    <a:pt x="477" y="5297"/>
                  </a:cubicBezTo>
                  <a:cubicBezTo>
                    <a:pt x="818" y="6086"/>
                    <a:pt x="1318" y="6503"/>
                    <a:pt x="1873" y="6503"/>
                  </a:cubicBezTo>
                  <a:cubicBezTo>
                    <a:pt x="2020" y="6503"/>
                    <a:pt x="2171" y="6474"/>
                    <a:pt x="2324" y="6414"/>
                  </a:cubicBezTo>
                  <a:cubicBezTo>
                    <a:pt x="3054" y="6116"/>
                    <a:pt x="3367" y="5357"/>
                    <a:pt x="3143" y="4225"/>
                  </a:cubicBezTo>
                  <a:cubicBezTo>
                    <a:pt x="2950" y="3286"/>
                    <a:pt x="2637" y="2377"/>
                    <a:pt x="2756" y="1364"/>
                  </a:cubicBezTo>
                  <a:cubicBezTo>
                    <a:pt x="2831" y="753"/>
                    <a:pt x="2592" y="202"/>
                    <a:pt x="2011" y="38"/>
                  </a:cubicBezTo>
                  <a:cubicBezTo>
                    <a:pt x="1912" y="12"/>
                    <a:pt x="1819" y="0"/>
                    <a:pt x="17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5618848" y="2355690"/>
              <a:ext cx="87377" cy="96532"/>
            </a:xfrm>
            <a:custGeom>
              <a:avLst/>
              <a:gdLst/>
              <a:ahLst/>
              <a:cxnLst/>
              <a:rect l="l" t="t" r="r" b="b"/>
              <a:pathLst>
                <a:path w="2235" h="2469" extrusionOk="0">
                  <a:moveTo>
                    <a:pt x="1233" y="1"/>
                  </a:moveTo>
                  <a:cubicBezTo>
                    <a:pt x="1056" y="1"/>
                    <a:pt x="868" y="69"/>
                    <a:pt x="670" y="207"/>
                  </a:cubicBezTo>
                  <a:cubicBezTo>
                    <a:pt x="119" y="609"/>
                    <a:pt x="0" y="1637"/>
                    <a:pt x="417" y="2144"/>
                  </a:cubicBezTo>
                  <a:cubicBezTo>
                    <a:pt x="577" y="2356"/>
                    <a:pt x="820" y="2469"/>
                    <a:pt x="1067" y="2469"/>
                  </a:cubicBezTo>
                  <a:cubicBezTo>
                    <a:pt x="1235" y="2469"/>
                    <a:pt x="1404" y="2417"/>
                    <a:pt x="1549" y="2308"/>
                  </a:cubicBezTo>
                  <a:cubicBezTo>
                    <a:pt x="2086" y="1906"/>
                    <a:pt x="2235" y="848"/>
                    <a:pt x="1832" y="326"/>
                  </a:cubicBezTo>
                  <a:cubicBezTo>
                    <a:pt x="1658" y="110"/>
                    <a:pt x="1455" y="1"/>
                    <a:pt x="12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6174338" y="1898440"/>
              <a:ext cx="782252" cy="1110213"/>
            </a:xfrm>
            <a:custGeom>
              <a:avLst/>
              <a:gdLst/>
              <a:ahLst/>
              <a:cxnLst/>
              <a:rect l="l" t="t" r="r" b="b"/>
              <a:pathLst>
                <a:path w="20009" h="28396" extrusionOk="0">
                  <a:moveTo>
                    <a:pt x="10459" y="7598"/>
                  </a:moveTo>
                  <a:cubicBezTo>
                    <a:pt x="10831" y="6407"/>
                    <a:pt x="11248" y="4902"/>
                    <a:pt x="12127" y="3666"/>
                  </a:cubicBezTo>
                  <a:cubicBezTo>
                    <a:pt x="12917" y="2533"/>
                    <a:pt x="14049" y="1312"/>
                    <a:pt x="15435" y="835"/>
                  </a:cubicBezTo>
                  <a:cubicBezTo>
                    <a:pt x="17878" y="1"/>
                    <a:pt x="20008" y="1699"/>
                    <a:pt x="19412" y="4306"/>
                  </a:cubicBezTo>
                  <a:cubicBezTo>
                    <a:pt x="19204" y="5051"/>
                    <a:pt x="18861" y="5751"/>
                    <a:pt x="18384" y="6362"/>
                  </a:cubicBezTo>
                  <a:cubicBezTo>
                    <a:pt x="16656" y="8701"/>
                    <a:pt x="13319" y="10533"/>
                    <a:pt x="10876" y="12068"/>
                  </a:cubicBezTo>
                  <a:cubicBezTo>
                    <a:pt x="10816" y="15330"/>
                    <a:pt x="11487" y="22407"/>
                    <a:pt x="12485" y="26176"/>
                  </a:cubicBezTo>
                  <a:cubicBezTo>
                    <a:pt x="12649" y="26786"/>
                    <a:pt x="13185" y="27948"/>
                    <a:pt x="12366" y="28172"/>
                  </a:cubicBezTo>
                  <a:cubicBezTo>
                    <a:pt x="11457" y="28395"/>
                    <a:pt x="11219" y="26295"/>
                    <a:pt x="11010" y="25178"/>
                  </a:cubicBezTo>
                  <a:cubicBezTo>
                    <a:pt x="10310" y="21453"/>
                    <a:pt x="9729" y="15047"/>
                    <a:pt x="9878" y="11934"/>
                  </a:cubicBezTo>
                  <a:cubicBezTo>
                    <a:pt x="7628" y="11785"/>
                    <a:pt x="5543" y="11189"/>
                    <a:pt x="3606" y="9878"/>
                  </a:cubicBezTo>
                  <a:cubicBezTo>
                    <a:pt x="2235" y="8939"/>
                    <a:pt x="552" y="7613"/>
                    <a:pt x="239" y="5647"/>
                  </a:cubicBezTo>
                  <a:cubicBezTo>
                    <a:pt x="1" y="4247"/>
                    <a:pt x="880" y="3055"/>
                    <a:pt x="2250" y="2682"/>
                  </a:cubicBezTo>
                  <a:cubicBezTo>
                    <a:pt x="5900" y="1654"/>
                    <a:pt x="9342" y="4470"/>
                    <a:pt x="10459" y="7598"/>
                  </a:cubicBezTo>
                  <a:close/>
                </a:path>
              </a:pathLst>
            </a:custGeom>
            <a:solidFill>
              <a:srgbClr val="7686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6685690" y="2361472"/>
              <a:ext cx="338445" cy="761893"/>
            </a:xfrm>
            <a:custGeom>
              <a:avLst/>
              <a:gdLst/>
              <a:ahLst/>
              <a:cxnLst/>
              <a:rect l="l" t="t" r="r" b="b"/>
              <a:pathLst>
                <a:path w="8657" h="19487" extrusionOk="0">
                  <a:moveTo>
                    <a:pt x="1222" y="522"/>
                  </a:moveTo>
                  <a:cubicBezTo>
                    <a:pt x="1893" y="179"/>
                    <a:pt x="2504" y="984"/>
                    <a:pt x="2846" y="1386"/>
                  </a:cubicBezTo>
                  <a:cubicBezTo>
                    <a:pt x="3442" y="2131"/>
                    <a:pt x="3889" y="3203"/>
                    <a:pt x="4142" y="4261"/>
                  </a:cubicBezTo>
                  <a:cubicBezTo>
                    <a:pt x="4694" y="3024"/>
                    <a:pt x="5453" y="1058"/>
                    <a:pt x="6630" y="328"/>
                  </a:cubicBezTo>
                  <a:cubicBezTo>
                    <a:pt x="7167" y="0"/>
                    <a:pt x="8120" y="15"/>
                    <a:pt x="8373" y="641"/>
                  </a:cubicBezTo>
                  <a:cubicBezTo>
                    <a:pt x="8656" y="1326"/>
                    <a:pt x="8269" y="2339"/>
                    <a:pt x="7941" y="2875"/>
                  </a:cubicBezTo>
                  <a:cubicBezTo>
                    <a:pt x="7092" y="4261"/>
                    <a:pt x="5424" y="5214"/>
                    <a:pt x="4336" y="6302"/>
                  </a:cubicBezTo>
                  <a:cubicBezTo>
                    <a:pt x="3874" y="9311"/>
                    <a:pt x="3293" y="12633"/>
                    <a:pt x="3457" y="16462"/>
                  </a:cubicBezTo>
                  <a:cubicBezTo>
                    <a:pt x="3487" y="17162"/>
                    <a:pt x="3815" y="19412"/>
                    <a:pt x="2965" y="19442"/>
                  </a:cubicBezTo>
                  <a:cubicBezTo>
                    <a:pt x="2116" y="19486"/>
                    <a:pt x="2146" y="17490"/>
                    <a:pt x="2146" y="16522"/>
                  </a:cubicBezTo>
                  <a:cubicBezTo>
                    <a:pt x="2146" y="13259"/>
                    <a:pt x="2370" y="10801"/>
                    <a:pt x="2965" y="7985"/>
                  </a:cubicBezTo>
                  <a:cubicBezTo>
                    <a:pt x="3055" y="7538"/>
                    <a:pt x="3368" y="6838"/>
                    <a:pt x="3338" y="6496"/>
                  </a:cubicBezTo>
                  <a:cubicBezTo>
                    <a:pt x="3293" y="6198"/>
                    <a:pt x="2667" y="5438"/>
                    <a:pt x="2459" y="5125"/>
                  </a:cubicBezTo>
                  <a:cubicBezTo>
                    <a:pt x="2146" y="4678"/>
                    <a:pt x="1848" y="4231"/>
                    <a:pt x="1580" y="3754"/>
                  </a:cubicBezTo>
                  <a:cubicBezTo>
                    <a:pt x="1073" y="2801"/>
                    <a:pt x="1" y="1147"/>
                    <a:pt x="1222" y="522"/>
                  </a:cubicBezTo>
                  <a:close/>
                </a:path>
              </a:pathLst>
            </a:custGeom>
            <a:solidFill>
              <a:srgbClr val="7686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7727748" y="2250683"/>
              <a:ext cx="151454" cy="304452"/>
            </a:xfrm>
            <a:custGeom>
              <a:avLst/>
              <a:gdLst/>
              <a:ahLst/>
              <a:cxnLst/>
              <a:rect l="l" t="t" r="r" b="b"/>
              <a:pathLst>
                <a:path w="3874" h="7787" extrusionOk="0">
                  <a:moveTo>
                    <a:pt x="1185" y="1"/>
                  </a:moveTo>
                  <a:cubicBezTo>
                    <a:pt x="1028" y="1"/>
                    <a:pt x="862" y="39"/>
                    <a:pt x="685" y="122"/>
                  </a:cubicBezTo>
                  <a:cubicBezTo>
                    <a:pt x="149" y="361"/>
                    <a:pt x="0" y="822"/>
                    <a:pt x="104" y="1359"/>
                  </a:cubicBezTo>
                  <a:cubicBezTo>
                    <a:pt x="164" y="1791"/>
                    <a:pt x="283" y="2238"/>
                    <a:pt x="447" y="2655"/>
                  </a:cubicBezTo>
                  <a:cubicBezTo>
                    <a:pt x="894" y="3787"/>
                    <a:pt x="1266" y="4949"/>
                    <a:pt x="1535" y="6141"/>
                  </a:cubicBezTo>
                  <a:cubicBezTo>
                    <a:pt x="1609" y="6454"/>
                    <a:pt x="1698" y="6752"/>
                    <a:pt x="1833" y="7035"/>
                  </a:cubicBezTo>
                  <a:cubicBezTo>
                    <a:pt x="1998" y="7449"/>
                    <a:pt x="2292" y="7786"/>
                    <a:pt x="2737" y="7786"/>
                  </a:cubicBezTo>
                  <a:cubicBezTo>
                    <a:pt x="2772" y="7786"/>
                    <a:pt x="2808" y="7784"/>
                    <a:pt x="2846" y="7780"/>
                  </a:cubicBezTo>
                  <a:cubicBezTo>
                    <a:pt x="3352" y="7735"/>
                    <a:pt x="3605" y="7362"/>
                    <a:pt x="3769" y="6811"/>
                  </a:cubicBezTo>
                  <a:cubicBezTo>
                    <a:pt x="3799" y="6618"/>
                    <a:pt x="3829" y="6424"/>
                    <a:pt x="3844" y="6230"/>
                  </a:cubicBezTo>
                  <a:cubicBezTo>
                    <a:pt x="3873" y="4547"/>
                    <a:pt x="3501" y="2893"/>
                    <a:pt x="2756" y="1389"/>
                  </a:cubicBezTo>
                  <a:cubicBezTo>
                    <a:pt x="2562" y="1031"/>
                    <a:pt x="2324" y="703"/>
                    <a:pt x="2026" y="420"/>
                  </a:cubicBezTo>
                  <a:cubicBezTo>
                    <a:pt x="1786" y="160"/>
                    <a:pt x="1506" y="1"/>
                    <a:pt x="11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0"/>
            <p:cNvSpPr/>
            <p:nvPr/>
          </p:nvSpPr>
          <p:spPr>
            <a:xfrm>
              <a:off x="7655032" y="2080271"/>
              <a:ext cx="98949" cy="106423"/>
            </a:xfrm>
            <a:custGeom>
              <a:avLst/>
              <a:gdLst/>
              <a:ahLst/>
              <a:cxnLst/>
              <a:rect l="l" t="t" r="r" b="b"/>
              <a:pathLst>
                <a:path w="2531" h="2722" extrusionOk="0">
                  <a:moveTo>
                    <a:pt x="928" y="1"/>
                  </a:moveTo>
                  <a:cubicBezTo>
                    <a:pt x="422" y="1"/>
                    <a:pt x="0" y="460"/>
                    <a:pt x="102" y="995"/>
                  </a:cubicBezTo>
                  <a:cubicBezTo>
                    <a:pt x="177" y="1666"/>
                    <a:pt x="579" y="2276"/>
                    <a:pt x="1175" y="2604"/>
                  </a:cubicBezTo>
                  <a:cubicBezTo>
                    <a:pt x="1302" y="2685"/>
                    <a:pt x="1441" y="2722"/>
                    <a:pt x="1577" y="2722"/>
                  </a:cubicBezTo>
                  <a:cubicBezTo>
                    <a:pt x="1922" y="2722"/>
                    <a:pt x="2252" y="2486"/>
                    <a:pt x="2337" y="2113"/>
                  </a:cubicBezTo>
                  <a:cubicBezTo>
                    <a:pt x="2531" y="1457"/>
                    <a:pt x="1845" y="221"/>
                    <a:pt x="1190" y="42"/>
                  </a:cubicBezTo>
                  <a:cubicBezTo>
                    <a:pt x="1102" y="14"/>
                    <a:pt x="1014" y="1"/>
                    <a:pt x="9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5928005" y="2737324"/>
              <a:ext cx="1304561" cy="726744"/>
            </a:xfrm>
            <a:custGeom>
              <a:avLst/>
              <a:gdLst/>
              <a:ahLst/>
              <a:cxnLst/>
              <a:rect l="l" t="t" r="r" b="b"/>
              <a:pathLst>
                <a:path w="33369" h="18588" extrusionOk="0">
                  <a:moveTo>
                    <a:pt x="5787" y="0"/>
                  </a:moveTo>
                  <a:cubicBezTo>
                    <a:pt x="3826" y="0"/>
                    <a:pt x="1890" y="255"/>
                    <a:pt x="0" y="844"/>
                  </a:cubicBezTo>
                  <a:cubicBezTo>
                    <a:pt x="104" y="934"/>
                    <a:pt x="209" y="1038"/>
                    <a:pt x="313" y="1127"/>
                  </a:cubicBezTo>
                  <a:cubicBezTo>
                    <a:pt x="864" y="1664"/>
                    <a:pt x="11710" y="7727"/>
                    <a:pt x="17847" y="11407"/>
                  </a:cubicBezTo>
                  <a:cubicBezTo>
                    <a:pt x="18130" y="11571"/>
                    <a:pt x="22942" y="14669"/>
                    <a:pt x="25192" y="15965"/>
                  </a:cubicBezTo>
                  <a:cubicBezTo>
                    <a:pt x="26771" y="16904"/>
                    <a:pt x="28454" y="17679"/>
                    <a:pt x="30197" y="18274"/>
                  </a:cubicBezTo>
                  <a:cubicBezTo>
                    <a:pt x="30495" y="18379"/>
                    <a:pt x="30793" y="18453"/>
                    <a:pt x="31091" y="18528"/>
                  </a:cubicBezTo>
                  <a:cubicBezTo>
                    <a:pt x="31251" y="18569"/>
                    <a:pt x="31407" y="18588"/>
                    <a:pt x="31557" y="18588"/>
                  </a:cubicBezTo>
                  <a:cubicBezTo>
                    <a:pt x="32607" y="18588"/>
                    <a:pt x="33369" y="17638"/>
                    <a:pt x="33251" y="16517"/>
                  </a:cubicBezTo>
                  <a:cubicBezTo>
                    <a:pt x="33162" y="15995"/>
                    <a:pt x="32968" y="15504"/>
                    <a:pt x="32670" y="15071"/>
                  </a:cubicBezTo>
                  <a:cubicBezTo>
                    <a:pt x="31732" y="13537"/>
                    <a:pt x="30510" y="12226"/>
                    <a:pt x="29229" y="10975"/>
                  </a:cubicBezTo>
                  <a:cubicBezTo>
                    <a:pt x="26875" y="8710"/>
                    <a:pt x="24313" y="6654"/>
                    <a:pt x="21587" y="4852"/>
                  </a:cubicBezTo>
                  <a:cubicBezTo>
                    <a:pt x="17728" y="2289"/>
                    <a:pt x="13304" y="680"/>
                    <a:pt x="8685" y="174"/>
                  </a:cubicBezTo>
                  <a:cubicBezTo>
                    <a:pt x="7715" y="61"/>
                    <a:pt x="6748" y="0"/>
                    <a:pt x="5787" y="0"/>
                  </a:cubicBezTo>
                  <a:close/>
                </a:path>
              </a:pathLst>
            </a:custGeom>
            <a:solidFill>
              <a:srgbClr val="7686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7624192" y="4037961"/>
              <a:ext cx="81355" cy="69471"/>
            </a:xfrm>
            <a:custGeom>
              <a:avLst/>
              <a:gdLst/>
              <a:ahLst/>
              <a:cxnLst/>
              <a:rect l="l" t="t" r="r" b="b"/>
              <a:pathLst>
                <a:path w="2444" h="2087" extrusionOk="0">
                  <a:moveTo>
                    <a:pt x="936" y="0"/>
                  </a:moveTo>
                  <a:cubicBezTo>
                    <a:pt x="562" y="0"/>
                    <a:pt x="220" y="138"/>
                    <a:pt x="120" y="496"/>
                  </a:cubicBezTo>
                  <a:cubicBezTo>
                    <a:pt x="1" y="764"/>
                    <a:pt x="1" y="1062"/>
                    <a:pt x="90" y="1331"/>
                  </a:cubicBezTo>
                  <a:cubicBezTo>
                    <a:pt x="150" y="1569"/>
                    <a:pt x="328" y="1778"/>
                    <a:pt x="537" y="1897"/>
                  </a:cubicBezTo>
                  <a:cubicBezTo>
                    <a:pt x="656" y="1956"/>
                    <a:pt x="746" y="2016"/>
                    <a:pt x="865" y="2046"/>
                  </a:cubicBezTo>
                  <a:cubicBezTo>
                    <a:pt x="966" y="2073"/>
                    <a:pt x="1071" y="2087"/>
                    <a:pt x="1175" y="2087"/>
                  </a:cubicBezTo>
                  <a:cubicBezTo>
                    <a:pt x="1408" y="2087"/>
                    <a:pt x="1642" y="2020"/>
                    <a:pt x="1848" y="1897"/>
                  </a:cubicBezTo>
                  <a:cubicBezTo>
                    <a:pt x="2265" y="1539"/>
                    <a:pt x="2444" y="764"/>
                    <a:pt x="1997" y="377"/>
                  </a:cubicBezTo>
                  <a:cubicBezTo>
                    <a:pt x="1781" y="161"/>
                    <a:pt x="1339" y="0"/>
                    <a:pt x="936" y="0"/>
                  </a:cubicBezTo>
                  <a:close/>
                </a:path>
              </a:pathLst>
            </a:custGeom>
            <a:solidFill>
              <a:srgbClr val="C6D5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F777EA7-1DDF-8DA9-3D23-2E82ABB5C8C8}"/>
              </a:ext>
            </a:extLst>
          </p:cNvPr>
          <p:cNvSpPr/>
          <p:nvPr/>
        </p:nvSpPr>
        <p:spPr>
          <a:xfrm rot="16200000">
            <a:off x="3977065" y="-507952"/>
            <a:ext cx="3203001" cy="5946797"/>
          </a:xfrm>
          <a:custGeom>
            <a:avLst/>
            <a:gdLst>
              <a:gd name="connsiteX0" fmla="*/ 4270668 w 4270668"/>
              <a:gd name="connsiteY0" fmla="*/ 7929063 h 7929063"/>
              <a:gd name="connsiteX1" fmla="*/ 0 w 4270668"/>
              <a:gd name="connsiteY1" fmla="*/ 7929063 h 7929063"/>
              <a:gd name="connsiteX2" fmla="*/ 1746418 w 4270668"/>
              <a:gd name="connsiteY2" fmla="*/ 0 h 7929063"/>
              <a:gd name="connsiteX3" fmla="*/ 2524250 w 4270668"/>
              <a:gd name="connsiteY3" fmla="*/ 0 h 7929063"/>
              <a:gd name="connsiteX4" fmla="*/ 4270668 w 4270668"/>
              <a:gd name="connsiteY4" fmla="*/ 7929063 h 7929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70668" h="7929063">
                <a:moveTo>
                  <a:pt x="4270668" y="7929063"/>
                </a:moveTo>
                <a:lnTo>
                  <a:pt x="0" y="7929063"/>
                </a:lnTo>
                <a:lnTo>
                  <a:pt x="1746418" y="0"/>
                </a:lnTo>
                <a:lnTo>
                  <a:pt x="2524250" y="0"/>
                </a:lnTo>
                <a:lnTo>
                  <a:pt x="4270668" y="792906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5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44A302-C828-4B25-F47B-E0D9DF12553F}"/>
              </a:ext>
            </a:extLst>
          </p:cNvPr>
          <p:cNvSpPr txBox="1"/>
          <p:nvPr/>
        </p:nvSpPr>
        <p:spPr>
          <a:xfrm>
            <a:off x="2919841" y="2091226"/>
            <a:ext cx="791280" cy="7315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4500" b="1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01</a:t>
            </a:r>
            <a:endParaRPr lang="en-US" sz="4500" b="1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CEF68D-D46E-EE0C-D952-9497326CA070}"/>
              </a:ext>
            </a:extLst>
          </p:cNvPr>
          <p:cNvSpPr/>
          <p:nvPr/>
        </p:nvSpPr>
        <p:spPr>
          <a:xfrm>
            <a:off x="4360180" y="2431964"/>
            <a:ext cx="2845013" cy="51009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ea typeface="Segoe UI Black" panose="020B0A02040204020203" pitchFamily="34" charset="0"/>
              </a:rPr>
              <a:t>ITENS DA LISTA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5DCD7D8-EE5A-3335-0AC7-A65044280486}"/>
              </a:ext>
            </a:extLst>
          </p:cNvPr>
          <p:cNvGrpSpPr/>
          <p:nvPr/>
        </p:nvGrpSpPr>
        <p:grpSpPr>
          <a:xfrm rot="5400000">
            <a:off x="1421263" y="1497511"/>
            <a:ext cx="607756" cy="1919733"/>
            <a:chOff x="1582583" y="3927439"/>
            <a:chExt cx="810341" cy="255964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5361548-12F3-0E4F-1F8C-C2DB04D86935}"/>
                </a:ext>
              </a:extLst>
            </p:cNvPr>
            <p:cNvSpPr/>
            <p:nvPr/>
          </p:nvSpPr>
          <p:spPr>
            <a:xfrm rot="16200000">
              <a:off x="1676485" y="5029862"/>
              <a:ext cx="157337" cy="123963"/>
            </a:xfrm>
            <a:custGeom>
              <a:avLst/>
              <a:gdLst>
                <a:gd name="connsiteX0" fmla="*/ 260318 w 314325"/>
                <a:gd name="connsiteY0" fmla="*/ 247650 h 247650"/>
                <a:gd name="connsiteX1" fmla="*/ 54007 w 314325"/>
                <a:gd name="connsiteY1" fmla="*/ 247650 h 247650"/>
                <a:gd name="connsiteX2" fmla="*/ 0 w 314325"/>
                <a:gd name="connsiteY2" fmla="*/ 193643 h 247650"/>
                <a:gd name="connsiteX3" fmla="*/ 0 w 314325"/>
                <a:gd name="connsiteY3" fmla="*/ 54007 h 247650"/>
                <a:gd name="connsiteX4" fmla="*/ 54007 w 314325"/>
                <a:gd name="connsiteY4" fmla="*/ 0 h 247650"/>
                <a:gd name="connsiteX5" fmla="*/ 260318 w 314325"/>
                <a:gd name="connsiteY5" fmla="*/ 0 h 247650"/>
                <a:gd name="connsiteX6" fmla="*/ 314325 w 314325"/>
                <a:gd name="connsiteY6" fmla="*/ 54007 h 247650"/>
                <a:gd name="connsiteX7" fmla="*/ 314325 w 314325"/>
                <a:gd name="connsiteY7" fmla="*/ 193643 h 247650"/>
                <a:gd name="connsiteX8" fmla="*/ 260318 w 314325"/>
                <a:gd name="connsiteY8" fmla="*/ 24765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4325" h="247650">
                  <a:moveTo>
                    <a:pt x="260318" y="247650"/>
                  </a:moveTo>
                  <a:lnTo>
                    <a:pt x="54007" y="247650"/>
                  </a:lnTo>
                  <a:cubicBezTo>
                    <a:pt x="24289" y="247650"/>
                    <a:pt x="0" y="223361"/>
                    <a:pt x="0" y="193643"/>
                  </a:cubicBezTo>
                  <a:lnTo>
                    <a:pt x="0" y="54007"/>
                  </a:lnTo>
                  <a:cubicBezTo>
                    <a:pt x="0" y="24289"/>
                    <a:pt x="24289" y="0"/>
                    <a:pt x="54007" y="0"/>
                  </a:cubicBezTo>
                  <a:lnTo>
                    <a:pt x="260318" y="0"/>
                  </a:lnTo>
                  <a:cubicBezTo>
                    <a:pt x="290036" y="0"/>
                    <a:pt x="314325" y="24289"/>
                    <a:pt x="314325" y="54007"/>
                  </a:cubicBezTo>
                  <a:lnTo>
                    <a:pt x="314325" y="193643"/>
                  </a:lnTo>
                  <a:cubicBezTo>
                    <a:pt x="314325" y="223361"/>
                    <a:pt x="290036" y="247650"/>
                    <a:pt x="260318" y="24765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251F580-D1B9-AC69-D45A-7A0C130A9B17}"/>
                </a:ext>
              </a:extLst>
            </p:cNvPr>
            <p:cNvSpPr/>
            <p:nvPr/>
          </p:nvSpPr>
          <p:spPr>
            <a:xfrm rot="16200000">
              <a:off x="1315180" y="5280511"/>
              <a:ext cx="1335764" cy="519368"/>
            </a:xfrm>
            <a:custGeom>
              <a:avLst/>
              <a:gdLst>
                <a:gd name="connsiteX0" fmla="*/ 2629662 w 2905125"/>
                <a:gd name="connsiteY0" fmla="*/ 0 h 790575"/>
                <a:gd name="connsiteX1" fmla="*/ 2428875 w 2905125"/>
                <a:gd name="connsiteY1" fmla="*/ 95250 h 790575"/>
                <a:gd name="connsiteX2" fmla="*/ 2228088 w 2905125"/>
                <a:gd name="connsiteY2" fmla="*/ 0 h 790575"/>
                <a:gd name="connsiteX3" fmla="*/ 0 w 2905125"/>
                <a:gd name="connsiteY3" fmla="*/ 0 h 790575"/>
                <a:gd name="connsiteX4" fmla="*/ 0 w 2905125"/>
                <a:gd name="connsiteY4" fmla="*/ 790575 h 790575"/>
                <a:gd name="connsiteX5" fmla="*/ 2905125 w 2905125"/>
                <a:gd name="connsiteY5" fmla="*/ 790575 h 790575"/>
                <a:gd name="connsiteX6" fmla="*/ 2905125 w 2905125"/>
                <a:gd name="connsiteY6" fmla="*/ 0 h 790575"/>
                <a:gd name="connsiteX7" fmla="*/ 2629662 w 2905125"/>
                <a:gd name="connsiteY7" fmla="*/ 0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05125" h="790575">
                  <a:moveTo>
                    <a:pt x="2629662" y="0"/>
                  </a:moveTo>
                  <a:cubicBezTo>
                    <a:pt x="2603849" y="55054"/>
                    <a:pt x="2523744" y="95250"/>
                    <a:pt x="2428875" y="95250"/>
                  </a:cubicBezTo>
                  <a:cubicBezTo>
                    <a:pt x="2334006" y="95250"/>
                    <a:pt x="2253806" y="55054"/>
                    <a:pt x="2228088" y="0"/>
                  </a:cubicBezTo>
                  <a:lnTo>
                    <a:pt x="0" y="0"/>
                  </a:lnTo>
                  <a:lnTo>
                    <a:pt x="0" y="790575"/>
                  </a:lnTo>
                  <a:lnTo>
                    <a:pt x="2905125" y="790575"/>
                  </a:lnTo>
                  <a:lnTo>
                    <a:pt x="2905125" y="0"/>
                  </a:lnTo>
                  <a:lnTo>
                    <a:pt x="2629662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1F7915F-BC1B-41B4-C8EC-8F83A8DC303F}"/>
                </a:ext>
              </a:extLst>
            </p:cNvPr>
            <p:cNvSpPr/>
            <p:nvPr/>
          </p:nvSpPr>
          <p:spPr>
            <a:xfrm rot="16200000">
              <a:off x="1748595" y="4278043"/>
              <a:ext cx="481448" cy="807211"/>
            </a:xfrm>
            <a:custGeom>
              <a:avLst/>
              <a:gdLst>
                <a:gd name="connsiteX0" fmla="*/ 690563 w 732853"/>
                <a:gd name="connsiteY0" fmla="*/ 0 h 1228725"/>
                <a:gd name="connsiteX1" fmla="*/ 76200 w 732853"/>
                <a:gd name="connsiteY1" fmla="*/ 209550 h 1228725"/>
                <a:gd name="connsiteX2" fmla="*/ 76200 w 732853"/>
                <a:gd name="connsiteY2" fmla="*/ 210312 h 1228725"/>
                <a:gd name="connsiteX3" fmla="*/ 0 w 732853"/>
                <a:gd name="connsiteY3" fmla="*/ 604838 h 1228725"/>
                <a:gd name="connsiteX4" fmla="*/ 76200 w 732853"/>
                <a:gd name="connsiteY4" fmla="*/ 999363 h 1228725"/>
                <a:gd name="connsiteX5" fmla="*/ 76200 w 732853"/>
                <a:gd name="connsiteY5" fmla="*/ 1000125 h 1228725"/>
                <a:gd name="connsiteX6" fmla="*/ 690563 w 732853"/>
                <a:gd name="connsiteY6" fmla="*/ 1228725 h 1228725"/>
                <a:gd name="connsiteX7" fmla="*/ 732854 w 732853"/>
                <a:gd name="connsiteY7" fmla="*/ 38290 h 1228725"/>
                <a:gd name="connsiteX8" fmla="*/ 690563 w 732853"/>
                <a:gd name="connsiteY8" fmla="*/ 0 h 12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853" h="1228725">
                  <a:moveTo>
                    <a:pt x="690563" y="0"/>
                  </a:moveTo>
                  <a:lnTo>
                    <a:pt x="76200" y="209550"/>
                  </a:lnTo>
                  <a:lnTo>
                    <a:pt x="76200" y="210312"/>
                  </a:lnTo>
                  <a:cubicBezTo>
                    <a:pt x="33719" y="222313"/>
                    <a:pt x="0" y="394335"/>
                    <a:pt x="0" y="604838"/>
                  </a:cubicBezTo>
                  <a:cubicBezTo>
                    <a:pt x="0" y="815340"/>
                    <a:pt x="33719" y="987362"/>
                    <a:pt x="76200" y="999363"/>
                  </a:cubicBezTo>
                  <a:lnTo>
                    <a:pt x="76200" y="1000125"/>
                  </a:lnTo>
                  <a:lnTo>
                    <a:pt x="690563" y="1228725"/>
                  </a:lnTo>
                  <a:lnTo>
                    <a:pt x="732854" y="38290"/>
                  </a:lnTo>
                  <a:lnTo>
                    <a:pt x="690563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9037283-961E-A84D-D90E-802DA0FD4C47}"/>
                </a:ext>
              </a:extLst>
            </p:cNvPr>
            <p:cNvSpPr/>
            <p:nvPr/>
          </p:nvSpPr>
          <p:spPr>
            <a:xfrm rot="16200000">
              <a:off x="1713990" y="6189856"/>
              <a:ext cx="256555" cy="287842"/>
            </a:xfrm>
            <a:custGeom>
              <a:avLst/>
              <a:gdLst>
                <a:gd name="connsiteX0" fmla="*/ 336518 w 390525"/>
                <a:gd name="connsiteY0" fmla="*/ 0 h 438150"/>
                <a:gd name="connsiteX1" fmla="*/ 54007 w 390525"/>
                <a:gd name="connsiteY1" fmla="*/ 0 h 438150"/>
                <a:gd name="connsiteX2" fmla="*/ 0 w 390525"/>
                <a:gd name="connsiteY2" fmla="*/ 54007 h 438150"/>
                <a:gd name="connsiteX3" fmla="*/ 0 w 390525"/>
                <a:gd name="connsiteY3" fmla="*/ 384143 h 438150"/>
                <a:gd name="connsiteX4" fmla="*/ 54007 w 390525"/>
                <a:gd name="connsiteY4" fmla="*/ 438150 h 438150"/>
                <a:gd name="connsiteX5" fmla="*/ 336518 w 390525"/>
                <a:gd name="connsiteY5" fmla="*/ 438150 h 438150"/>
                <a:gd name="connsiteX6" fmla="*/ 390525 w 390525"/>
                <a:gd name="connsiteY6" fmla="*/ 384143 h 438150"/>
                <a:gd name="connsiteX7" fmla="*/ 390525 w 390525"/>
                <a:gd name="connsiteY7" fmla="*/ 54007 h 438150"/>
                <a:gd name="connsiteX8" fmla="*/ 336518 w 390525"/>
                <a:gd name="connsiteY8" fmla="*/ 0 h 438150"/>
                <a:gd name="connsiteX9" fmla="*/ 80963 w 390525"/>
                <a:gd name="connsiteY9" fmla="*/ 114300 h 438150"/>
                <a:gd name="connsiteX10" fmla="*/ 47625 w 390525"/>
                <a:gd name="connsiteY10" fmla="*/ 80963 h 438150"/>
                <a:gd name="connsiteX11" fmla="*/ 80963 w 390525"/>
                <a:gd name="connsiteY11" fmla="*/ 47625 h 438150"/>
                <a:gd name="connsiteX12" fmla="*/ 114300 w 390525"/>
                <a:gd name="connsiteY12" fmla="*/ 80963 h 438150"/>
                <a:gd name="connsiteX13" fmla="*/ 80963 w 390525"/>
                <a:gd name="connsiteY13" fmla="*/ 114300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0525" h="438150">
                  <a:moveTo>
                    <a:pt x="336518" y="0"/>
                  </a:moveTo>
                  <a:lnTo>
                    <a:pt x="54007" y="0"/>
                  </a:lnTo>
                  <a:cubicBezTo>
                    <a:pt x="24289" y="0"/>
                    <a:pt x="0" y="24289"/>
                    <a:pt x="0" y="54007"/>
                  </a:cubicBezTo>
                  <a:lnTo>
                    <a:pt x="0" y="384143"/>
                  </a:lnTo>
                  <a:cubicBezTo>
                    <a:pt x="0" y="413861"/>
                    <a:pt x="24289" y="438150"/>
                    <a:pt x="54007" y="438150"/>
                  </a:cubicBezTo>
                  <a:lnTo>
                    <a:pt x="336518" y="438150"/>
                  </a:lnTo>
                  <a:cubicBezTo>
                    <a:pt x="366236" y="438150"/>
                    <a:pt x="390525" y="413861"/>
                    <a:pt x="390525" y="384143"/>
                  </a:cubicBezTo>
                  <a:lnTo>
                    <a:pt x="390525" y="54007"/>
                  </a:lnTo>
                  <a:cubicBezTo>
                    <a:pt x="390525" y="24289"/>
                    <a:pt x="366236" y="0"/>
                    <a:pt x="336518" y="0"/>
                  </a:cubicBezTo>
                  <a:close/>
                  <a:moveTo>
                    <a:pt x="80963" y="114300"/>
                  </a:moveTo>
                  <a:cubicBezTo>
                    <a:pt x="62579" y="114300"/>
                    <a:pt x="47625" y="99346"/>
                    <a:pt x="47625" y="80963"/>
                  </a:cubicBezTo>
                  <a:cubicBezTo>
                    <a:pt x="47625" y="62579"/>
                    <a:pt x="62579" y="47625"/>
                    <a:pt x="80963" y="47625"/>
                  </a:cubicBezTo>
                  <a:cubicBezTo>
                    <a:pt x="99346" y="47625"/>
                    <a:pt x="114300" y="62579"/>
                    <a:pt x="114300" y="80963"/>
                  </a:cubicBezTo>
                  <a:cubicBezTo>
                    <a:pt x="114300" y="99346"/>
                    <a:pt x="99346" y="114300"/>
                    <a:pt x="80963" y="11430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D49CBB8-85FB-184F-DC30-F222EFB5AB0E}"/>
                </a:ext>
              </a:extLst>
            </p:cNvPr>
            <p:cNvSpPr/>
            <p:nvPr/>
          </p:nvSpPr>
          <p:spPr>
            <a:xfrm rot="16200000">
              <a:off x="1717119" y="3871123"/>
              <a:ext cx="541268" cy="810339"/>
            </a:xfrm>
            <a:custGeom>
              <a:avLst/>
              <a:gdLst>
                <a:gd name="connsiteX0" fmla="*/ 119063 w 823912"/>
                <a:gd name="connsiteY0" fmla="*/ 4763 h 1233487"/>
                <a:gd name="connsiteX1" fmla="*/ 0 w 823912"/>
                <a:gd name="connsiteY1" fmla="*/ 619125 h 1233487"/>
                <a:gd name="connsiteX2" fmla="*/ 119063 w 823912"/>
                <a:gd name="connsiteY2" fmla="*/ 1233488 h 1233487"/>
                <a:gd name="connsiteX3" fmla="*/ 823913 w 823912"/>
                <a:gd name="connsiteY3" fmla="*/ 1228725 h 1233487"/>
                <a:gd name="connsiteX4" fmla="*/ 823913 w 823912"/>
                <a:gd name="connsiteY4" fmla="*/ 0 h 1233487"/>
                <a:gd name="connsiteX5" fmla="*/ 119063 w 823912"/>
                <a:gd name="connsiteY5" fmla="*/ 4763 h 1233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3912" h="1233487">
                  <a:moveTo>
                    <a:pt x="119063" y="4763"/>
                  </a:moveTo>
                  <a:cubicBezTo>
                    <a:pt x="53340" y="4763"/>
                    <a:pt x="0" y="279844"/>
                    <a:pt x="0" y="619125"/>
                  </a:cubicBezTo>
                  <a:cubicBezTo>
                    <a:pt x="0" y="958405"/>
                    <a:pt x="53340" y="1233488"/>
                    <a:pt x="119063" y="1233488"/>
                  </a:cubicBezTo>
                  <a:lnTo>
                    <a:pt x="823913" y="1228725"/>
                  </a:lnTo>
                  <a:lnTo>
                    <a:pt x="823913" y="0"/>
                  </a:lnTo>
                  <a:lnTo>
                    <a:pt x="119063" y="476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65AB00E-A543-3894-6A7A-208AFEA06A5A}"/>
                </a:ext>
              </a:extLst>
            </p:cNvPr>
            <p:cNvSpPr/>
            <p:nvPr/>
          </p:nvSpPr>
          <p:spPr>
            <a:xfrm rot="16200000">
              <a:off x="1907972" y="3602051"/>
              <a:ext cx="156436" cy="807211"/>
            </a:xfrm>
            <a:custGeom>
              <a:avLst/>
              <a:gdLst>
                <a:gd name="connsiteX0" fmla="*/ 238125 w 238125"/>
                <a:gd name="connsiteY0" fmla="*/ 614363 h 1228725"/>
                <a:gd name="connsiteX1" fmla="*/ 119063 w 238125"/>
                <a:gd name="connsiteY1" fmla="*/ 1228725 h 1228725"/>
                <a:gd name="connsiteX2" fmla="*/ 0 w 238125"/>
                <a:gd name="connsiteY2" fmla="*/ 614363 h 1228725"/>
                <a:gd name="connsiteX3" fmla="*/ 119063 w 238125"/>
                <a:gd name="connsiteY3" fmla="*/ 0 h 1228725"/>
                <a:gd name="connsiteX4" fmla="*/ 238125 w 238125"/>
                <a:gd name="connsiteY4" fmla="*/ 614363 h 12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125" h="1228725">
                  <a:moveTo>
                    <a:pt x="238125" y="614363"/>
                  </a:moveTo>
                  <a:cubicBezTo>
                    <a:pt x="238125" y="953666"/>
                    <a:pt x="184819" y="1228725"/>
                    <a:pt x="119063" y="1228725"/>
                  </a:cubicBezTo>
                  <a:cubicBezTo>
                    <a:pt x="53306" y="1228725"/>
                    <a:pt x="0" y="953666"/>
                    <a:pt x="0" y="614363"/>
                  </a:cubicBezTo>
                  <a:cubicBezTo>
                    <a:pt x="0" y="275059"/>
                    <a:pt x="53306" y="0"/>
                    <a:pt x="119063" y="0"/>
                  </a:cubicBezTo>
                  <a:cubicBezTo>
                    <a:pt x="184819" y="0"/>
                    <a:pt x="238125" y="275059"/>
                    <a:pt x="238125" y="61436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8B347A7-264F-C42C-5102-69F15328718B}"/>
                </a:ext>
              </a:extLst>
            </p:cNvPr>
            <p:cNvSpPr/>
            <p:nvPr/>
          </p:nvSpPr>
          <p:spPr>
            <a:xfrm rot="16200000">
              <a:off x="1926743" y="3639596"/>
              <a:ext cx="118892" cy="719606"/>
            </a:xfrm>
            <a:custGeom>
              <a:avLst/>
              <a:gdLst>
                <a:gd name="connsiteX0" fmla="*/ 180975 w 180975"/>
                <a:gd name="connsiteY0" fmla="*/ 547688 h 1095375"/>
                <a:gd name="connsiteX1" fmla="*/ 90488 w 180975"/>
                <a:gd name="connsiteY1" fmla="*/ 1095375 h 1095375"/>
                <a:gd name="connsiteX2" fmla="*/ 0 w 180975"/>
                <a:gd name="connsiteY2" fmla="*/ 547688 h 1095375"/>
                <a:gd name="connsiteX3" fmla="*/ 90488 w 180975"/>
                <a:gd name="connsiteY3" fmla="*/ 0 h 1095375"/>
                <a:gd name="connsiteX4" fmla="*/ 180975 w 180975"/>
                <a:gd name="connsiteY4" fmla="*/ 547688 h 109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975" h="1095375">
                  <a:moveTo>
                    <a:pt x="180975" y="547688"/>
                  </a:moveTo>
                  <a:cubicBezTo>
                    <a:pt x="180975" y="850167"/>
                    <a:pt x="140462" y="1095375"/>
                    <a:pt x="90488" y="1095375"/>
                  </a:cubicBezTo>
                  <a:cubicBezTo>
                    <a:pt x="40513" y="1095375"/>
                    <a:pt x="0" y="850167"/>
                    <a:pt x="0" y="547688"/>
                  </a:cubicBezTo>
                  <a:cubicBezTo>
                    <a:pt x="0" y="245208"/>
                    <a:pt x="40513" y="0"/>
                    <a:pt x="90488" y="0"/>
                  </a:cubicBezTo>
                  <a:cubicBezTo>
                    <a:pt x="140462" y="0"/>
                    <a:pt x="180975" y="245208"/>
                    <a:pt x="180975" y="54768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49A0EDA-68F7-9C7A-9311-CEA8E0E11BEA}"/>
                </a:ext>
              </a:extLst>
            </p:cNvPr>
            <p:cNvSpPr/>
            <p:nvPr/>
          </p:nvSpPr>
          <p:spPr>
            <a:xfrm rot="16200000">
              <a:off x="1860007" y="5881962"/>
              <a:ext cx="254427" cy="613416"/>
            </a:xfrm>
            <a:custGeom>
              <a:avLst/>
              <a:gdLst>
                <a:gd name="connsiteX0" fmla="*/ 387287 w 387286"/>
                <a:gd name="connsiteY0" fmla="*/ 65246 h 933735"/>
                <a:gd name="connsiteX1" fmla="*/ 347663 w 387286"/>
                <a:gd name="connsiteY1" fmla="*/ 0 h 933735"/>
                <a:gd name="connsiteX2" fmla="*/ 241364 w 387286"/>
                <a:gd name="connsiteY2" fmla="*/ 65246 h 933735"/>
                <a:gd name="connsiteX3" fmla="*/ 0 w 387286"/>
                <a:gd name="connsiteY3" fmla="*/ 65246 h 933735"/>
                <a:gd name="connsiteX4" fmla="*/ 0 w 387286"/>
                <a:gd name="connsiteY4" fmla="*/ 855821 h 933735"/>
                <a:gd name="connsiteX5" fmla="*/ 241364 w 387286"/>
                <a:gd name="connsiteY5" fmla="*/ 855821 h 933735"/>
                <a:gd name="connsiteX6" fmla="*/ 241364 w 387286"/>
                <a:gd name="connsiteY6" fmla="*/ 886206 h 933735"/>
                <a:gd name="connsiteX7" fmla="*/ 347663 w 387286"/>
                <a:gd name="connsiteY7" fmla="*/ 933736 h 933735"/>
                <a:gd name="connsiteX8" fmla="*/ 383381 w 387286"/>
                <a:gd name="connsiteY8" fmla="*/ 855726 h 933735"/>
                <a:gd name="connsiteX9" fmla="*/ 342900 w 387286"/>
                <a:gd name="connsiteY9" fmla="*/ 466725 h 933735"/>
                <a:gd name="connsiteX10" fmla="*/ 387287 w 387286"/>
                <a:gd name="connsiteY10" fmla="*/ 65246 h 93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86" h="933735">
                  <a:moveTo>
                    <a:pt x="387287" y="65246"/>
                  </a:moveTo>
                  <a:lnTo>
                    <a:pt x="347663" y="0"/>
                  </a:lnTo>
                  <a:lnTo>
                    <a:pt x="241364" y="65246"/>
                  </a:lnTo>
                  <a:lnTo>
                    <a:pt x="0" y="65246"/>
                  </a:lnTo>
                  <a:lnTo>
                    <a:pt x="0" y="855821"/>
                  </a:lnTo>
                  <a:lnTo>
                    <a:pt x="241364" y="855821"/>
                  </a:lnTo>
                  <a:lnTo>
                    <a:pt x="241364" y="886206"/>
                  </a:lnTo>
                  <a:lnTo>
                    <a:pt x="347663" y="933736"/>
                  </a:lnTo>
                  <a:lnTo>
                    <a:pt x="383381" y="855726"/>
                  </a:lnTo>
                  <a:cubicBezTo>
                    <a:pt x="358997" y="772097"/>
                    <a:pt x="342900" y="629126"/>
                    <a:pt x="342900" y="466725"/>
                  </a:cubicBezTo>
                  <a:cubicBezTo>
                    <a:pt x="342900" y="295942"/>
                    <a:pt x="360712" y="146590"/>
                    <a:pt x="387287" y="6524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5C3482-2F17-43CD-93C4-3E91DF7A8C3D}"/>
                </a:ext>
              </a:extLst>
            </p:cNvPr>
            <p:cNvSpPr/>
            <p:nvPr/>
          </p:nvSpPr>
          <p:spPr>
            <a:xfrm rot="16200000">
              <a:off x="1785418" y="5978573"/>
              <a:ext cx="403605" cy="613416"/>
            </a:xfrm>
            <a:custGeom>
              <a:avLst/>
              <a:gdLst>
                <a:gd name="connsiteX0" fmla="*/ 523875 w 614362"/>
                <a:gd name="connsiteY0" fmla="*/ 466915 h 933735"/>
                <a:gd name="connsiteX1" fmla="*/ 614363 w 614362"/>
                <a:gd name="connsiteY1" fmla="*/ 0 h 933735"/>
                <a:gd name="connsiteX2" fmla="*/ 345186 w 614362"/>
                <a:gd name="connsiteY2" fmla="*/ 0 h 933735"/>
                <a:gd name="connsiteX3" fmla="*/ 5715 w 614362"/>
                <a:gd name="connsiteY3" fmla="*/ 303371 h 933735"/>
                <a:gd name="connsiteX4" fmla="*/ 0 w 614362"/>
                <a:gd name="connsiteY4" fmla="*/ 466820 h 933735"/>
                <a:gd name="connsiteX5" fmla="*/ 90488 w 614362"/>
                <a:gd name="connsiteY5" fmla="*/ 933736 h 933735"/>
                <a:gd name="connsiteX6" fmla="*/ 614363 w 614362"/>
                <a:gd name="connsiteY6" fmla="*/ 933736 h 933735"/>
                <a:gd name="connsiteX7" fmla="*/ 523875 w 614362"/>
                <a:gd name="connsiteY7" fmla="*/ 466915 h 93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4362" h="933735">
                  <a:moveTo>
                    <a:pt x="523875" y="466915"/>
                  </a:moveTo>
                  <a:cubicBezTo>
                    <a:pt x="523875" y="209074"/>
                    <a:pt x="564356" y="0"/>
                    <a:pt x="614363" y="0"/>
                  </a:cubicBezTo>
                  <a:lnTo>
                    <a:pt x="345186" y="0"/>
                  </a:lnTo>
                  <a:lnTo>
                    <a:pt x="5715" y="303371"/>
                  </a:lnTo>
                  <a:cubicBezTo>
                    <a:pt x="2000" y="354235"/>
                    <a:pt x="0" y="409289"/>
                    <a:pt x="0" y="466820"/>
                  </a:cubicBezTo>
                  <a:cubicBezTo>
                    <a:pt x="0" y="724662"/>
                    <a:pt x="40481" y="933736"/>
                    <a:pt x="90488" y="933736"/>
                  </a:cubicBezTo>
                  <a:lnTo>
                    <a:pt x="614363" y="933736"/>
                  </a:lnTo>
                  <a:cubicBezTo>
                    <a:pt x="564356" y="933831"/>
                    <a:pt x="523875" y="724757"/>
                    <a:pt x="523875" y="46691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</p:grpSp>
    </p:spTree>
    <p:extLst>
      <p:ext uri="{BB962C8B-B14F-4D97-AF65-F5344CB8AC3E}">
        <p14:creationId xmlns:p14="http://schemas.microsoft.com/office/powerpoint/2010/main" val="860944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1C7A591-5C53-E547-905F-7A79402E80E4}"/>
              </a:ext>
            </a:extLst>
          </p:cNvPr>
          <p:cNvSpPr/>
          <p:nvPr/>
        </p:nvSpPr>
        <p:spPr>
          <a:xfrm>
            <a:off x="435769" y="1331951"/>
            <a:ext cx="1219200" cy="1219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8475DF-258B-6F4F-9505-BEC4D81D3374}"/>
              </a:ext>
            </a:extLst>
          </p:cNvPr>
          <p:cNvSpPr/>
          <p:nvPr/>
        </p:nvSpPr>
        <p:spPr>
          <a:xfrm>
            <a:off x="2157413" y="1331951"/>
            <a:ext cx="1219200" cy="1219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F1529AE-AC02-AB42-B160-1610FB7BCAC1}"/>
              </a:ext>
            </a:extLst>
          </p:cNvPr>
          <p:cNvSpPr/>
          <p:nvPr/>
        </p:nvSpPr>
        <p:spPr>
          <a:xfrm>
            <a:off x="3929064" y="1387552"/>
            <a:ext cx="1219200" cy="1219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FF4A70-0BB5-FC49-AB2B-BECAC92741C4}"/>
              </a:ext>
            </a:extLst>
          </p:cNvPr>
          <p:cNvCxnSpPr>
            <a:cxnSpLocks/>
          </p:cNvCxnSpPr>
          <p:nvPr/>
        </p:nvCxnSpPr>
        <p:spPr>
          <a:xfrm>
            <a:off x="3381375" y="3422768"/>
            <a:ext cx="0" cy="128258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755BC2-02DA-E648-9E66-DB0219028E91}"/>
              </a:ext>
            </a:extLst>
          </p:cNvPr>
          <p:cNvCxnSpPr>
            <a:cxnSpLocks/>
          </p:cNvCxnSpPr>
          <p:nvPr/>
        </p:nvCxnSpPr>
        <p:spPr>
          <a:xfrm>
            <a:off x="5724525" y="3422768"/>
            <a:ext cx="0" cy="128258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non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riangle 17">
            <a:extLst>
              <a:ext uri="{FF2B5EF4-FFF2-40B4-BE49-F238E27FC236}">
                <a16:creationId xmlns:a16="http://schemas.microsoft.com/office/drawing/2014/main" id="{325B9C8B-5E36-3343-B819-30CD6FCF1B15}"/>
              </a:ext>
            </a:extLst>
          </p:cNvPr>
          <p:cNvSpPr/>
          <p:nvPr/>
        </p:nvSpPr>
        <p:spPr>
          <a:xfrm rot="16200000">
            <a:off x="8800423" y="307697"/>
            <a:ext cx="164521" cy="122827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98BAD9-5E93-991F-6036-738FA46BA3A7}"/>
              </a:ext>
            </a:extLst>
          </p:cNvPr>
          <p:cNvSpPr txBox="1"/>
          <p:nvPr/>
        </p:nvSpPr>
        <p:spPr>
          <a:xfrm>
            <a:off x="325615" y="218345"/>
            <a:ext cx="752584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Lista de </a:t>
            </a:r>
            <a:r>
              <a:rPr lang="en-US" sz="3200" b="1" dirty="0" err="1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itens</a:t>
            </a:r>
            <a:r>
              <a:rPr lang="en-US" sz="32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</a:t>
            </a:r>
            <a:r>
              <a:rPr lang="en-US" sz="3200" b="1" dirty="0" err="1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inserir</a:t>
            </a:r>
            <a:r>
              <a:rPr lang="en-US" sz="32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b="1" dirty="0" err="1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32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b="1" dirty="0" err="1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Árvore</a:t>
            </a:r>
            <a:r>
              <a:rPr lang="en-US" sz="32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A8C1C74A-EBAE-DA1F-3DBB-C03292183DA3}"/>
              </a:ext>
            </a:extLst>
          </p:cNvPr>
          <p:cNvSpPr txBox="1"/>
          <p:nvPr/>
        </p:nvSpPr>
        <p:spPr>
          <a:xfrm>
            <a:off x="739093" y="1387552"/>
            <a:ext cx="66822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lang="en-US" sz="7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254A51B-F31D-01B7-ED8D-C7CB490D09EC}"/>
              </a:ext>
            </a:extLst>
          </p:cNvPr>
          <p:cNvSpPr txBox="1"/>
          <p:nvPr/>
        </p:nvSpPr>
        <p:spPr>
          <a:xfrm>
            <a:off x="2451948" y="1387552"/>
            <a:ext cx="66822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  <a:endParaRPr lang="en-US" sz="7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D31B2EB-BA75-A4E1-E121-22DF69520316}"/>
              </a:ext>
            </a:extLst>
          </p:cNvPr>
          <p:cNvSpPr txBox="1"/>
          <p:nvPr/>
        </p:nvSpPr>
        <p:spPr>
          <a:xfrm>
            <a:off x="4214811" y="1387552"/>
            <a:ext cx="66822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endParaRPr lang="en-US" sz="7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Oval 13">
            <a:extLst>
              <a:ext uri="{FF2B5EF4-FFF2-40B4-BE49-F238E27FC236}">
                <a16:creationId xmlns:a16="http://schemas.microsoft.com/office/drawing/2014/main" id="{8CB6C2B0-C9B8-04A3-C016-C8D91A26CCF7}"/>
              </a:ext>
            </a:extLst>
          </p:cNvPr>
          <p:cNvSpPr/>
          <p:nvPr/>
        </p:nvSpPr>
        <p:spPr>
          <a:xfrm>
            <a:off x="5700715" y="1425650"/>
            <a:ext cx="1219200" cy="1219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AE5F5F33-952D-BB79-70FB-7A9AD3780D80}"/>
              </a:ext>
            </a:extLst>
          </p:cNvPr>
          <p:cNvSpPr txBox="1"/>
          <p:nvPr/>
        </p:nvSpPr>
        <p:spPr>
          <a:xfrm>
            <a:off x="5710132" y="1479885"/>
            <a:ext cx="1200366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6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23</a:t>
            </a:r>
            <a:endParaRPr lang="en-US" sz="6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1C1A3AD5-D7FF-2274-91F7-AE6DB2BF87D1}"/>
              </a:ext>
            </a:extLst>
          </p:cNvPr>
          <p:cNvSpPr/>
          <p:nvPr/>
        </p:nvSpPr>
        <p:spPr>
          <a:xfrm>
            <a:off x="7452052" y="1425650"/>
            <a:ext cx="1219200" cy="1219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1">
            <a:extLst>
              <a:ext uri="{FF2B5EF4-FFF2-40B4-BE49-F238E27FC236}">
                <a16:creationId xmlns:a16="http://schemas.microsoft.com/office/drawing/2014/main" id="{6B45D0B5-672A-4B7D-73AD-454E76D13F45}"/>
              </a:ext>
            </a:extLst>
          </p:cNvPr>
          <p:cNvSpPr/>
          <p:nvPr/>
        </p:nvSpPr>
        <p:spPr>
          <a:xfrm>
            <a:off x="435769" y="2813168"/>
            <a:ext cx="1219200" cy="1219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2">
            <a:extLst>
              <a:ext uri="{FF2B5EF4-FFF2-40B4-BE49-F238E27FC236}">
                <a16:creationId xmlns:a16="http://schemas.microsoft.com/office/drawing/2014/main" id="{7619A355-4A41-1362-BFCE-2503680DBBA6}"/>
              </a:ext>
            </a:extLst>
          </p:cNvPr>
          <p:cNvSpPr/>
          <p:nvPr/>
        </p:nvSpPr>
        <p:spPr>
          <a:xfrm>
            <a:off x="2157413" y="2813168"/>
            <a:ext cx="1219200" cy="1219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13">
            <a:extLst>
              <a:ext uri="{FF2B5EF4-FFF2-40B4-BE49-F238E27FC236}">
                <a16:creationId xmlns:a16="http://schemas.microsoft.com/office/drawing/2014/main" id="{580634B1-D9A9-2D03-16FF-800D96CA435C}"/>
              </a:ext>
            </a:extLst>
          </p:cNvPr>
          <p:cNvSpPr/>
          <p:nvPr/>
        </p:nvSpPr>
        <p:spPr>
          <a:xfrm>
            <a:off x="3929064" y="2868769"/>
            <a:ext cx="1219200" cy="1219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0EF17E6C-F3AC-B089-C56A-E62C1B002AA3}"/>
              </a:ext>
            </a:extLst>
          </p:cNvPr>
          <p:cNvSpPr txBox="1"/>
          <p:nvPr/>
        </p:nvSpPr>
        <p:spPr>
          <a:xfrm>
            <a:off x="739093" y="2868769"/>
            <a:ext cx="66822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en-US" sz="7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645975C7-CFDE-2C0B-B68D-2CBDE6AE992A}"/>
              </a:ext>
            </a:extLst>
          </p:cNvPr>
          <p:cNvSpPr txBox="1"/>
          <p:nvPr/>
        </p:nvSpPr>
        <p:spPr>
          <a:xfrm>
            <a:off x="2451948" y="2868769"/>
            <a:ext cx="66822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en-US" sz="7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A7D42CAE-3198-D71D-9E8C-1CEC3E05296A}"/>
              </a:ext>
            </a:extLst>
          </p:cNvPr>
          <p:cNvSpPr txBox="1"/>
          <p:nvPr/>
        </p:nvSpPr>
        <p:spPr>
          <a:xfrm>
            <a:off x="3954072" y="2961102"/>
            <a:ext cx="1078704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6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</a:t>
            </a:r>
            <a:endParaRPr lang="en-US" sz="6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Oval 13">
            <a:extLst>
              <a:ext uri="{FF2B5EF4-FFF2-40B4-BE49-F238E27FC236}">
                <a16:creationId xmlns:a16="http://schemas.microsoft.com/office/drawing/2014/main" id="{AC8A52A0-921F-386F-A00C-405F9EF423E4}"/>
              </a:ext>
            </a:extLst>
          </p:cNvPr>
          <p:cNvSpPr/>
          <p:nvPr/>
        </p:nvSpPr>
        <p:spPr>
          <a:xfrm>
            <a:off x="5700715" y="2906867"/>
            <a:ext cx="1219200" cy="1219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13">
            <a:extLst>
              <a:ext uri="{FF2B5EF4-FFF2-40B4-BE49-F238E27FC236}">
                <a16:creationId xmlns:a16="http://schemas.microsoft.com/office/drawing/2014/main" id="{C4137B53-6026-9938-B4A6-60AF9760BCE6}"/>
              </a:ext>
            </a:extLst>
          </p:cNvPr>
          <p:cNvSpPr/>
          <p:nvPr/>
        </p:nvSpPr>
        <p:spPr>
          <a:xfrm>
            <a:off x="7452052" y="2906867"/>
            <a:ext cx="1219200" cy="1219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5">
            <a:extLst>
              <a:ext uri="{FF2B5EF4-FFF2-40B4-BE49-F238E27FC236}">
                <a16:creationId xmlns:a16="http://schemas.microsoft.com/office/drawing/2014/main" id="{DD6383BC-F693-64FD-E954-48B64E8FBCE7}"/>
              </a:ext>
            </a:extLst>
          </p:cNvPr>
          <p:cNvSpPr txBox="1"/>
          <p:nvPr/>
        </p:nvSpPr>
        <p:spPr>
          <a:xfrm>
            <a:off x="7447076" y="1471815"/>
            <a:ext cx="1200366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6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45</a:t>
            </a:r>
            <a:endParaRPr lang="en-US" sz="6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3FED3A8A-33CB-ED3A-906D-2CB8096B60BC}"/>
              </a:ext>
            </a:extLst>
          </p:cNvPr>
          <p:cNvSpPr txBox="1"/>
          <p:nvPr/>
        </p:nvSpPr>
        <p:spPr>
          <a:xfrm>
            <a:off x="5760806" y="2999200"/>
            <a:ext cx="1078704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6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</a:t>
            </a:r>
            <a:endParaRPr lang="en-US" sz="6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A76364DE-722C-A229-7E54-1D440F33198F}"/>
              </a:ext>
            </a:extLst>
          </p:cNvPr>
          <p:cNvSpPr txBox="1"/>
          <p:nvPr/>
        </p:nvSpPr>
        <p:spPr>
          <a:xfrm>
            <a:off x="7522300" y="2999199"/>
            <a:ext cx="1078704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6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24</a:t>
            </a:r>
            <a:endParaRPr lang="en-US" sz="6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78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1"/>
          <p:cNvSpPr txBox="1">
            <a:spLocks noGrp="1"/>
          </p:cNvSpPr>
          <p:nvPr>
            <p:ph type="title"/>
          </p:nvPr>
        </p:nvSpPr>
        <p:spPr>
          <a:xfrm>
            <a:off x="714575" y="461300"/>
            <a:ext cx="64389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Estado Inicial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8D35997-A3F3-00E0-E161-EBA582B0D2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09" b="31745"/>
          <a:stretch/>
        </p:blipFill>
        <p:spPr>
          <a:xfrm>
            <a:off x="1411202" y="1298108"/>
            <a:ext cx="6600348" cy="35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749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F777EA7-1DDF-8DA9-3D23-2E82ABB5C8C8}"/>
              </a:ext>
            </a:extLst>
          </p:cNvPr>
          <p:cNvSpPr/>
          <p:nvPr/>
        </p:nvSpPr>
        <p:spPr>
          <a:xfrm rot="16200000">
            <a:off x="3977065" y="-507952"/>
            <a:ext cx="3203001" cy="5946797"/>
          </a:xfrm>
          <a:custGeom>
            <a:avLst/>
            <a:gdLst>
              <a:gd name="connsiteX0" fmla="*/ 4270668 w 4270668"/>
              <a:gd name="connsiteY0" fmla="*/ 7929063 h 7929063"/>
              <a:gd name="connsiteX1" fmla="*/ 0 w 4270668"/>
              <a:gd name="connsiteY1" fmla="*/ 7929063 h 7929063"/>
              <a:gd name="connsiteX2" fmla="*/ 1746418 w 4270668"/>
              <a:gd name="connsiteY2" fmla="*/ 0 h 7929063"/>
              <a:gd name="connsiteX3" fmla="*/ 2524250 w 4270668"/>
              <a:gd name="connsiteY3" fmla="*/ 0 h 7929063"/>
              <a:gd name="connsiteX4" fmla="*/ 4270668 w 4270668"/>
              <a:gd name="connsiteY4" fmla="*/ 7929063 h 7929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70668" h="7929063">
                <a:moveTo>
                  <a:pt x="4270668" y="7929063"/>
                </a:moveTo>
                <a:lnTo>
                  <a:pt x="0" y="7929063"/>
                </a:lnTo>
                <a:lnTo>
                  <a:pt x="1746418" y="0"/>
                </a:lnTo>
                <a:lnTo>
                  <a:pt x="2524250" y="0"/>
                </a:lnTo>
                <a:lnTo>
                  <a:pt x="4270668" y="792906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5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44A302-C828-4B25-F47B-E0D9DF12553F}"/>
              </a:ext>
            </a:extLst>
          </p:cNvPr>
          <p:cNvSpPr txBox="1"/>
          <p:nvPr/>
        </p:nvSpPr>
        <p:spPr>
          <a:xfrm>
            <a:off x="2919841" y="2091226"/>
            <a:ext cx="791280" cy="7315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4500" b="1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02</a:t>
            </a:r>
            <a:endParaRPr lang="en-US" sz="4500" b="1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CEF68D-D46E-EE0C-D952-9497326CA070}"/>
              </a:ext>
            </a:extLst>
          </p:cNvPr>
          <p:cNvSpPr/>
          <p:nvPr/>
        </p:nvSpPr>
        <p:spPr>
          <a:xfrm>
            <a:off x="4332045" y="2393577"/>
            <a:ext cx="3159002" cy="51009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ea typeface="Segoe UI Black" panose="020B0A02040204020203" pitchFamily="34" charset="0"/>
              </a:rPr>
              <a:t>INSERÇÃO NA ÁRVORE B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5DCD7D8-EE5A-3335-0AC7-A65044280486}"/>
              </a:ext>
            </a:extLst>
          </p:cNvPr>
          <p:cNvGrpSpPr/>
          <p:nvPr/>
        </p:nvGrpSpPr>
        <p:grpSpPr>
          <a:xfrm rot="5400000">
            <a:off x="1421263" y="1497511"/>
            <a:ext cx="607756" cy="1919733"/>
            <a:chOff x="1582583" y="3927439"/>
            <a:chExt cx="810341" cy="255964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5361548-12F3-0E4F-1F8C-C2DB04D86935}"/>
                </a:ext>
              </a:extLst>
            </p:cNvPr>
            <p:cNvSpPr/>
            <p:nvPr/>
          </p:nvSpPr>
          <p:spPr>
            <a:xfrm rot="16200000">
              <a:off x="1676485" y="5029862"/>
              <a:ext cx="157337" cy="123963"/>
            </a:xfrm>
            <a:custGeom>
              <a:avLst/>
              <a:gdLst>
                <a:gd name="connsiteX0" fmla="*/ 260318 w 314325"/>
                <a:gd name="connsiteY0" fmla="*/ 247650 h 247650"/>
                <a:gd name="connsiteX1" fmla="*/ 54007 w 314325"/>
                <a:gd name="connsiteY1" fmla="*/ 247650 h 247650"/>
                <a:gd name="connsiteX2" fmla="*/ 0 w 314325"/>
                <a:gd name="connsiteY2" fmla="*/ 193643 h 247650"/>
                <a:gd name="connsiteX3" fmla="*/ 0 w 314325"/>
                <a:gd name="connsiteY3" fmla="*/ 54007 h 247650"/>
                <a:gd name="connsiteX4" fmla="*/ 54007 w 314325"/>
                <a:gd name="connsiteY4" fmla="*/ 0 h 247650"/>
                <a:gd name="connsiteX5" fmla="*/ 260318 w 314325"/>
                <a:gd name="connsiteY5" fmla="*/ 0 h 247650"/>
                <a:gd name="connsiteX6" fmla="*/ 314325 w 314325"/>
                <a:gd name="connsiteY6" fmla="*/ 54007 h 247650"/>
                <a:gd name="connsiteX7" fmla="*/ 314325 w 314325"/>
                <a:gd name="connsiteY7" fmla="*/ 193643 h 247650"/>
                <a:gd name="connsiteX8" fmla="*/ 260318 w 314325"/>
                <a:gd name="connsiteY8" fmla="*/ 24765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4325" h="247650">
                  <a:moveTo>
                    <a:pt x="260318" y="247650"/>
                  </a:moveTo>
                  <a:lnTo>
                    <a:pt x="54007" y="247650"/>
                  </a:lnTo>
                  <a:cubicBezTo>
                    <a:pt x="24289" y="247650"/>
                    <a:pt x="0" y="223361"/>
                    <a:pt x="0" y="193643"/>
                  </a:cubicBezTo>
                  <a:lnTo>
                    <a:pt x="0" y="54007"/>
                  </a:lnTo>
                  <a:cubicBezTo>
                    <a:pt x="0" y="24289"/>
                    <a:pt x="24289" y="0"/>
                    <a:pt x="54007" y="0"/>
                  </a:cubicBezTo>
                  <a:lnTo>
                    <a:pt x="260318" y="0"/>
                  </a:lnTo>
                  <a:cubicBezTo>
                    <a:pt x="290036" y="0"/>
                    <a:pt x="314325" y="24289"/>
                    <a:pt x="314325" y="54007"/>
                  </a:cubicBezTo>
                  <a:lnTo>
                    <a:pt x="314325" y="193643"/>
                  </a:lnTo>
                  <a:cubicBezTo>
                    <a:pt x="314325" y="223361"/>
                    <a:pt x="290036" y="247650"/>
                    <a:pt x="260318" y="24765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251F580-D1B9-AC69-D45A-7A0C130A9B17}"/>
                </a:ext>
              </a:extLst>
            </p:cNvPr>
            <p:cNvSpPr/>
            <p:nvPr/>
          </p:nvSpPr>
          <p:spPr>
            <a:xfrm rot="16200000">
              <a:off x="1315180" y="5280511"/>
              <a:ext cx="1335764" cy="519368"/>
            </a:xfrm>
            <a:custGeom>
              <a:avLst/>
              <a:gdLst>
                <a:gd name="connsiteX0" fmla="*/ 2629662 w 2905125"/>
                <a:gd name="connsiteY0" fmla="*/ 0 h 790575"/>
                <a:gd name="connsiteX1" fmla="*/ 2428875 w 2905125"/>
                <a:gd name="connsiteY1" fmla="*/ 95250 h 790575"/>
                <a:gd name="connsiteX2" fmla="*/ 2228088 w 2905125"/>
                <a:gd name="connsiteY2" fmla="*/ 0 h 790575"/>
                <a:gd name="connsiteX3" fmla="*/ 0 w 2905125"/>
                <a:gd name="connsiteY3" fmla="*/ 0 h 790575"/>
                <a:gd name="connsiteX4" fmla="*/ 0 w 2905125"/>
                <a:gd name="connsiteY4" fmla="*/ 790575 h 790575"/>
                <a:gd name="connsiteX5" fmla="*/ 2905125 w 2905125"/>
                <a:gd name="connsiteY5" fmla="*/ 790575 h 790575"/>
                <a:gd name="connsiteX6" fmla="*/ 2905125 w 2905125"/>
                <a:gd name="connsiteY6" fmla="*/ 0 h 790575"/>
                <a:gd name="connsiteX7" fmla="*/ 2629662 w 2905125"/>
                <a:gd name="connsiteY7" fmla="*/ 0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05125" h="790575">
                  <a:moveTo>
                    <a:pt x="2629662" y="0"/>
                  </a:moveTo>
                  <a:cubicBezTo>
                    <a:pt x="2603849" y="55054"/>
                    <a:pt x="2523744" y="95250"/>
                    <a:pt x="2428875" y="95250"/>
                  </a:cubicBezTo>
                  <a:cubicBezTo>
                    <a:pt x="2334006" y="95250"/>
                    <a:pt x="2253806" y="55054"/>
                    <a:pt x="2228088" y="0"/>
                  </a:cubicBezTo>
                  <a:lnTo>
                    <a:pt x="0" y="0"/>
                  </a:lnTo>
                  <a:lnTo>
                    <a:pt x="0" y="790575"/>
                  </a:lnTo>
                  <a:lnTo>
                    <a:pt x="2905125" y="790575"/>
                  </a:lnTo>
                  <a:lnTo>
                    <a:pt x="2905125" y="0"/>
                  </a:lnTo>
                  <a:lnTo>
                    <a:pt x="2629662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1F7915F-BC1B-41B4-C8EC-8F83A8DC303F}"/>
                </a:ext>
              </a:extLst>
            </p:cNvPr>
            <p:cNvSpPr/>
            <p:nvPr/>
          </p:nvSpPr>
          <p:spPr>
            <a:xfrm rot="16200000">
              <a:off x="1748595" y="4278043"/>
              <a:ext cx="481448" cy="807211"/>
            </a:xfrm>
            <a:custGeom>
              <a:avLst/>
              <a:gdLst>
                <a:gd name="connsiteX0" fmla="*/ 690563 w 732853"/>
                <a:gd name="connsiteY0" fmla="*/ 0 h 1228725"/>
                <a:gd name="connsiteX1" fmla="*/ 76200 w 732853"/>
                <a:gd name="connsiteY1" fmla="*/ 209550 h 1228725"/>
                <a:gd name="connsiteX2" fmla="*/ 76200 w 732853"/>
                <a:gd name="connsiteY2" fmla="*/ 210312 h 1228725"/>
                <a:gd name="connsiteX3" fmla="*/ 0 w 732853"/>
                <a:gd name="connsiteY3" fmla="*/ 604838 h 1228725"/>
                <a:gd name="connsiteX4" fmla="*/ 76200 w 732853"/>
                <a:gd name="connsiteY4" fmla="*/ 999363 h 1228725"/>
                <a:gd name="connsiteX5" fmla="*/ 76200 w 732853"/>
                <a:gd name="connsiteY5" fmla="*/ 1000125 h 1228725"/>
                <a:gd name="connsiteX6" fmla="*/ 690563 w 732853"/>
                <a:gd name="connsiteY6" fmla="*/ 1228725 h 1228725"/>
                <a:gd name="connsiteX7" fmla="*/ 732854 w 732853"/>
                <a:gd name="connsiteY7" fmla="*/ 38290 h 1228725"/>
                <a:gd name="connsiteX8" fmla="*/ 690563 w 732853"/>
                <a:gd name="connsiteY8" fmla="*/ 0 h 12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853" h="1228725">
                  <a:moveTo>
                    <a:pt x="690563" y="0"/>
                  </a:moveTo>
                  <a:lnTo>
                    <a:pt x="76200" y="209550"/>
                  </a:lnTo>
                  <a:lnTo>
                    <a:pt x="76200" y="210312"/>
                  </a:lnTo>
                  <a:cubicBezTo>
                    <a:pt x="33719" y="222313"/>
                    <a:pt x="0" y="394335"/>
                    <a:pt x="0" y="604838"/>
                  </a:cubicBezTo>
                  <a:cubicBezTo>
                    <a:pt x="0" y="815340"/>
                    <a:pt x="33719" y="987362"/>
                    <a:pt x="76200" y="999363"/>
                  </a:cubicBezTo>
                  <a:lnTo>
                    <a:pt x="76200" y="1000125"/>
                  </a:lnTo>
                  <a:lnTo>
                    <a:pt x="690563" y="1228725"/>
                  </a:lnTo>
                  <a:lnTo>
                    <a:pt x="732854" y="38290"/>
                  </a:lnTo>
                  <a:lnTo>
                    <a:pt x="690563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9037283-961E-A84D-D90E-802DA0FD4C47}"/>
                </a:ext>
              </a:extLst>
            </p:cNvPr>
            <p:cNvSpPr/>
            <p:nvPr/>
          </p:nvSpPr>
          <p:spPr>
            <a:xfrm rot="16200000">
              <a:off x="1713990" y="6189856"/>
              <a:ext cx="256555" cy="287842"/>
            </a:xfrm>
            <a:custGeom>
              <a:avLst/>
              <a:gdLst>
                <a:gd name="connsiteX0" fmla="*/ 336518 w 390525"/>
                <a:gd name="connsiteY0" fmla="*/ 0 h 438150"/>
                <a:gd name="connsiteX1" fmla="*/ 54007 w 390525"/>
                <a:gd name="connsiteY1" fmla="*/ 0 h 438150"/>
                <a:gd name="connsiteX2" fmla="*/ 0 w 390525"/>
                <a:gd name="connsiteY2" fmla="*/ 54007 h 438150"/>
                <a:gd name="connsiteX3" fmla="*/ 0 w 390525"/>
                <a:gd name="connsiteY3" fmla="*/ 384143 h 438150"/>
                <a:gd name="connsiteX4" fmla="*/ 54007 w 390525"/>
                <a:gd name="connsiteY4" fmla="*/ 438150 h 438150"/>
                <a:gd name="connsiteX5" fmla="*/ 336518 w 390525"/>
                <a:gd name="connsiteY5" fmla="*/ 438150 h 438150"/>
                <a:gd name="connsiteX6" fmla="*/ 390525 w 390525"/>
                <a:gd name="connsiteY6" fmla="*/ 384143 h 438150"/>
                <a:gd name="connsiteX7" fmla="*/ 390525 w 390525"/>
                <a:gd name="connsiteY7" fmla="*/ 54007 h 438150"/>
                <a:gd name="connsiteX8" fmla="*/ 336518 w 390525"/>
                <a:gd name="connsiteY8" fmla="*/ 0 h 438150"/>
                <a:gd name="connsiteX9" fmla="*/ 80963 w 390525"/>
                <a:gd name="connsiteY9" fmla="*/ 114300 h 438150"/>
                <a:gd name="connsiteX10" fmla="*/ 47625 w 390525"/>
                <a:gd name="connsiteY10" fmla="*/ 80963 h 438150"/>
                <a:gd name="connsiteX11" fmla="*/ 80963 w 390525"/>
                <a:gd name="connsiteY11" fmla="*/ 47625 h 438150"/>
                <a:gd name="connsiteX12" fmla="*/ 114300 w 390525"/>
                <a:gd name="connsiteY12" fmla="*/ 80963 h 438150"/>
                <a:gd name="connsiteX13" fmla="*/ 80963 w 390525"/>
                <a:gd name="connsiteY13" fmla="*/ 114300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0525" h="438150">
                  <a:moveTo>
                    <a:pt x="336518" y="0"/>
                  </a:moveTo>
                  <a:lnTo>
                    <a:pt x="54007" y="0"/>
                  </a:lnTo>
                  <a:cubicBezTo>
                    <a:pt x="24289" y="0"/>
                    <a:pt x="0" y="24289"/>
                    <a:pt x="0" y="54007"/>
                  </a:cubicBezTo>
                  <a:lnTo>
                    <a:pt x="0" y="384143"/>
                  </a:lnTo>
                  <a:cubicBezTo>
                    <a:pt x="0" y="413861"/>
                    <a:pt x="24289" y="438150"/>
                    <a:pt x="54007" y="438150"/>
                  </a:cubicBezTo>
                  <a:lnTo>
                    <a:pt x="336518" y="438150"/>
                  </a:lnTo>
                  <a:cubicBezTo>
                    <a:pt x="366236" y="438150"/>
                    <a:pt x="390525" y="413861"/>
                    <a:pt x="390525" y="384143"/>
                  </a:cubicBezTo>
                  <a:lnTo>
                    <a:pt x="390525" y="54007"/>
                  </a:lnTo>
                  <a:cubicBezTo>
                    <a:pt x="390525" y="24289"/>
                    <a:pt x="366236" y="0"/>
                    <a:pt x="336518" y="0"/>
                  </a:cubicBezTo>
                  <a:close/>
                  <a:moveTo>
                    <a:pt x="80963" y="114300"/>
                  </a:moveTo>
                  <a:cubicBezTo>
                    <a:pt x="62579" y="114300"/>
                    <a:pt x="47625" y="99346"/>
                    <a:pt x="47625" y="80963"/>
                  </a:cubicBezTo>
                  <a:cubicBezTo>
                    <a:pt x="47625" y="62579"/>
                    <a:pt x="62579" y="47625"/>
                    <a:pt x="80963" y="47625"/>
                  </a:cubicBezTo>
                  <a:cubicBezTo>
                    <a:pt x="99346" y="47625"/>
                    <a:pt x="114300" y="62579"/>
                    <a:pt x="114300" y="80963"/>
                  </a:cubicBezTo>
                  <a:cubicBezTo>
                    <a:pt x="114300" y="99346"/>
                    <a:pt x="99346" y="114300"/>
                    <a:pt x="80963" y="11430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D49CBB8-85FB-184F-DC30-F222EFB5AB0E}"/>
                </a:ext>
              </a:extLst>
            </p:cNvPr>
            <p:cNvSpPr/>
            <p:nvPr/>
          </p:nvSpPr>
          <p:spPr>
            <a:xfrm rot="16200000">
              <a:off x="1717119" y="3871123"/>
              <a:ext cx="541268" cy="810339"/>
            </a:xfrm>
            <a:custGeom>
              <a:avLst/>
              <a:gdLst>
                <a:gd name="connsiteX0" fmla="*/ 119063 w 823912"/>
                <a:gd name="connsiteY0" fmla="*/ 4763 h 1233487"/>
                <a:gd name="connsiteX1" fmla="*/ 0 w 823912"/>
                <a:gd name="connsiteY1" fmla="*/ 619125 h 1233487"/>
                <a:gd name="connsiteX2" fmla="*/ 119063 w 823912"/>
                <a:gd name="connsiteY2" fmla="*/ 1233488 h 1233487"/>
                <a:gd name="connsiteX3" fmla="*/ 823913 w 823912"/>
                <a:gd name="connsiteY3" fmla="*/ 1228725 h 1233487"/>
                <a:gd name="connsiteX4" fmla="*/ 823913 w 823912"/>
                <a:gd name="connsiteY4" fmla="*/ 0 h 1233487"/>
                <a:gd name="connsiteX5" fmla="*/ 119063 w 823912"/>
                <a:gd name="connsiteY5" fmla="*/ 4763 h 1233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3912" h="1233487">
                  <a:moveTo>
                    <a:pt x="119063" y="4763"/>
                  </a:moveTo>
                  <a:cubicBezTo>
                    <a:pt x="53340" y="4763"/>
                    <a:pt x="0" y="279844"/>
                    <a:pt x="0" y="619125"/>
                  </a:cubicBezTo>
                  <a:cubicBezTo>
                    <a:pt x="0" y="958405"/>
                    <a:pt x="53340" y="1233488"/>
                    <a:pt x="119063" y="1233488"/>
                  </a:cubicBezTo>
                  <a:lnTo>
                    <a:pt x="823913" y="1228725"/>
                  </a:lnTo>
                  <a:lnTo>
                    <a:pt x="823913" y="0"/>
                  </a:lnTo>
                  <a:lnTo>
                    <a:pt x="119063" y="476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65AB00E-A543-3894-6A7A-208AFEA06A5A}"/>
                </a:ext>
              </a:extLst>
            </p:cNvPr>
            <p:cNvSpPr/>
            <p:nvPr/>
          </p:nvSpPr>
          <p:spPr>
            <a:xfrm rot="16200000">
              <a:off x="1907972" y="3602051"/>
              <a:ext cx="156436" cy="807211"/>
            </a:xfrm>
            <a:custGeom>
              <a:avLst/>
              <a:gdLst>
                <a:gd name="connsiteX0" fmla="*/ 238125 w 238125"/>
                <a:gd name="connsiteY0" fmla="*/ 614363 h 1228725"/>
                <a:gd name="connsiteX1" fmla="*/ 119063 w 238125"/>
                <a:gd name="connsiteY1" fmla="*/ 1228725 h 1228725"/>
                <a:gd name="connsiteX2" fmla="*/ 0 w 238125"/>
                <a:gd name="connsiteY2" fmla="*/ 614363 h 1228725"/>
                <a:gd name="connsiteX3" fmla="*/ 119063 w 238125"/>
                <a:gd name="connsiteY3" fmla="*/ 0 h 1228725"/>
                <a:gd name="connsiteX4" fmla="*/ 238125 w 238125"/>
                <a:gd name="connsiteY4" fmla="*/ 614363 h 12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125" h="1228725">
                  <a:moveTo>
                    <a:pt x="238125" y="614363"/>
                  </a:moveTo>
                  <a:cubicBezTo>
                    <a:pt x="238125" y="953666"/>
                    <a:pt x="184819" y="1228725"/>
                    <a:pt x="119063" y="1228725"/>
                  </a:cubicBezTo>
                  <a:cubicBezTo>
                    <a:pt x="53306" y="1228725"/>
                    <a:pt x="0" y="953666"/>
                    <a:pt x="0" y="614363"/>
                  </a:cubicBezTo>
                  <a:cubicBezTo>
                    <a:pt x="0" y="275059"/>
                    <a:pt x="53306" y="0"/>
                    <a:pt x="119063" y="0"/>
                  </a:cubicBezTo>
                  <a:cubicBezTo>
                    <a:pt x="184819" y="0"/>
                    <a:pt x="238125" y="275059"/>
                    <a:pt x="238125" y="61436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8B347A7-264F-C42C-5102-69F15328718B}"/>
                </a:ext>
              </a:extLst>
            </p:cNvPr>
            <p:cNvSpPr/>
            <p:nvPr/>
          </p:nvSpPr>
          <p:spPr>
            <a:xfrm rot="16200000">
              <a:off x="1926743" y="3639596"/>
              <a:ext cx="118892" cy="719606"/>
            </a:xfrm>
            <a:custGeom>
              <a:avLst/>
              <a:gdLst>
                <a:gd name="connsiteX0" fmla="*/ 180975 w 180975"/>
                <a:gd name="connsiteY0" fmla="*/ 547688 h 1095375"/>
                <a:gd name="connsiteX1" fmla="*/ 90488 w 180975"/>
                <a:gd name="connsiteY1" fmla="*/ 1095375 h 1095375"/>
                <a:gd name="connsiteX2" fmla="*/ 0 w 180975"/>
                <a:gd name="connsiteY2" fmla="*/ 547688 h 1095375"/>
                <a:gd name="connsiteX3" fmla="*/ 90488 w 180975"/>
                <a:gd name="connsiteY3" fmla="*/ 0 h 1095375"/>
                <a:gd name="connsiteX4" fmla="*/ 180975 w 180975"/>
                <a:gd name="connsiteY4" fmla="*/ 547688 h 109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975" h="1095375">
                  <a:moveTo>
                    <a:pt x="180975" y="547688"/>
                  </a:moveTo>
                  <a:cubicBezTo>
                    <a:pt x="180975" y="850167"/>
                    <a:pt x="140462" y="1095375"/>
                    <a:pt x="90488" y="1095375"/>
                  </a:cubicBezTo>
                  <a:cubicBezTo>
                    <a:pt x="40513" y="1095375"/>
                    <a:pt x="0" y="850167"/>
                    <a:pt x="0" y="547688"/>
                  </a:cubicBezTo>
                  <a:cubicBezTo>
                    <a:pt x="0" y="245208"/>
                    <a:pt x="40513" y="0"/>
                    <a:pt x="90488" y="0"/>
                  </a:cubicBezTo>
                  <a:cubicBezTo>
                    <a:pt x="140462" y="0"/>
                    <a:pt x="180975" y="245208"/>
                    <a:pt x="180975" y="54768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49A0EDA-68F7-9C7A-9311-CEA8E0E11BEA}"/>
                </a:ext>
              </a:extLst>
            </p:cNvPr>
            <p:cNvSpPr/>
            <p:nvPr/>
          </p:nvSpPr>
          <p:spPr>
            <a:xfrm rot="16200000">
              <a:off x="1860007" y="5881962"/>
              <a:ext cx="254427" cy="613416"/>
            </a:xfrm>
            <a:custGeom>
              <a:avLst/>
              <a:gdLst>
                <a:gd name="connsiteX0" fmla="*/ 387287 w 387286"/>
                <a:gd name="connsiteY0" fmla="*/ 65246 h 933735"/>
                <a:gd name="connsiteX1" fmla="*/ 347663 w 387286"/>
                <a:gd name="connsiteY1" fmla="*/ 0 h 933735"/>
                <a:gd name="connsiteX2" fmla="*/ 241364 w 387286"/>
                <a:gd name="connsiteY2" fmla="*/ 65246 h 933735"/>
                <a:gd name="connsiteX3" fmla="*/ 0 w 387286"/>
                <a:gd name="connsiteY3" fmla="*/ 65246 h 933735"/>
                <a:gd name="connsiteX4" fmla="*/ 0 w 387286"/>
                <a:gd name="connsiteY4" fmla="*/ 855821 h 933735"/>
                <a:gd name="connsiteX5" fmla="*/ 241364 w 387286"/>
                <a:gd name="connsiteY5" fmla="*/ 855821 h 933735"/>
                <a:gd name="connsiteX6" fmla="*/ 241364 w 387286"/>
                <a:gd name="connsiteY6" fmla="*/ 886206 h 933735"/>
                <a:gd name="connsiteX7" fmla="*/ 347663 w 387286"/>
                <a:gd name="connsiteY7" fmla="*/ 933736 h 933735"/>
                <a:gd name="connsiteX8" fmla="*/ 383381 w 387286"/>
                <a:gd name="connsiteY8" fmla="*/ 855726 h 933735"/>
                <a:gd name="connsiteX9" fmla="*/ 342900 w 387286"/>
                <a:gd name="connsiteY9" fmla="*/ 466725 h 933735"/>
                <a:gd name="connsiteX10" fmla="*/ 387287 w 387286"/>
                <a:gd name="connsiteY10" fmla="*/ 65246 h 93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86" h="933735">
                  <a:moveTo>
                    <a:pt x="387287" y="65246"/>
                  </a:moveTo>
                  <a:lnTo>
                    <a:pt x="347663" y="0"/>
                  </a:lnTo>
                  <a:lnTo>
                    <a:pt x="241364" y="65246"/>
                  </a:lnTo>
                  <a:lnTo>
                    <a:pt x="0" y="65246"/>
                  </a:lnTo>
                  <a:lnTo>
                    <a:pt x="0" y="855821"/>
                  </a:lnTo>
                  <a:lnTo>
                    <a:pt x="241364" y="855821"/>
                  </a:lnTo>
                  <a:lnTo>
                    <a:pt x="241364" y="886206"/>
                  </a:lnTo>
                  <a:lnTo>
                    <a:pt x="347663" y="933736"/>
                  </a:lnTo>
                  <a:lnTo>
                    <a:pt x="383381" y="855726"/>
                  </a:lnTo>
                  <a:cubicBezTo>
                    <a:pt x="358997" y="772097"/>
                    <a:pt x="342900" y="629126"/>
                    <a:pt x="342900" y="466725"/>
                  </a:cubicBezTo>
                  <a:cubicBezTo>
                    <a:pt x="342900" y="295942"/>
                    <a:pt x="360712" y="146590"/>
                    <a:pt x="387287" y="6524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5C3482-2F17-43CD-93C4-3E91DF7A8C3D}"/>
                </a:ext>
              </a:extLst>
            </p:cNvPr>
            <p:cNvSpPr/>
            <p:nvPr/>
          </p:nvSpPr>
          <p:spPr>
            <a:xfrm rot="16200000">
              <a:off x="1785418" y="5978573"/>
              <a:ext cx="403605" cy="613416"/>
            </a:xfrm>
            <a:custGeom>
              <a:avLst/>
              <a:gdLst>
                <a:gd name="connsiteX0" fmla="*/ 523875 w 614362"/>
                <a:gd name="connsiteY0" fmla="*/ 466915 h 933735"/>
                <a:gd name="connsiteX1" fmla="*/ 614363 w 614362"/>
                <a:gd name="connsiteY1" fmla="*/ 0 h 933735"/>
                <a:gd name="connsiteX2" fmla="*/ 345186 w 614362"/>
                <a:gd name="connsiteY2" fmla="*/ 0 h 933735"/>
                <a:gd name="connsiteX3" fmla="*/ 5715 w 614362"/>
                <a:gd name="connsiteY3" fmla="*/ 303371 h 933735"/>
                <a:gd name="connsiteX4" fmla="*/ 0 w 614362"/>
                <a:gd name="connsiteY4" fmla="*/ 466820 h 933735"/>
                <a:gd name="connsiteX5" fmla="*/ 90488 w 614362"/>
                <a:gd name="connsiteY5" fmla="*/ 933736 h 933735"/>
                <a:gd name="connsiteX6" fmla="*/ 614363 w 614362"/>
                <a:gd name="connsiteY6" fmla="*/ 933736 h 933735"/>
                <a:gd name="connsiteX7" fmla="*/ 523875 w 614362"/>
                <a:gd name="connsiteY7" fmla="*/ 466915 h 93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4362" h="933735">
                  <a:moveTo>
                    <a:pt x="523875" y="466915"/>
                  </a:moveTo>
                  <a:cubicBezTo>
                    <a:pt x="523875" y="209074"/>
                    <a:pt x="564356" y="0"/>
                    <a:pt x="614363" y="0"/>
                  </a:cubicBezTo>
                  <a:lnTo>
                    <a:pt x="345186" y="0"/>
                  </a:lnTo>
                  <a:lnTo>
                    <a:pt x="5715" y="303371"/>
                  </a:lnTo>
                  <a:cubicBezTo>
                    <a:pt x="2000" y="354235"/>
                    <a:pt x="0" y="409289"/>
                    <a:pt x="0" y="466820"/>
                  </a:cubicBezTo>
                  <a:cubicBezTo>
                    <a:pt x="0" y="724662"/>
                    <a:pt x="40481" y="933736"/>
                    <a:pt x="90488" y="933736"/>
                  </a:cubicBezTo>
                  <a:lnTo>
                    <a:pt x="614363" y="933736"/>
                  </a:lnTo>
                  <a:cubicBezTo>
                    <a:pt x="564356" y="933831"/>
                    <a:pt x="523875" y="724757"/>
                    <a:pt x="523875" y="46691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</p:grpSp>
    </p:spTree>
    <p:extLst>
      <p:ext uri="{BB962C8B-B14F-4D97-AF65-F5344CB8AC3E}">
        <p14:creationId xmlns:p14="http://schemas.microsoft.com/office/powerpoint/2010/main" val="3213152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1"/>
          <p:cNvSpPr txBox="1">
            <a:spLocks noGrp="1"/>
          </p:cNvSpPr>
          <p:nvPr>
            <p:ph type="title"/>
          </p:nvPr>
        </p:nvSpPr>
        <p:spPr>
          <a:xfrm>
            <a:off x="714575" y="461300"/>
            <a:ext cx="64389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Inserir 3</a:t>
            </a:r>
            <a:endParaRPr dirty="0"/>
          </a:p>
        </p:txBody>
      </p:sp>
      <p:sp>
        <p:nvSpPr>
          <p:cNvPr id="655" name="Google Shape;655;p21"/>
          <p:cNvSpPr txBox="1">
            <a:spLocks noGrp="1"/>
          </p:cNvSpPr>
          <p:nvPr>
            <p:ph type="body" idx="1"/>
          </p:nvPr>
        </p:nvSpPr>
        <p:spPr>
          <a:xfrm>
            <a:off x="714575" y="4459457"/>
            <a:ext cx="7714800" cy="4149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Raiz (ainda folha) recebe 3</a:t>
            </a:r>
          </a:p>
          <a:p>
            <a:pPr marL="6096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pt-BR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○"/>
            </a:pPr>
            <a:endParaRPr lang="pt-BR" dirty="0"/>
          </a:p>
          <a:p>
            <a:pPr marL="6096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EDDCE94-2052-A39C-340A-2E0592EF0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919" y="1321965"/>
            <a:ext cx="5128522" cy="291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76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1"/>
          <p:cNvSpPr txBox="1">
            <a:spLocks noGrp="1"/>
          </p:cNvSpPr>
          <p:nvPr>
            <p:ph type="title"/>
          </p:nvPr>
        </p:nvSpPr>
        <p:spPr>
          <a:xfrm>
            <a:off x="714575" y="461300"/>
            <a:ext cx="64389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Inserir 7</a:t>
            </a:r>
            <a:endParaRPr dirty="0"/>
          </a:p>
        </p:txBody>
      </p:sp>
      <p:sp>
        <p:nvSpPr>
          <p:cNvPr id="655" name="Google Shape;655;p21"/>
          <p:cNvSpPr txBox="1">
            <a:spLocks noGrp="1"/>
          </p:cNvSpPr>
          <p:nvPr>
            <p:ph type="body" idx="1"/>
          </p:nvPr>
        </p:nvSpPr>
        <p:spPr>
          <a:xfrm>
            <a:off x="714600" y="4538392"/>
            <a:ext cx="7714800" cy="4149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Vai para a mesma folha (ordem crescente).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○"/>
            </a:pPr>
            <a:endParaRPr lang="pt-BR" dirty="0"/>
          </a:p>
          <a:p>
            <a:pPr marL="6096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88E4B3C-5894-9A01-48D9-90ED0945F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191" y="1152836"/>
            <a:ext cx="5402621" cy="338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800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1"/>
          <p:cNvSpPr txBox="1">
            <a:spLocks noGrp="1"/>
          </p:cNvSpPr>
          <p:nvPr>
            <p:ph type="title"/>
          </p:nvPr>
        </p:nvSpPr>
        <p:spPr>
          <a:xfrm>
            <a:off x="714575" y="461300"/>
            <a:ext cx="64389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Inserir 9</a:t>
            </a:r>
            <a:endParaRPr dirty="0"/>
          </a:p>
        </p:txBody>
      </p:sp>
      <p:sp>
        <p:nvSpPr>
          <p:cNvPr id="655" name="Google Shape;655;p21"/>
          <p:cNvSpPr txBox="1">
            <a:spLocks noGrp="1"/>
          </p:cNvSpPr>
          <p:nvPr>
            <p:ph type="body" idx="1"/>
          </p:nvPr>
        </p:nvSpPr>
        <p:spPr>
          <a:xfrm>
            <a:off x="1882193" y="4474701"/>
            <a:ext cx="7714800" cy="4149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Vai para a mesma folha (ordem crescente).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Mudança de cor (amarela), para indicar que está chegando ao limite.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○"/>
            </a:pPr>
            <a:endParaRPr lang="pt-BR" dirty="0"/>
          </a:p>
          <a:p>
            <a:pPr marL="6096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63C178E-B8D0-45FE-5882-2525B2B4D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101" y="1130654"/>
            <a:ext cx="5113713" cy="321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962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1"/>
          <p:cNvSpPr txBox="1">
            <a:spLocks noGrp="1"/>
          </p:cNvSpPr>
          <p:nvPr>
            <p:ph type="title"/>
          </p:nvPr>
        </p:nvSpPr>
        <p:spPr>
          <a:xfrm>
            <a:off x="714575" y="461300"/>
            <a:ext cx="64389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Inserir 23</a:t>
            </a:r>
            <a:endParaRPr dirty="0"/>
          </a:p>
        </p:txBody>
      </p:sp>
      <p:sp>
        <p:nvSpPr>
          <p:cNvPr id="655" name="Google Shape;655;p21"/>
          <p:cNvSpPr txBox="1">
            <a:spLocks noGrp="1"/>
          </p:cNvSpPr>
          <p:nvPr>
            <p:ph type="body" idx="1"/>
          </p:nvPr>
        </p:nvSpPr>
        <p:spPr>
          <a:xfrm>
            <a:off x="1685444" y="4543863"/>
            <a:ext cx="5693259" cy="4149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Vai para a mesma folha (ordem crescente).</a:t>
            </a:r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Mudança de cor (vermelha), para indicar que está no limite.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●"/>
            </a:pPr>
            <a:endParaRPr lang="pt-BR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○"/>
            </a:pPr>
            <a:endParaRPr lang="pt-BR" dirty="0"/>
          </a:p>
          <a:p>
            <a:pPr marL="6096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94C7E6E-81D1-76C2-1494-14BB93419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391" y="1047050"/>
            <a:ext cx="5102217" cy="338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954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1"/>
          <p:cNvSpPr txBox="1">
            <a:spLocks noGrp="1"/>
          </p:cNvSpPr>
          <p:nvPr>
            <p:ph type="title"/>
          </p:nvPr>
        </p:nvSpPr>
        <p:spPr>
          <a:xfrm>
            <a:off x="714574" y="461300"/>
            <a:ext cx="8056631" cy="8610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Inserir 45 -&gt; Causa Split (5 chaves no mesmo nó)</a:t>
            </a:r>
            <a:endParaRPr dirty="0"/>
          </a:p>
        </p:txBody>
      </p:sp>
      <p:sp>
        <p:nvSpPr>
          <p:cNvPr id="655" name="Google Shape;655;p21"/>
          <p:cNvSpPr txBox="1">
            <a:spLocks noGrp="1"/>
          </p:cNvSpPr>
          <p:nvPr>
            <p:ph type="body" idx="1"/>
          </p:nvPr>
        </p:nvSpPr>
        <p:spPr>
          <a:xfrm>
            <a:off x="0" y="3884443"/>
            <a:ext cx="7714800" cy="10498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Chave do meio (3ª) = </a:t>
            </a:r>
            <a:r>
              <a:rPr lang="pt-BR" b="1" dirty="0"/>
              <a:t>9</a:t>
            </a:r>
            <a:r>
              <a:rPr lang="pt-BR" dirty="0"/>
              <a:t> → </a:t>
            </a:r>
            <a:r>
              <a:rPr lang="pt-BR" b="1" dirty="0"/>
              <a:t>promovida</a:t>
            </a:r>
            <a:r>
              <a:rPr lang="pt-BR" dirty="0"/>
              <a:t> para nova raiz.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Dois nós filhos resultantes:</a:t>
            </a:r>
          </a:p>
          <a:p>
            <a:pPr lvl="1"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Esquerda: [3 | 7]</a:t>
            </a:r>
          </a:p>
          <a:p>
            <a:pPr lvl="1"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Direita: [23 | 45]</a:t>
            </a:r>
          </a:p>
          <a:p>
            <a:pPr lvl="1" indent="-304800">
              <a:buClr>
                <a:schemeClr val="dk1"/>
              </a:buClr>
              <a:buSzPts val="1200"/>
              <a:buFont typeface="ABeeZee"/>
              <a:buChar char="●"/>
            </a:pPr>
            <a:endParaRPr lang="pt-BR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●"/>
            </a:pPr>
            <a:endParaRPr lang="pt-BR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●"/>
            </a:pPr>
            <a:endParaRPr lang="pt-BR" dirty="0"/>
          </a:p>
          <a:p>
            <a:pPr marL="6096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pt-BR" dirty="0"/>
          </a:p>
        </p:txBody>
      </p:sp>
      <p:sp>
        <p:nvSpPr>
          <p:cNvPr id="2" name="Google Shape;655;p21">
            <a:extLst>
              <a:ext uri="{FF2B5EF4-FFF2-40B4-BE49-F238E27FC236}">
                <a16:creationId xmlns:a16="http://schemas.microsoft.com/office/drawing/2014/main" id="{41C66B87-B0FF-21CC-54D4-8FA8D75AF074}"/>
              </a:ext>
            </a:extLst>
          </p:cNvPr>
          <p:cNvSpPr txBox="1">
            <a:spLocks/>
          </p:cNvSpPr>
          <p:nvPr/>
        </p:nvSpPr>
        <p:spPr>
          <a:xfrm>
            <a:off x="714575" y="1259057"/>
            <a:ext cx="7714800" cy="414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200" b="0" i="0" u="none" strike="noStrike" cap="none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Antes do split (ordenado): [3 | 7 | 9 | 23 | 45]</a:t>
            </a:r>
          </a:p>
          <a:p>
            <a:pPr marL="609600" lvl="1" indent="0">
              <a:buClr>
                <a:schemeClr val="dk1"/>
              </a:buClr>
              <a:buSzPts val="1200"/>
              <a:buFont typeface="Roboto Condensed Light"/>
              <a:buNone/>
            </a:pPr>
            <a:endParaRPr lang="pt-BR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B0AF99E-3A49-0BED-4D6D-ADBCC9323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4320" y="-16881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Esquerda: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[3 | 7]</a:t>
            </a:r>
            <a:r>
              <a:rPr kumimoji="0" lang="pt-BR" altLang="pt-BR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EEBF28D-C9CD-926D-21AA-0416EC6430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9" t="31294" r="511" b="10391"/>
          <a:stretch/>
        </p:blipFill>
        <p:spPr>
          <a:xfrm>
            <a:off x="1460160" y="1803597"/>
            <a:ext cx="5468178" cy="180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540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1"/>
          <p:cNvSpPr txBox="1">
            <a:spLocks noGrp="1"/>
          </p:cNvSpPr>
          <p:nvPr>
            <p:ph type="title"/>
          </p:nvPr>
        </p:nvSpPr>
        <p:spPr>
          <a:xfrm>
            <a:off x="714575" y="461300"/>
            <a:ext cx="64389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Inserir 1</a:t>
            </a:r>
            <a:endParaRPr dirty="0"/>
          </a:p>
        </p:txBody>
      </p:sp>
      <p:sp>
        <p:nvSpPr>
          <p:cNvPr id="2" name="Google Shape;655;p21">
            <a:extLst>
              <a:ext uri="{FF2B5EF4-FFF2-40B4-BE49-F238E27FC236}">
                <a16:creationId xmlns:a16="http://schemas.microsoft.com/office/drawing/2014/main" id="{712AE73F-B98A-D5EE-DB57-37E60C654B1B}"/>
              </a:ext>
            </a:extLst>
          </p:cNvPr>
          <p:cNvSpPr txBox="1">
            <a:spLocks/>
          </p:cNvSpPr>
          <p:nvPr/>
        </p:nvSpPr>
        <p:spPr>
          <a:xfrm>
            <a:off x="412119" y="1047050"/>
            <a:ext cx="7714800" cy="414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200" b="0" i="0" u="none" strike="noStrike" cap="none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Vai para folha esquerda (porque 1 &lt; 9).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CB4FC90-BBEE-CE86-06C3-29BBC696D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75" y="1724946"/>
            <a:ext cx="6773289" cy="237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816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1"/>
          <p:cNvSpPr txBox="1">
            <a:spLocks noGrp="1"/>
          </p:cNvSpPr>
          <p:nvPr>
            <p:ph type="title"/>
          </p:nvPr>
        </p:nvSpPr>
        <p:spPr>
          <a:xfrm>
            <a:off x="714575" y="461300"/>
            <a:ext cx="64389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Inserir 14</a:t>
            </a:r>
            <a:endParaRPr dirty="0"/>
          </a:p>
        </p:txBody>
      </p:sp>
      <p:sp>
        <p:nvSpPr>
          <p:cNvPr id="655" name="Google Shape;655;p21"/>
          <p:cNvSpPr txBox="1">
            <a:spLocks noGrp="1"/>
          </p:cNvSpPr>
          <p:nvPr>
            <p:ph type="body" idx="1"/>
          </p:nvPr>
        </p:nvSpPr>
        <p:spPr>
          <a:xfrm>
            <a:off x="714575" y="4459457"/>
            <a:ext cx="7714800" cy="4149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Vai para a mesma folha (ordem crescente).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○"/>
            </a:pPr>
            <a:endParaRPr lang="pt-BR" dirty="0"/>
          </a:p>
          <a:p>
            <a:pPr marL="6096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pt-BR" dirty="0"/>
          </a:p>
        </p:txBody>
      </p:sp>
      <p:sp>
        <p:nvSpPr>
          <p:cNvPr id="2" name="Google Shape;655;p21">
            <a:extLst>
              <a:ext uri="{FF2B5EF4-FFF2-40B4-BE49-F238E27FC236}">
                <a16:creationId xmlns:a16="http://schemas.microsoft.com/office/drawing/2014/main" id="{712AE73F-B98A-D5EE-DB57-37E60C654B1B}"/>
              </a:ext>
            </a:extLst>
          </p:cNvPr>
          <p:cNvSpPr txBox="1">
            <a:spLocks/>
          </p:cNvSpPr>
          <p:nvPr/>
        </p:nvSpPr>
        <p:spPr>
          <a:xfrm>
            <a:off x="412119" y="1047050"/>
            <a:ext cx="7714800" cy="414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200" b="0" i="0" u="none" strike="noStrike" cap="none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14 &gt; 9 → vai para folha direita [23 | 45], e entra antes do 23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B4CB98-02B3-74FE-52CE-B7F42304F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85" y="1773379"/>
            <a:ext cx="6873687" cy="216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340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1"/>
          <p:cNvSpPr txBox="1">
            <a:spLocks noGrp="1"/>
          </p:cNvSpPr>
          <p:nvPr>
            <p:ph type="title"/>
          </p:nvPr>
        </p:nvSpPr>
        <p:spPr>
          <a:xfrm>
            <a:off x="714575" y="461300"/>
            <a:ext cx="64389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Inserir 25</a:t>
            </a:r>
            <a:endParaRPr dirty="0"/>
          </a:p>
        </p:txBody>
      </p:sp>
      <p:sp>
        <p:nvSpPr>
          <p:cNvPr id="655" name="Google Shape;655;p21"/>
          <p:cNvSpPr txBox="1">
            <a:spLocks noGrp="1"/>
          </p:cNvSpPr>
          <p:nvPr>
            <p:ph type="body" idx="1"/>
          </p:nvPr>
        </p:nvSpPr>
        <p:spPr>
          <a:xfrm>
            <a:off x="714575" y="4459457"/>
            <a:ext cx="7714800" cy="4149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Vai para a mesma folha (ordem crescente).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○"/>
            </a:pPr>
            <a:endParaRPr lang="pt-BR" dirty="0"/>
          </a:p>
          <a:p>
            <a:pPr marL="6096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pt-BR" dirty="0"/>
          </a:p>
        </p:txBody>
      </p:sp>
      <p:sp>
        <p:nvSpPr>
          <p:cNvPr id="2" name="Google Shape;655;p21">
            <a:extLst>
              <a:ext uri="{FF2B5EF4-FFF2-40B4-BE49-F238E27FC236}">
                <a16:creationId xmlns:a16="http://schemas.microsoft.com/office/drawing/2014/main" id="{712AE73F-B98A-D5EE-DB57-37E60C654B1B}"/>
              </a:ext>
            </a:extLst>
          </p:cNvPr>
          <p:cNvSpPr txBox="1">
            <a:spLocks/>
          </p:cNvSpPr>
          <p:nvPr/>
        </p:nvSpPr>
        <p:spPr>
          <a:xfrm>
            <a:off x="412119" y="1047050"/>
            <a:ext cx="7714800" cy="414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200" b="0" i="0" u="none" strike="noStrike" cap="none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25 &gt; 9 → folha direita [14 | 23 | 45] recebe 25 (ordenado)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1150502-575D-DA51-9DEF-0A67023BE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76" y="1657757"/>
            <a:ext cx="6881190" cy="238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864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1"/>
          <p:cNvSpPr txBox="1">
            <a:spLocks noGrp="1"/>
          </p:cNvSpPr>
          <p:nvPr>
            <p:ph type="title"/>
          </p:nvPr>
        </p:nvSpPr>
        <p:spPr>
          <a:xfrm>
            <a:off x="450166" y="447232"/>
            <a:ext cx="8925950" cy="585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Inserir 24 </a:t>
            </a:r>
            <a:r>
              <a:rPr lang="pt-BR" dirty="0"/>
              <a:t>→ folha direita recebe 5ª chave → </a:t>
            </a:r>
            <a:r>
              <a:rPr lang="pt-BR" b="1" dirty="0"/>
              <a:t>split</a:t>
            </a:r>
            <a:endParaRPr dirty="0"/>
          </a:p>
        </p:txBody>
      </p:sp>
      <p:sp>
        <p:nvSpPr>
          <p:cNvPr id="655" name="Google Shape;655;p21"/>
          <p:cNvSpPr txBox="1">
            <a:spLocks noGrp="1"/>
          </p:cNvSpPr>
          <p:nvPr>
            <p:ph type="body" idx="1"/>
          </p:nvPr>
        </p:nvSpPr>
        <p:spPr>
          <a:xfrm>
            <a:off x="595000" y="3805309"/>
            <a:ext cx="7714800" cy="4149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Chave do meio (3ª) = </a:t>
            </a:r>
            <a:r>
              <a:rPr lang="pt-BR" b="1" dirty="0"/>
              <a:t>24</a:t>
            </a:r>
            <a:r>
              <a:rPr lang="pt-BR" dirty="0"/>
              <a:t> → </a:t>
            </a:r>
            <a:r>
              <a:rPr lang="pt-BR" b="1" dirty="0"/>
              <a:t>promovida</a:t>
            </a:r>
            <a:r>
              <a:rPr lang="pt-BR" dirty="0"/>
              <a:t> para o pai (atual raiz [9])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Folhas resultantes:</a:t>
            </a:r>
          </a:p>
          <a:p>
            <a:pPr lvl="1"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Esquerda: [14 | 23]</a:t>
            </a:r>
          </a:p>
          <a:p>
            <a:pPr lvl="1"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Direita: [25 | 45]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○"/>
            </a:pPr>
            <a:endParaRPr lang="pt-BR" dirty="0"/>
          </a:p>
          <a:p>
            <a:pPr marL="6096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pt-BR" dirty="0"/>
          </a:p>
        </p:txBody>
      </p:sp>
      <p:sp>
        <p:nvSpPr>
          <p:cNvPr id="2" name="Google Shape;655;p21">
            <a:extLst>
              <a:ext uri="{FF2B5EF4-FFF2-40B4-BE49-F238E27FC236}">
                <a16:creationId xmlns:a16="http://schemas.microsoft.com/office/drawing/2014/main" id="{712AE73F-B98A-D5EE-DB57-37E60C654B1B}"/>
              </a:ext>
            </a:extLst>
          </p:cNvPr>
          <p:cNvSpPr txBox="1">
            <a:spLocks/>
          </p:cNvSpPr>
          <p:nvPr/>
        </p:nvSpPr>
        <p:spPr>
          <a:xfrm>
            <a:off x="412119" y="1047050"/>
            <a:ext cx="7714800" cy="414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200" b="0" i="0" u="none" strike="noStrike" cap="none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dirty="0"/>
              <a:t>14 &gt; 9 → vai para folha direita [23 | 45], e entra antes do 23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C86A110-645F-9E7D-2E6F-C620D3152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322" y="1463405"/>
            <a:ext cx="6567356" cy="221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12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840CD-6DE5-CBD1-81C3-3227D762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272" y="205980"/>
            <a:ext cx="8227457" cy="533311"/>
          </a:xfrm>
        </p:spPr>
        <p:txBody>
          <a:bodyPr/>
          <a:lstStyle/>
          <a:p>
            <a:r>
              <a:rPr lang="en-US" b="0" i="0" dirty="0">
                <a:solidFill>
                  <a:schemeClr val="bg1"/>
                </a:solidFill>
                <a:effectLst/>
              </a:rPr>
              <a:t>Flashlight Slide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449E87B-A5D1-5C56-34E4-56046E902DB3}"/>
              </a:ext>
            </a:extLst>
          </p:cNvPr>
          <p:cNvSpPr/>
          <p:nvPr/>
        </p:nvSpPr>
        <p:spPr>
          <a:xfrm rot="5400000" flipH="1">
            <a:off x="2275564" y="-468137"/>
            <a:ext cx="3203001" cy="5946797"/>
          </a:xfrm>
          <a:custGeom>
            <a:avLst/>
            <a:gdLst>
              <a:gd name="connsiteX0" fmla="*/ 4270668 w 4270668"/>
              <a:gd name="connsiteY0" fmla="*/ 7929063 h 7929063"/>
              <a:gd name="connsiteX1" fmla="*/ 0 w 4270668"/>
              <a:gd name="connsiteY1" fmla="*/ 7929063 h 7929063"/>
              <a:gd name="connsiteX2" fmla="*/ 1746418 w 4270668"/>
              <a:gd name="connsiteY2" fmla="*/ 0 h 7929063"/>
              <a:gd name="connsiteX3" fmla="*/ 2524250 w 4270668"/>
              <a:gd name="connsiteY3" fmla="*/ 0 h 7929063"/>
              <a:gd name="connsiteX4" fmla="*/ 4270668 w 4270668"/>
              <a:gd name="connsiteY4" fmla="*/ 7929063 h 7929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70668" h="7929063">
                <a:moveTo>
                  <a:pt x="4270668" y="7929063"/>
                </a:moveTo>
                <a:lnTo>
                  <a:pt x="0" y="7929063"/>
                </a:lnTo>
                <a:lnTo>
                  <a:pt x="1746418" y="0"/>
                </a:lnTo>
                <a:lnTo>
                  <a:pt x="2524250" y="0"/>
                </a:lnTo>
                <a:lnTo>
                  <a:pt x="4270668" y="792906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3C7313-8595-F57C-50DF-EBA60552C277}"/>
              </a:ext>
            </a:extLst>
          </p:cNvPr>
          <p:cNvSpPr txBox="1"/>
          <p:nvPr/>
        </p:nvSpPr>
        <p:spPr>
          <a:xfrm flipH="1">
            <a:off x="5744509" y="2131042"/>
            <a:ext cx="791280" cy="7315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4500" b="1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03</a:t>
            </a:r>
            <a:endParaRPr lang="en-US" sz="4500" b="1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E70A0F1-96A9-862F-9D70-8FBE581ACD57}"/>
              </a:ext>
            </a:extLst>
          </p:cNvPr>
          <p:cNvGrpSpPr/>
          <p:nvPr/>
        </p:nvGrpSpPr>
        <p:grpSpPr>
          <a:xfrm rot="16200000" flipH="1">
            <a:off x="7394945" y="1552308"/>
            <a:ext cx="607756" cy="1919733"/>
            <a:chOff x="1582583" y="3927439"/>
            <a:chExt cx="810341" cy="255964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2E66F83-7C4A-B253-5B77-EBCE5DB6C8BE}"/>
                </a:ext>
              </a:extLst>
            </p:cNvPr>
            <p:cNvSpPr/>
            <p:nvPr/>
          </p:nvSpPr>
          <p:spPr>
            <a:xfrm rot="16200000">
              <a:off x="1676485" y="5029862"/>
              <a:ext cx="157337" cy="123963"/>
            </a:xfrm>
            <a:custGeom>
              <a:avLst/>
              <a:gdLst>
                <a:gd name="connsiteX0" fmla="*/ 260318 w 314325"/>
                <a:gd name="connsiteY0" fmla="*/ 247650 h 247650"/>
                <a:gd name="connsiteX1" fmla="*/ 54007 w 314325"/>
                <a:gd name="connsiteY1" fmla="*/ 247650 h 247650"/>
                <a:gd name="connsiteX2" fmla="*/ 0 w 314325"/>
                <a:gd name="connsiteY2" fmla="*/ 193643 h 247650"/>
                <a:gd name="connsiteX3" fmla="*/ 0 w 314325"/>
                <a:gd name="connsiteY3" fmla="*/ 54007 h 247650"/>
                <a:gd name="connsiteX4" fmla="*/ 54007 w 314325"/>
                <a:gd name="connsiteY4" fmla="*/ 0 h 247650"/>
                <a:gd name="connsiteX5" fmla="*/ 260318 w 314325"/>
                <a:gd name="connsiteY5" fmla="*/ 0 h 247650"/>
                <a:gd name="connsiteX6" fmla="*/ 314325 w 314325"/>
                <a:gd name="connsiteY6" fmla="*/ 54007 h 247650"/>
                <a:gd name="connsiteX7" fmla="*/ 314325 w 314325"/>
                <a:gd name="connsiteY7" fmla="*/ 193643 h 247650"/>
                <a:gd name="connsiteX8" fmla="*/ 260318 w 314325"/>
                <a:gd name="connsiteY8" fmla="*/ 24765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4325" h="247650">
                  <a:moveTo>
                    <a:pt x="260318" y="247650"/>
                  </a:moveTo>
                  <a:lnTo>
                    <a:pt x="54007" y="247650"/>
                  </a:lnTo>
                  <a:cubicBezTo>
                    <a:pt x="24289" y="247650"/>
                    <a:pt x="0" y="223361"/>
                    <a:pt x="0" y="193643"/>
                  </a:cubicBezTo>
                  <a:lnTo>
                    <a:pt x="0" y="54007"/>
                  </a:lnTo>
                  <a:cubicBezTo>
                    <a:pt x="0" y="24289"/>
                    <a:pt x="24289" y="0"/>
                    <a:pt x="54007" y="0"/>
                  </a:cubicBezTo>
                  <a:lnTo>
                    <a:pt x="260318" y="0"/>
                  </a:lnTo>
                  <a:cubicBezTo>
                    <a:pt x="290036" y="0"/>
                    <a:pt x="314325" y="24289"/>
                    <a:pt x="314325" y="54007"/>
                  </a:cubicBezTo>
                  <a:lnTo>
                    <a:pt x="314325" y="193643"/>
                  </a:lnTo>
                  <a:cubicBezTo>
                    <a:pt x="314325" y="223361"/>
                    <a:pt x="290036" y="247650"/>
                    <a:pt x="260318" y="24765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43BB8FF-43FF-F78C-CBFC-B64BB01EEB17}"/>
                </a:ext>
              </a:extLst>
            </p:cNvPr>
            <p:cNvSpPr/>
            <p:nvPr/>
          </p:nvSpPr>
          <p:spPr>
            <a:xfrm rot="16200000">
              <a:off x="1315180" y="5280511"/>
              <a:ext cx="1335764" cy="519368"/>
            </a:xfrm>
            <a:custGeom>
              <a:avLst/>
              <a:gdLst>
                <a:gd name="connsiteX0" fmla="*/ 2629662 w 2905125"/>
                <a:gd name="connsiteY0" fmla="*/ 0 h 790575"/>
                <a:gd name="connsiteX1" fmla="*/ 2428875 w 2905125"/>
                <a:gd name="connsiteY1" fmla="*/ 95250 h 790575"/>
                <a:gd name="connsiteX2" fmla="*/ 2228088 w 2905125"/>
                <a:gd name="connsiteY2" fmla="*/ 0 h 790575"/>
                <a:gd name="connsiteX3" fmla="*/ 0 w 2905125"/>
                <a:gd name="connsiteY3" fmla="*/ 0 h 790575"/>
                <a:gd name="connsiteX4" fmla="*/ 0 w 2905125"/>
                <a:gd name="connsiteY4" fmla="*/ 790575 h 790575"/>
                <a:gd name="connsiteX5" fmla="*/ 2905125 w 2905125"/>
                <a:gd name="connsiteY5" fmla="*/ 790575 h 790575"/>
                <a:gd name="connsiteX6" fmla="*/ 2905125 w 2905125"/>
                <a:gd name="connsiteY6" fmla="*/ 0 h 790575"/>
                <a:gd name="connsiteX7" fmla="*/ 2629662 w 2905125"/>
                <a:gd name="connsiteY7" fmla="*/ 0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05125" h="790575">
                  <a:moveTo>
                    <a:pt x="2629662" y="0"/>
                  </a:moveTo>
                  <a:cubicBezTo>
                    <a:pt x="2603849" y="55054"/>
                    <a:pt x="2523744" y="95250"/>
                    <a:pt x="2428875" y="95250"/>
                  </a:cubicBezTo>
                  <a:cubicBezTo>
                    <a:pt x="2334006" y="95250"/>
                    <a:pt x="2253806" y="55054"/>
                    <a:pt x="2228088" y="0"/>
                  </a:cubicBezTo>
                  <a:lnTo>
                    <a:pt x="0" y="0"/>
                  </a:lnTo>
                  <a:lnTo>
                    <a:pt x="0" y="790575"/>
                  </a:lnTo>
                  <a:lnTo>
                    <a:pt x="2905125" y="790575"/>
                  </a:lnTo>
                  <a:lnTo>
                    <a:pt x="2905125" y="0"/>
                  </a:lnTo>
                  <a:lnTo>
                    <a:pt x="2629662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19564A9-D576-165B-474B-6012BBCDE9F8}"/>
                </a:ext>
              </a:extLst>
            </p:cNvPr>
            <p:cNvSpPr/>
            <p:nvPr/>
          </p:nvSpPr>
          <p:spPr>
            <a:xfrm rot="16200000">
              <a:off x="1748595" y="4278043"/>
              <a:ext cx="481448" cy="807211"/>
            </a:xfrm>
            <a:custGeom>
              <a:avLst/>
              <a:gdLst>
                <a:gd name="connsiteX0" fmla="*/ 690563 w 732853"/>
                <a:gd name="connsiteY0" fmla="*/ 0 h 1228725"/>
                <a:gd name="connsiteX1" fmla="*/ 76200 w 732853"/>
                <a:gd name="connsiteY1" fmla="*/ 209550 h 1228725"/>
                <a:gd name="connsiteX2" fmla="*/ 76200 w 732853"/>
                <a:gd name="connsiteY2" fmla="*/ 210312 h 1228725"/>
                <a:gd name="connsiteX3" fmla="*/ 0 w 732853"/>
                <a:gd name="connsiteY3" fmla="*/ 604838 h 1228725"/>
                <a:gd name="connsiteX4" fmla="*/ 76200 w 732853"/>
                <a:gd name="connsiteY4" fmla="*/ 999363 h 1228725"/>
                <a:gd name="connsiteX5" fmla="*/ 76200 w 732853"/>
                <a:gd name="connsiteY5" fmla="*/ 1000125 h 1228725"/>
                <a:gd name="connsiteX6" fmla="*/ 690563 w 732853"/>
                <a:gd name="connsiteY6" fmla="*/ 1228725 h 1228725"/>
                <a:gd name="connsiteX7" fmla="*/ 732854 w 732853"/>
                <a:gd name="connsiteY7" fmla="*/ 38290 h 1228725"/>
                <a:gd name="connsiteX8" fmla="*/ 690563 w 732853"/>
                <a:gd name="connsiteY8" fmla="*/ 0 h 12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853" h="1228725">
                  <a:moveTo>
                    <a:pt x="690563" y="0"/>
                  </a:moveTo>
                  <a:lnTo>
                    <a:pt x="76200" y="209550"/>
                  </a:lnTo>
                  <a:lnTo>
                    <a:pt x="76200" y="210312"/>
                  </a:lnTo>
                  <a:cubicBezTo>
                    <a:pt x="33719" y="222313"/>
                    <a:pt x="0" y="394335"/>
                    <a:pt x="0" y="604838"/>
                  </a:cubicBezTo>
                  <a:cubicBezTo>
                    <a:pt x="0" y="815340"/>
                    <a:pt x="33719" y="987362"/>
                    <a:pt x="76200" y="999363"/>
                  </a:cubicBezTo>
                  <a:lnTo>
                    <a:pt x="76200" y="1000125"/>
                  </a:lnTo>
                  <a:lnTo>
                    <a:pt x="690563" y="1228725"/>
                  </a:lnTo>
                  <a:lnTo>
                    <a:pt x="732854" y="38290"/>
                  </a:lnTo>
                  <a:lnTo>
                    <a:pt x="690563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B6DE146-CE01-6D0D-C6AD-DF9B50E03DCD}"/>
                </a:ext>
              </a:extLst>
            </p:cNvPr>
            <p:cNvSpPr/>
            <p:nvPr/>
          </p:nvSpPr>
          <p:spPr>
            <a:xfrm rot="16200000">
              <a:off x="1713990" y="6189856"/>
              <a:ext cx="256555" cy="287842"/>
            </a:xfrm>
            <a:custGeom>
              <a:avLst/>
              <a:gdLst>
                <a:gd name="connsiteX0" fmla="*/ 336518 w 390525"/>
                <a:gd name="connsiteY0" fmla="*/ 0 h 438150"/>
                <a:gd name="connsiteX1" fmla="*/ 54007 w 390525"/>
                <a:gd name="connsiteY1" fmla="*/ 0 h 438150"/>
                <a:gd name="connsiteX2" fmla="*/ 0 w 390525"/>
                <a:gd name="connsiteY2" fmla="*/ 54007 h 438150"/>
                <a:gd name="connsiteX3" fmla="*/ 0 w 390525"/>
                <a:gd name="connsiteY3" fmla="*/ 384143 h 438150"/>
                <a:gd name="connsiteX4" fmla="*/ 54007 w 390525"/>
                <a:gd name="connsiteY4" fmla="*/ 438150 h 438150"/>
                <a:gd name="connsiteX5" fmla="*/ 336518 w 390525"/>
                <a:gd name="connsiteY5" fmla="*/ 438150 h 438150"/>
                <a:gd name="connsiteX6" fmla="*/ 390525 w 390525"/>
                <a:gd name="connsiteY6" fmla="*/ 384143 h 438150"/>
                <a:gd name="connsiteX7" fmla="*/ 390525 w 390525"/>
                <a:gd name="connsiteY7" fmla="*/ 54007 h 438150"/>
                <a:gd name="connsiteX8" fmla="*/ 336518 w 390525"/>
                <a:gd name="connsiteY8" fmla="*/ 0 h 438150"/>
                <a:gd name="connsiteX9" fmla="*/ 80963 w 390525"/>
                <a:gd name="connsiteY9" fmla="*/ 114300 h 438150"/>
                <a:gd name="connsiteX10" fmla="*/ 47625 w 390525"/>
                <a:gd name="connsiteY10" fmla="*/ 80963 h 438150"/>
                <a:gd name="connsiteX11" fmla="*/ 80963 w 390525"/>
                <a:gd name="connsiteY11" fmla="*/ 47625 h 438150"/>
                <a:gd name="connsiteX12" fmla="*/ 114300 w 390525"/>
                <a:gd name="connsiteY12" fmla="*/ 80963 h 438150"/>
                <a:gd name="connsiteX13" fmla="*/ 80963 w 390525"/>
                <a:gd name="connsiteY13" fmla="*/ 114300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0525" h="438150">
                  <a:moveTo>
                    <a:pt x="336518" y="0"/>
                  </a:moveTo>
                  <a:lnTo>
                    <a:pt x="54007" y="0"/>
                  </a:lnTo>
                  <a:cubicBezTo>
                    <a:pt x="24289" y="0"/>
                    <a:pt x="0" y="24289"/>
                    <a:pt x="0" y="54007"/>
                  </a:cubicBezTo>
                  <a:lnTo>
                    <a:pt x="0" y="384143"/>
                  </a:lnTo>
                  <a:cubicBezTo>
                    <a:pt x="0" y="413861"/>
                    <a:pt x="24289" y="438150"/>
                    <a:pt x="54007" y="438150"/>
                  </a:cubicBezTo>
                  <a:lnTo>
                    <a:pt x="336518" y="438150"/>
                  </a:lnTo>
                  <a:cubicBezTo>
                    <a:pt x="366236" y="438150"/>
                    <a:pt x="390525" y="413861"/>
                    <a:pt x="390525" y="384143"/>
                  </a:cubicBezTo>
                  <a:lnTo>
                    <a:pt x="390525" y="54007"/>
                  </a:lnTo>
                  <a:cubicBezTo>
                    <a:pt x="390525" y="24289"/>
                    <a:pt x="366236" y="0"/>
                    <a:pt x="336518" y="0"/>
                  </a:cubicBezTo>
                  <a:close/>
                  <a:moveTo>
                    <a:pt x="80963" y="114300"/>
                  </a:moveTo>
                  <a:cubicBezTo>
                    <a:pt x="62579" y="114300"/>
                    <a:pt x="47625" y="99346"/>
                    <a:pt x="47625" y="80963"/>
                  </a:cubicBezTo>
                  <a:cubicBezTo>
                    <a:pt x="47625" y="62579"/>
                    <a:pt x="62579" y="47625"/>
                    <a:pt x="80963" y="47625"/>
                  </a:cubicBezTo>
                  <a:cubicBezTo>
                    <a:pt x="99346" y="47625"/>
                    <a:pt x="114300" y="62579"/>
                    <a:pt x="114300" y="80963"/>
                  </a:cubicBezTo>
                  <a:cubicBezTo>
                    <a:pt x="114300" y="99346"/>
                    <a:pt x="99346" y="114300"/>
                    <a:pt x="80963" y="11430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C6D62CA-42E0-0824-72B3-7132E48A57C6}"/>
                </a:ext>
              </a:extLst>
            </p:cNvPr>
            <p:cNvSpPr/>
            <p:nvPr/>
          </p:nvSpPr>
          <p:spPr>
            <a:xfrm rot="16200000">
              <a:off x="1717119" y="3871123"/>
              <a:ext cx="541268" cy="810339"/>
            </a:xfrm>
            <a:custGeom>
              <a:avLst/>
              <a:gdLst>
                <a:gd name="connsiteX0" fmla="*/ 119063 w 823912"/>
                <a:gd name="connsiteY0" fmla="*/ 4763 h 1233487"/>
                <a:gd name="connsiteX1" fmla="*/ 0 w 823912"/>
                <a:gd name="connsiteY1" fmla="*/ 619125 h 1233487"/>
                <a:gd name="connsiteX2" fmla="*/ 119063 w 823912"/>
                <a:gd name="connsiteY2" fmla="*/ 1233488 h 1233487"/>
                <a:gd name="connsiteX3" fmla="*/ 823913 w 823912"/>
                <a:gd name="connsiteY3" fmla="*/ 1228725 h 1233487"/>
                <a:gd name="connsiteX4" fmla="*/ 823913 w 823912"/>
                <a:gd name="connsiteY4" fmla="*/ 0 h 1233487"/>
                <a:gd name="connsiteX5" fmla="*/ 119063 w 823912"/>
                <a:gd name="connsiteY5" fmla="*/ 4763 h 1233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3912" h="1233487">
                  <a:moveTo>
                    <a:pt x="119063" y="4763"/>
                  </a:moveTo>
                  <a:cubicBezTo>
                    <a:pt x="53340" y="4763"/>
                    <a:pt x="0" y="279844"/>
                    <a:pt x="0" y="619125"/>
                  </a:cubicBezTo>
                  <a:cubicBezTo>
                    <a:pt x="0" y="958405"/>
                    <a:pt x="53340" y="1233488"/>
                    <a:pt x="119063" y="1233488"/>
                  </a:cubicBezTo>
                  <a:lnTo>
                    <a:pt x="823913" y="1228725"/>
                  </a:lnTo>
                  <a:lnTo>
                    <a:pt x="823913" y="0"/>
                  </a:lnTo>
                  <a:lnTo>
                    <a:pt x="119063" y="476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8294AAD-207A-AF51-7A7B-8E4BB94FF20C}"/>
                </a:ext>
              </a:extLst>
            </p:cNvPr>
            <p:cNvSpPr/>
            <p:nvPr/>
          </p:nvSpPr>
          <p:spPr>
            <a:xfrm rot="16200000">
              <a:off x="1907972" y="3602051"/>
              <a:ext cx="156436" cy="807211"/>
            </a:xfrm>
            <a:custGeom>
              <a:avLst/>
              <a:gdLst>
                <a:gd name="connsiteX0" fmla="*/ 238125 w 238125"/>
                <a:gd name="connsiteY0" fmla="*/ 614363 h 1228725"/>
                <a:gd name="connsiteX1" fmla="*/ 119063 w 238125"/>
                <a:gd name="connsiteY1" fmla="*/ 1228725 h 1228725"/>
                <a:gd name="connsiteX2" fmla="*/ 0 w 238125"/>
                <a:gd name="connsiteY2" fmla="*/ 614363 h 1228725"/>
                <a:gd name="connsiteX3" fmla="*/ 119063 w 238125"/>
                <a:gd name="connsiteY3" fmla="*/ 0 h 1228725"/>
                <a:gd name="connsiteX4" fmla="*/ 238125 w 238125"/>
                <a:gd name="connsiteY4" fmla="*/ 614363 h 12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125" h="1228725">
                  <a:moveTo>
                    <a:pt x="238125" y="614363"/>
                  </a:moveTo>
                  <a:cubicBezTo>
                    <a:pt x="238125" y="953666"/>
                    <a:pt x="184819" y="1228725"/>
                    <a:pt x="119063" y="1228725"/>
                  </a:cubicBezTo>
                  <a:cubicBezTo>
                    <a:pt x="53306" y="1228725"/>
                    <a:pt x="0" y="953666"/>
                    <a:pt x="0" y="614363"/>
                  </a:cubicBezTo>
                  <a:cubicBezTo>
                    <a:pt x="0" y="275059"/>
                    <a:pt x="53306" y="0"/>
                    <a:pt x="119063" y="0"/>
                  </a:cubicBezTo>
                  <a:cubicBezTo>
                    <a:pt x="184819" y="0"/>
                    <a:pt x="238125" y="275059"/>
                    <a:pt x="238125" y="61436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F2A5851-E0E3-79D3-13DA-EAA6D0C36239}"/>
                </a:ext>
              </a:extLst>
            </p:cNvPr>
            <p:cNvSpPr/>
            <p:nvPr/>
          </p:nvSpPr>
          <p:spPr>
            <a:xfrm rot="16200000">
              <a:off x="1926743" y="3639596"/>
              <a:ext cx="118892" cy="719606"/>
            </a:xfrm>
            <a:custGeom>
              <a:avLst/>
              <a:gdLst>
                <a:gd name="connsiteX0" fmla="*/ 180975 w 180975"/>
                <a:gd name="connsiteY0" fmla="*/ 547688 h 1095375"/>
                <a:gd name="connsiteX1" fmla="*/ 90488 w 180975"/>
                <a:gd name="connsiteY1" fmla="*/ 1095375 h 1095375"/>
                <a:gd name="connsiteX2" fmla="*/ 0 w 180975"/>
                <a:gd name="connsiteY2" fmla="*/ 547688 h 1095375"/>
                <a:gd name="connsiteX3" fmla="*/ 90488 w 180975"/>
                <a:gd name="connsiteY3" fmla="*/ 0 h 1095375"/>
                <a:gd name="connsiteX4" fmla="*/ 180975 w 180975"/>
                <a:gd name="connsiteY4" fmla="*/ 547688 h 109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975" h="1095375">
                  <a:moveTo>
                    <a:pt x="180975" y="547688"/>
                  </a:moveTo>
                  <a:cubicBezTo>
                    <a:pt x="180975" y="850167"/>
                    <a:pt x="140462" y="1095375"/>
                    <a:pt x="90488" y="1095375"/>
                  </a:cubicBezTo>
                  <a:cubicBezTo>
                    <a:pt x="40513" y="1095375"/>
                    <a:pt x="0" y="850167"/>
                    <a:pt x="0" y="547688"/>
                  </a:cubicBezTo>
                  <a:cubicBezTo>
                    <a:pt x="0" y="245208"/>
                    <a:pt x="40513" y="0"/>
                    <a:pt x="90488" y="0"/>
                  </a:cubicBezTo>
                  <a:cubicBezTo>
                    <a:pt x="140462" y="0"/>
                    <a:pt x="180975" y="245208"/>
                    <a:pt x="180975" y="54768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2E2B517-33C9-0A30-1884-99A7CC69E79B}"/>
                </a:ext>
              </a:extLst>
            </p:cNvPr>
            <p:cNvSpPr/>
            <p:nvPr/>
          </p:nvSpPr>
          <p:spPr>
            <a:xfrm rot="16200000">
              <a:off x="1860007" y="5881962"/>
              <a:ext cx="254427" cy="613416"/>
            </a:xfrm>
            <a:custGeom>
              <a:avLst/>
              <a:gdLst>
                <a:gd name="connsiteX0" fmla="*/ 387287 w 387286"/>
                <a:gd name="connsiteY0" fmla="*/ 65246 h 933735"/>
                <a:gd name="connsiteX1" fmla="*/ 347663 w 387286"/>
                <a:gd name="connsiteY1" fmla="*/ 0 h 933735"/>
                <a:gd name="connsiteX2" fmla="*/ 241364 w 387286"/>
                <a:gd name="connsiteY2" fmla="*/ 65246 h 933735"/>
                <a:gd name="connsiteX3" fmla="*/ 0 w 387286"/>
                <a:gd name="connsiteY3" fmla="*/ 65246 h 933735"/>
                <a:gd name="connsiteX4" fmla="*/ 0 w 387286"/>
                <a:gd name="connsiteY4" fmla="*/ 855821 h 933735"/>
                <a:gd name="connsiteX5" fmla="*/ 241364 w 387286"/>
                <a:gd name="connsiteY5" fmla="*/ 855821 h 933735"/>
                <a:gd name="connsiteX6" fmla="*/ 241364 w 387286"/>
                <a:gd name="connsiteY6" fmla="*/ 886206 h 933735"/>
                <a:gd name="connsiteX7" fmla="*/ 347663 w 387286"/>
                <a:gd name="connsiteY7" fmla="*/ 933736 h 933735"/>
                <a:gd name="connsiteX8" fmla="*/ 383381 w 387286"/>
                <a:gd name="connsiteY8" fmla="*/ 855726 h 933735"/>
                <a:gd name="connsiteX9" fmla="*/ 342900 w 387286"/>
                <a:gd name="connsiteY9" fmla="*/ 466725 h 933735"/>
                <a:gd name="connsiteX10" fmla="*/ 387287 w 387286"/>
                <a:gd name="connsiteY10" fmla="*/ 65246 h 93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86" h="933735">
                  <a:moveTo>
                    <a:pt x="387287" y="65246"/>
                  </a:moveTo>
                  <a:lnTo>
                    <a:pt x="347663" y="0"/>
                  </a:lnTo>
                  <a:lnTo>
                    <a:pt x="241364" y="65246"/>
                  </a:lnTo>
                  <a:lnTo>
                    <a:pt x="0" y="65246"/>
                  </a:lnTo>
                  <a:lnTo>
                    <a:pt x="0" y="855821"/>
                  </a:lnTo>
                  <a:lnTo>
                    <a:pt x="241364" y="855821"/>
                  </a:lnTo>
                  <a:lnTo>
                    <a:pt x="241364" y="886206"/>
                  </a:lnTo>
                  <a:lnTo>
                    <a:pt x="347663" y="933736"/>
                  </a:lnTo>
                  <a:lnTo>
                    <a:pt x="383381" y="855726"/>
                  </a:lnTo>
                  <a:cubicBezTo>
                    <a:pt x="358997" y="772097"/>
                    <a:pt x="342900" y="629126"/>
                    <a:pt x="342900" y="466725"/>
                  </a:cubicBezTo>
                  <a:cubicBezTo>
                    <a:pt x="342900" y="295942"/>
                    <a:pt x="360712" y="146590"/>
                    <a:pt x="387287" y="6524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7AC2F5E-16F2-62C7-04BA-423246B46314}"/>
                </a:ext>
              </a:extLst>
            </p:cNvPr>
            <p:cNvSpPr/>
            <p:nvPr/>
          </p:nvSpPr>
          <p:spPr>
            <a:xfrm rot="16200000">
              <a:off x="1785418" y="5978573"/>
              <a:ext cx="403605" cy="613416"/>
            </a:xfrm>
            <a:custGeom>
              <a:avLst/>
              <a:gdLst>
                <a:gd name="connsiteX0" fmla="*/ 523875 w 614362"/>
                <a:gd name="connsiteY0" fmla="*/ 466915 h 933735"/>
                <a:gd name="connsiteX1" fmla="*/ 614363 w 614362"/>
                <a:gd name="connsiteY1" fmla="*/ 0 h 933735"/>
                <a:gd name="connsiteX2" fmla="*/ 345186 w 614362"/>
                <a:gd name="connsiteY2" fmla="*/ 0 h 933735"/>
                <a:gd name="connsiteX3" fmla="*/ 5715 w 614362"/>
                <a:gd name="connsiteY3" fmla="*/ 303371 h 933735"/>
                <a:gd name="connsiteX4" fmla="*/ 0 w 614362"/>
                <a:gd name="connsiteY4" fmla="*/ 466820 h 933735"/>
                <a:gd name="connsiteX5" fmla="*/ 90488 w 614362"/>
                <a:gd name="connsiteY5" fmla="*/ 933736 h 933735"/>
                <a:gd name="connsiteX6" fmla="*/ 614363 w 614362"/>
                <a:gd name="connsiteY6" fmla="*/ 933736 h 933735"/>
                <a:gd name="connsiteX7" fmla="*/ 523875 w 614362"/>
                <a:gd name="connsiteY7" fmla="*/ 466915 h 93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4362" h="933735">
                  <a:moveTo>
                    <a:pt x="523875" y="466915"/>
                  </a:moveTo>
                  <a:cubicBezTo>
                    <a:pt x="523875" y="209074"/>
                    <a:pt x="564356" y="0"/>
                    <a:pt x="614363" y="0"/>
                  </a:cubicBezTo>
                  <a:lnTo>
                    <a:pt x="345186" y="0"/>
                  </a:lnTo>
                  <a:lnTo>
                    <a:pt x="5715" y="303371"/>
                  </a:lnTo>
                  <a:cubicBezTo>
                    <a:pt x="2000" y="354235"/>
                    <a:pt x="0" y="409289"/>
                    <a:pt x="0" y="466820"/>
                  </a:cubicBezTo>
                  <a:cubicBezTo>
                    <a:pt x="0" y="724662"/>
                    <a:pt x="40481" y="933736"/>
                    <a:pt x="90488" y="933736"/>
                  </a:cubicBezTo>
                  <a:lnTo>
                    <a:pt x="614363" y="933736"/>
                  </a:lnTo>
                  <a:cubicBezTo>
                    <a:pt x="564356" y="933831"/>
                    <a:pt x="523875" y="724757"/>
                    <a:pt x="523875" y="46691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</p:grpSp>
      <p:sp>
        <p:nvSpPr>
          <p:cNvPr id="21" name="Rectangle 47">
            <a:extLst>
              <a:ext uri="{FF2B5EF4-FFF2-40B4-BE49-F238E27FC236}">
                <a16:creationId xmlns:a16="http://schemas.microsoft.com/office/drawing/2014/main" id="{369B4765-5F4D-7AEF-FD2E-1C13D1E134F5}"/>
              </a:ext>
            </a:extLst>
          </p:cNvPr>
          <p:cNvSpPr/>
          <p:nvPr/>
        </p:nvSpPr>
        <p:spPr>
          <a:xfrm>
            <a:off x="1340186" y="2266556"/>
            <a:ext cx="2845013" cy="460505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ea typeface="Segoe UI Black" panose="020B0A02040204020203" pitchFamily="34" charset="0"/>
              </a:rPr>
              <a:t>REMOÇÃO</a:t>
            </a:r>
          </a:p>
        </p:txBody>
      </p:sp>
    </p:spTree>
    <p:extLst>
      <p:ext uri="{BB962C8B-B14F-4D97-AF65-F5344CB8AC3E}">
        <p14:creationId xmlns:p14="http://schemas.microsoft.com/office/powerpoint/2010/main" val="791137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1"/>
          <p:cNvSpPr txBox="1">
            <a:spLocks noGrp="1"/>
          </p:cNvSpPr>
          <p:nvPr>
            <p:ph type="title"/>
          </p:nvPr>
        </p:nvSpPr>
        <p:spPr>
          <a:xfrm>
            <a:off x="450166" y="447232"/>
            <a:ext cx="8925950" cy="585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Remoção de 3</a:t>
            </a:r>
            <a:endParaRPr dirty="0"/>
          </a:p>
        </p:txBody>
      </p:sp>
      <p:sp>
        <p:nvSpPr>
          <p:cNvPr id="2" name="Google Shape;655;p21">
            <a:extLst>
              <a:ext uri="{FF2B5EF4-FFF2-40B4-BE49-F238E27FC236}">
                <a16:creationId xmlns:a16="http://schemas.microsoft.com/office/drawing/2014/main" id="{712AE73F-B98A-D5EE-DB57-37E60C654B1B}"/>
              </a:ext>
            </a:extLst>
          </p:cNvPr>
          <p:cNvSpPr txBox="1">
            <a:spLocks/>
          </p:cNvSpPr>
          <p:nvPr/>
        </p:nvSpPr>
        <p:spPr>
          <a:xfrm>
            <a:off x="390173" y="1048408"/>
            <a:ext cx="7714800" cy="414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200" b="0" i="0" u="none" strike="noStrike" cap="none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Onde está:</a:t>
            </a:r>
            <a:r>
              <a:rPr lang="pt-BR" dirty="0"/>
              <a:t> na folha do filho esquerdo [1 | 3 | 5 | 7].</a:t>
            </a:r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Ação:</a:t>
            </a:r>
            <a:r>
              <a:rPr lang="pt-BR" dirty="0"/>
              <a:t> simplesmente removemos 3 da folha (é uma remoção em folha).</a:t>
            </a:r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Novo conteúdo do nó esquerdo:</a:t>
            </a:r>
            <a:r>
              <a:rPr lang="pt-BR" dirty="0"/>
              <a:t>  [1 | 5 |7 ] (3 chaves).</a:t>
            </a:r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Verificação do mínimo:</a:t>
            </a:r>
            <a:r>
              <a:rPr lang="pt-BR" dirty="0"/>
              <a:t> 3 ≥ 2 → </a:t>
            </a:r>
            <a:r>
              <a:rPr lang="pt-BR" b="1" dirty="0"/>
              <a:t>não é necessário reequilíbrio</a:t>
            </a:r>
            <a:r>
              <a:rPr lang="pt-BR" dirty="0"/>
              <a:t>.</a:t>
            </a:r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75FA2B9-EF6A-7652-4B36-3F5E3C6F4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84" y="2088833"/>
            <a:ext cx="6963646" cy="212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539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1"/>
          <p:cNvSpPr txBox="1">
            <a:spLocks noGrp="1"/>
          </p:cNvSpPr>
          <p:nvPr>
            <p:ph type="title"/>
          </p:nvPr>
        </p:nvSpPr>
        <p:spPr>
          <a:xfrm>
            <a:off x="450166" y="447232"/>
            <a:ext cx="8925950" cy="585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Remoção de 9 </a:t>
            </a:r>
            <a:r>
              <a:rPr lang="pt-BR" dirty="0"/>
              <a:t>(chave interna)</a:t>
            </a:r>
            <a:endParaRPr dirty="0"/>
          </a:p>
        </p:txBody>
      </p:sp>
      <p:sp>
        <p:nvSpPr>
          <p:cNvPr id="2" name="Google Shape;655;p21">
            <a:extLst>
              <a:ext uri="{FF2B5EF4-FFF2-40B4-BE49-F238E27FC236}">
                <a16:creationId xmlns:a16="http://schemas.microsoft.com/office/drawing/2014/main" id="{712AE73F-B98A-D5EE-DB57-37E60C654B1B}"/>
              </a:ext>
            </a:extLst>
          </p:cNvPr>
          <p:cNvSpPr txBox="1">
            <a:spLocks/>
          </p:cNvSpPr>
          <p:nvPr/>
        </p:nvSpPr>
        <p:spPr>
          <a:xfrm>
            <a:off x="390173" y="1048408"/>
            <a:ext cx="7714800" cy="414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200" b="0" i="0" u="none" strike="noStrike" cap="none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Onde está:</a:t>
            </a:r>
            <a:r>
              <a:rPr lang="pt-BR" dirty="0"/>
              <a:t> 9 está na </a:t>
            </a:r>
            <a:r>
              <a:rPr lang="pt-BR" b="1" dirty="0"/>
              <a:t>raiz</a:t>
            </a:r>
            <a:r>
              <a:rPr lang="pt-BR" dirty="0"/>
              <a:t> (nó interno).</a:t>
            </a:r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Regra para remover chave interna:</a:t>
            </a:r>
            <a:r>
              <a:rPr lang="pt-BR" dirty="0"/>
              <a:t> substituir pela </a:t>
            </a:r>
            <a:r>
              <a:rPr lang="pt-BR" b="1" dirty="0"/>
              <a:t>antecessora</a:t>
            </a:r>
            <a:r>
              <a:rPr lang="pt-BR" dirty="0"/>
              <a:t> (maior chave do filho à esquerda) </a:t>
            </a:r>
            <a:r>
              <a:rPr lang="pt-BR" b="1" dirty="0"/>
              <a:t>ou</a:t>
            </a:r>
            <a:r>
              <a:rPr lang="pt-BR" dirty="0"/>
              <a:t> pelo sucessor (menor do filho à direita) e então remover essa chave na folha correspondente.</a:t>
            </a:r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Escolha:</a:t>
            </a:r>
            <a:r>
              <a:rPr lang="pt-BR" dirty="0"/>
              <a:t> usamos o </a:t>
            </a:r>
            <a:r>
              <a:rPr lang="pt-BR" b="1" dirty="0"/>
              <a:t>predecessor</a:t>
            </a:r>
            <a:r>
              <a:rPr lang="pt-BR" dirty="0"/>
              <a:t> (máximo no filho esquerdo). No filho esquerdo [1 | 5 |7 ]  o máximo é 7.</a:t>
            </a:r>
          </a:p>
          <a:p>
            <a:r>
              <a:rPr lang="pt-BR" b="1" dirty="0"/>
              <a:t>Passos:</a:t>
            </a:r>
            <a:endParaRPr lang="pt-BR" dirty="0"/>
          </a:p>
          <a:p>
            <a:pPr>
              <a:buFont typeface="+mj-lt"/>
              <a:buAutoNum type="arabicPeriod"/>
            </a:pPr>
            <a:r>
              <a:rPr lang="pt-BR" dirty="0"/>
              <a:t>Substituir </a:t>
            </a:r>
            <a:r>
              <a:rPr lang="pt-BR" b="1" dirty="0"/>
              <a:t>9</a:t>
            </a:r>
            <a:r>
              <a:rPr lang="pt-BR" dirty="0"/>
              <a:t> por </a:t>
            </a:r>
            <a:r>
              <a:rPr lang="pt-BR" b="1" dirty="0"/>
              <a:t>7</a:t>
            </a:r>
            <a:r>
              <a:rPr lang="pt-BR" dirty="0"/>
              <a:t> na raiz → raiz vira [7 | 24].</a:t>
            </a:r>
          </a:p>
          <a:p>
            <a:pPr>
              <a:buFont typeface="+mj-lt"/>
              <a:buAutoNum type="arabicPeriod"/>
            </a:pPr>
            <a:r>
              <a:rPr lang="pt-BR" dirty="0"/>
              <a:t>Remover </a:t>
            </a:r>
            <a:r>
              <a:rPr lang="pt-BR" b="1" dirty="0"/>
              <a:t>7</a:t>
            </a:r>
            <a:r>
              <a:rPr lang="pt-BR" dirty="0"/>
              <a:t> do filho esquerdo (era onde estava o predecessor).</a:t>
            </a:r>
          </a:p>
          <a:p>
            <a:pPr marL="139700" indent="0">
              <a:buNone/>
            </a:pPr>
            <a:endParaRPr lang="pt-BR" b="1" dirty="0"/>
          </a:p>
          <a:p>
            <a:pPr marL="139700" indent="0">
              <a:buNone/>
            </a:pPr>
            <a:endParaRPr lang="pt-BR" dirty="0"/>
          </a:p>
          <a:p>
            <a:pPr marL="139700" indent="0">
              <a:buNone/>
            </a:pPr>
            <a:endParaRPr lang="pt-BR" dirty="0"/>
          </a:p>
          <a:p>
            <a:pPr marL="139700" indent="0">
              <a:buNone/>
            </a:pPr>
            <a:endParaRPr lang="pt-BR" dirty="0"/>
          </a:p>
          <a:p>
            <a:pPr marL="139700" indent="0">
              <a:buNone/>
            </a:pPr>
            <a:endParaRPr lang="pt-BR" dirty="0"/>
          </a:p>
          <a:p>
            <a:pPr marL="139700" indent="0">
              <a:buNone/>
            </a:pPr>
            <a:endParaRPr lang="pt-BR" dirty="0"/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endParaRPr lang="pt-BR" dirty="0"/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endParaRPr lang="pt-BR" dirty="0"/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Depois da remoção no filho esquerdo: filho esquerdo passa de [1 | 5 |7 ] -&gt; [1 | 5 ] </a:t>
            </a:r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Verificação do mínimo: [1 | 5 ] </a:t>
            </a:r>
            <a:r>
              <a:rPr lang="pt-BR" dirty="0"/>
              <a:t>tem 2 chaves → atende ao mínimo (2) → </a:t>
            </a:r>
            <a:r>
              <a:rPr lang="pt-BR" b="1" dirty="0"/>
              <a:t>sem reequilíbrio adicional</a:t>
            </a: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A44C2EE-EB10-77F0-4740-20BEEADC7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771" y="2891999"/>
            <a:ext cx="4758789" cy="14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940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1"/>
          <p:cNvSpPr txBox="1">
            <a:spLocks noGrp="1"/>
          </p:cNvSpPr>
          <p:nvPr>
            <p:ph type="title"/>
          </p:nvPr>
        </p:nvSpPr>
        <p:spPr>
          <a:xfrm>
            <a:off x="450166" y="447232"/>
            <a:ext cx="8925950" cy="585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Remoção de </a:t>
            </a:r>
            <a:r>
              <a:rPr lang="pt-BR" b="1" dirty="0"/>
              <a:t>24</a:t>
            </a:r>
            <a:r>
              <a:rPr lang="pt-BR" dirty="0"/>
              <a:t> (agora na raiz)</a:t>
            </a:r>
            <a:endParaRPr dirty="0"/>
          </a:p>
        </p:txBody>
      </p:sp>
      <p:sp>
        <p:nvSpPr>
          <p:cNvPr id="2" name="Google Shape;655;p21">
            <a:extLst>
              <a:ext uri="{FF2B5EF4-FFF2-40B4-BE49-F238E27FC236}">
                <a16:creationId xmlns:a16="http://schemas.microsoft.com/office/drawing/2014/main" id="{712AE73F-B98A-D5EE-DB57-37E60C654B1B}"/>
              </a:ext>
            </a:extLst>
          </p:cNvPr>
          <p:cNvSpPr txBox="1">
            <a:spLocks/>
          </p:cNvSpPr>
          <p:nvPr/>
        </p:nvSpPr>
        <p:spPr>
          <a:xfrm>
            <a:off x="390173" y="1048408"/>
            <a:ext cx="7714800" cy="414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200" b="0" i="0" u="none" strike="noStrike" cap="none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Onde está:</a:t>
            </a:r>
            <a:r>
              <a:rPr lang="pt-BR" dirty="0"/>
              <a:t> 9 está na </a:t>
            </a:r>
            <a:r>
              <a:rPr lang="pt-BR" b="1" dirty="0"/>
              <a:t>raiz</a:t>
            </a:r>
            <a:r>
              <a:rPr lang="pt-BR" dirty="0"/>
              <a:t> (nó interno).</a:t>
            </a:r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Regra para remover chave interna:</a:t>
            </a:r>
            <a:r>
              <a:rPr lang="pt-BR" dirty="0"/>
              <a:t> substituir pela </a:t>
            </a:r>
            <a:r>
              <a:rPr lang="pt-BR" b="1" dirty="0"/>
              <a:t>antecessora</a:t>
            </a:r>
            <a:r>
              <a:rPr lang="pt-BR" dirty="0"/>
              <a:t> (maior chave do filho à esquerda) </a:t>
            </a:r>
            <a:r>
              <a:rPr lang="pt-BR" b="1" dirty="0"/>
              <a:t>ou</a:t>
            </a:r>
            <a:r>
              <a:rPr lang="pt-BR" dirty="0"/>
              <a:t> pelo sucessor (menor do filho à direita) e então remover essa chave na folha correspondente.</a:t>
            </a:r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Escolha:</a:t>
            </a:r>
            <a:r>
              <a:rPr lang="pt-BR" dirty="0"/>
              <a:t> usamos o </a:t>
            </a:r>
            <a:r>
              <a:rPr lang="pt-BR" b="1" dirty="0"/>
              <a:t>predecessor</a:t>
            </a:r>
            <a:r>
              <a:rPr lang="pt-BR" dirty="0"/>
              <a:t> (máximo no filho esquerdo). No filho esquerdo [1 | 5 |7 ]  o máximo é 7.</a:t>
            </a:r>
          </a:p>
          <a:p>
            <a:r>
              <a:rPr lang="pt-BR" b="1" dirty="0"/>
              <a:t>Passos:</a:t>
            </a:r>
            <a:endParaRPr lang="pt-BR" dirty="0"/>
          </a:p>
          <a:p>
            <a:pPr>
              <a:buFont typeface="+mj-lt"/>
              <a:buAutoNum type="arabicPeriod"/>
            </a:pPr>
            <a:r>
              <a:rPr lang="pt-BR" dirty="0"/>
              <a:t>Substituir </a:t>
            </a:r>
            <a:r>
              <a:rPr lang="pt-BR" b="1" dirty="0"/>
              <a:t>9</a:t>
            </a:r>
            <a:r>
              <a:rPr lang="pt-BR" dirty="0"/>
              <a:t> por </a:t>
            </a:r>
            <a:r>
              <a:rPr lang="pt-BR" b="1" dirty="0"/>
              <a:t>7</a:t>
            </a:r>
            <a:r>
              <a:rPr lang="pt-BR" dirty="0"/>
              <a:t> na raiz → raiz vira [7 | 24].</a:t>
            </a:r>
          </a:p>
          <a:p>
            <a:pPr>
              <a:buFont typeface="+mj-lt"/>
              <a:buAutoNum type="arabicPeriod"/>
            </a:pPr>
            <a:r>
              <a:rPr lang="pt-BR" dirty="0"/>
              <a:t>Remover </a:t>
            </a:r>
            <a:r>
              <a:rPr lang="pt-BR" b="1" dirty="0"/>
              <a:t>7</a:t>
            </a:r>
            <a:r>
              <a:rPr lang="pt-BR" dirty="0"/>
              <a:t> do filho esquerdo (era onde estava o predecessor).</a:t>
            </a:r>
          </a:p>
          <a:p>
            <a:pPr marL="139700" indent="0">
              <a:buNone/>
            </a:pPr>
            <a:endParaRPr lang="pt-BR" b="1" dirty="0"/>
          </a:p>
          <a:p>
            <a:pPr marL="139700" indent="0">
              <a:buNone/>
            </a:pPr>
            <a:endParaRPr lang="pt-BR" dirty="0"/>
          </a:p>
          <a:p>
            <a:pPr marL="139700" indent="0">
              <a:buNone/>
            </a:pPr>
            <a:endParaRPr lang="pt-BR" dirty="0"/>
          </a:p>
          <a:p>
            <a:pPr marL="139700" indent="0">
              <a:buNone/>
            </a:pPr>
            <a:endParaRPr lang="pt-BR" dirty="0"/>
          </a:p>
          <a:p>
            <a:pPr marL="139700" indent="0">
              <a:buNone/>
            </a:pPr>
            <a:endParaRPr lang="pt-BR" dirty="0"/>
          </a:p>
          <a:p>
            <a:pPr marL="139700" indent="0">
              <a:buNone/>
            </a:pPr>
            <a:endParaRPr lang="pt-BR" dirty="0"/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endParaRPr lang="pt-BR" dirty="0"/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endParaRPr lang="pt-BR" dirty="0"/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Depois da remoção no filho esquerdo: filho esquerdo passa de [1 | 5 |7 ] -&gt; [1 | 5 ] </a:t>
            </a:r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Verificação do mínimo: [1 | 5 ] </a:t>
            </a:r>
            <a:r>
              <a:rPr lang="pt-BR" dirty="0"/>
              <a:t>tem 2 chaves → atende ao mínimo (2) → </a:t>
            </a:r>
            <a:r>
              <a:rPr lang="pt-BR" b="1" dirty="0"/>
              <a:t>sem reequilíbrio adicional</a:t>
            </a:r>
            <a:r>
              <a:rPr lang="pt-BR" dirty="0"/>
              <a:t>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E5FD57C-E4A9-4B5C-B94A-65C9D69C4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4" y="2351304"/>
            <a:ext cx="6619744" cy="197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051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1"/>
          <p:cNvSpPr txBox="1">
            <a:spLocks noGrp="1"/>
          </p:cNvSpPr>
          <p:nvPr>
            <p:ph type="title"/>
          </p:nvPr>
        </p:nvSpPr>
        <p:spPr>
          <a:xfrm>
            <a:off x="450166" y="447232"/>
            <a:ext cx="8925950" cy="585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Remoção de 45</a:t>
            </a:r>
            <a:endParaRPr dirty="0"/>
          </a:p>
        </p:txBody>
      </p:sp>
      <p:sp>
        <p:nvSpPr>
          <p:cNvPr id="2" name="Google Shape;655;p21">
            <a:extLst>
              <a:ext uri="{FF2B5EF4-FFF2-40B4-BE49-F238E27FC236}">
                <a16:creationId xmlns:a16="http://schemas.microsoft.com/office/drawing/2014/main" id="{712AE73F-B98A-D5EE-DB57-37E60C654B1B}"/>
              </a:ext>
            </a:extLst>
          </p:cNvPr>
          <p:cNvSpPr txBox="1">
            <a:spLocks/>
          </p:cNvSpPr>
          <p:nvPr/>
        </p:nvSpPr>
        <p:spPr>
          <a:xfrm>
            <a:off x="390173" y="1048408"/>
            <a:ext cx="7714800" cy="414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200" b="0" i="0" u="none" strike="noStrike" cap="none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Onde está:</a:t>
            </a:r>
            <a:r>
              <a:rPr lang="pt-BR" dirty="0"/>
              <a:t> 9 está na </a:t>
            </a:r>
            <a:r>
              <a:rPr lang="pt-BR" b="1" dirty="0"/>
              <a:t>raiz</a:t>
            </a:r>
            <a:r>
              <a:rPr lang="pt-BR" dirty="0"/>
              <a:t> (nó interno).</a:t>
            </a:r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Regra para remover chave interna:</a:t>
            </a:r>
            <a:r>
              <a:rPr lang="pt-BR" dirty="0"/>
              <a:t> substituir pela </a:t>
            </a:r>
            <a:r>
              <a:rPr lang="pt-BR" b="1" dirty="0"/>
              <a:t>antecessora</a:t>
            </a:r>
            <a:r>
              <a:rPr lang="pt-BR" dirty="0"/>
              <a:t> (maior chave do filho à esquerda) </a:t>
            </a:r>
            <a:r>
              <a:rPr lang="pt-BR" b="1" dirty="0"/>
              <a:t>ou</a:t>
            </a:r>
            <a:r>
              <a:rPr lang="pt-BR" dirty="0"/>
              <a:t> pelo sucessor (menor do filho à direita) e então remover essa chave na folha correspondente.</a:t>
            </a:r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Escolha:</a:t>
            </a:r>
            <a:r>
              <a:rPr lang="pt-BR" dirty="0"/>
              <a:t> usamos o </a:t>
            </a:r>
            <a:r>
              <a:rPr lang="pt-BR" b="1" dirty="0"/>
              <a:t>predecessor</a:t>
            </a:r>
            <a:r>
              <a:rPr lang="pt-BR" dirty="0"/>
              <a:t> (máximo no filho esquerdo). No filho esquerdo [1 | 5 |7 ]  o máximo é 7.</a:t>
            </a:r>
          </a:p>
          <a:p>
            <a:r>
              <a:rPr lang="pt-BR" b="1" dirty="0"/>
              <a:t>Passos:</a:t>
            </a:r>
            <a:endParaRPr lang="pt-BR" dirty="0"/>
          </a:p>
          <a:p>
            <a:pPr>
              <a:buFont typeface="+mj-lt"/>
              <a:buAutoNum type="arabicPeriod"/>
            </a:pPr>
            <a:r>
              <a:rPr lang="pt-BR" dirty="0"/>
              <a:t>Substituir </a:t>
            </a:r>
            <a:r>
              <a:rPr lang="pt-BR" b="1" dirty="0"/>
              <a:t>9</a:t>
            </a:r>
            <a:r>
              <a:rPr lang="pt-BR" dirty="0"/>
              <a:t> por </a:t>
            </a:r>
            <a:r>
              <a:rPr lang="pt-BR" b="1" dirty="0"/>
              <a:t>7</a:t>
            </a:r>
            <a:r>
              <a:rPr lang="pt-BR" dirty="0"/>
              <a:t> na raiz → raiz vira [7 | 24].</a:t>
            </a:r>
          </a:p>
          <a:p>
            <a:pPr>
              <a:buFont typeface="+mj-lt"/>
              <a:buAutoNum type="arabicPeriod"/>
            </a:pPr>
            <a:r>
              <a:rPr lang="pt-BR" dirty="0"/>
              <a:t>Remover </a:t>
            </a:r>
            <a:r>
              <a:rPr lang="pt-BR" b="1" dirty="0"/>
              <a:t>7</a:t>
            </a:r>
            <a:r>
              <a:rPr lang="pt-BR" dirty="0"/>
              <a:t> do filho esquerdo (era onde estava o predecessor).</a:t>
            </a:r>
          </a:p>
          <a:p>
            <a:pPr marL="139700" indent="0">
              <a:buNone/>
            </a:pPr>
            <a:endParaRPr lang="pt-BR" b="1" dirty="0"/>
          </a:p>
          <a:p>
            <a:pPr marL="139700" indent="0">
              <a:buNone/>
            </a:pPr>
            <a:endParaRPr lang="pt-BR" dirty="0"/>
          </a:p>
          <a:p>
            <a:pPr marL="139700" indent="0">
              <a:buNone/>
            </a:pPr>
            <a:endParaRPr lang="pt-BR" dirty="0"/>
          </a:p>
          <a:p>
            <a:pPr marL="139700" indent="0">
              <a:buNone/>
            </a:pPr>
            <a:endParaRPr lang="pt-BR" dirty="0"/>
          </a:p>
          <a:p>
            <a:pPr marL="139700" indent="0">
              <a:buNone/>
            </a:pPr>
            <a:endParaRPr lang="pt-BR" dirty="0"/>
          </a:p>
          <a:p>
            <a:pPr marL="139700" indent="0">
              <a:buNone/>
            </a:pPr>
            <a:endParaRPr lang="pt-BR" dirty="0"/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endParaRPr lang="pt-BR" dirty="0"/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endParaRPr lang="pt-BR" dirty="0"/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Depois da remoção no filho esquerdo: filho esquerdo passa de [1 | 5 |7 ] -&gt; [1 | 5 ] </a:t>
            </a:r>
          </a:p>
          <a:p>
            <a:pPr indent="-304800">
              <a:buClr>
                <a:schemeClr val="dk1"/>
              </a:buClr>
              <a:buSzPts val="1200"/>
              <a:buFont typeface="ABeeZee"/>
              <a:buChar char="●"/>
            </a:pPr>
            <a:r>
              <a:rPr lang="pt-BR" b="1" dirty="0"/>
              <a:t>Verificação do mínimo: [1 | 5 ] </a:t>
            </a:r>
            <a:r>
              <a:rPr lang="pt-BR" dirty="0"/>
              <a:t>tem 2 chaves → atende ao mínimo (2) → </a:t>
            </a:r>
            <a:r>
              <a:rPr lang="pt-BR" b="1" dirty="0"/>
              <a:t>sem reequilíbrio adicional</a:t>
            </a:r>
            <a:r>
              <a:rPr lang="pt-BR" dirty="0"/>
              <a:t>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1E1A491-D493-5BF1-9D80-AF9198D25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66" y="2571750"/>
            <a:ext cx="5567884" cy="170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608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41"/>
          <p:cNvSpPr txBox="1"/>
          <p:nvPr/>
        </p:nvSpPr>
        <p:spPr>
          <a:xfrm>
            <a:off x="1048350" y="3238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FFFF"/>
                </a:solidFill>
              </a:rPr>
              <a:t>Link úteis</a:t>
            </a:r>
            <a:endParaRPr sz="2400" dirty="0">
              <a:solidFill>
                <a:srgbClr val="FFFFFF"/>
              </a:solidFill>
            </a:endParaRPr>
          </a:p>
        </p:txBody>
      </p:sp>
      <p:sp>
        <p:nvSpPr>
          <p:cNvPr id="1649" name="Google Shape;1649;p41"/>
          <p:cNvSpPr txBox="1"/>
          <p:nvPr/>
        </p:nvSpPr>
        <p:spPr>
          <a:xfrm>
            <a:off x="1048350" y="902900"/>
            <a:ext cx="7047300" cy="26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buSzPts val="1100"/>
            </a:pPr>
            <a:r>
              <a:rPr lang="en-US" sz="1000" b="1" dirty="0">
                <a:solidFill>
                  <a:srgbClr val="869FB2"/>
                </a:solidFill>
              </a:rPr>
              <a:t>Links:</a:t>
            </a: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000" dirty="0">
                <a:solidFill>
                  <a:srgbClr val="FFFFFF"/>
                </a:solidFill>
                <a:hlinkClick r:id="rId3"/>
              </a:rPr>
              <a:t>https://github.com/romarioulbra/arvore-B</a:t>
            </a:r>
            <a:endParaRPr lang="pt-BR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mentary Awareness-raising Activities on Environmental Education Day Infographics by Slidesgo">
  <a:themeElements>
    <a:clrScheme name="Simple Light">
      <a:dk1>
        <a:srgbClr val="222221"/>
      </a:dk1>
      <a:lt1>
        <a:srgbClr val="EFF1E8"/>
      </a:lt1>
      <a:dk2>
        <a:srgbClr val="C6D576"/>
      </a:dk2>
      <a:lt2>
        <a:srgbClr val="76861F"/>
      </a:lt2>
      <a:accent1>
        <a:srgbClr val="616F18"/>
      </a:accent1>
      <a:accent2>
        <a:srgbClr val="DEE2A3"/>
      </a:accent2>
      <a:accent3>
        <a:srgbClr val="EBEECE"/>
      </a:accent3>
      <a:accent4>
        <a:srgbClr val="AFCDF4"/>
      </a:accent4>
      <a:accent5>
        <a:srgbClr val="8FB7F6"/>
      </a:accent5>
      <a:accent6>
        <a:srgbClr val="FFFFFF"/>
      </a:accent6>
      <a:hlink>
        <a:srgbClr val="2222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853</Words>
  <Application>Microsoft Office PowerPoint</Application>
  <PresentationFormat>Apresentação na tela (16:9)</PresentationFormat>
  <Paragraphs>115</Paragraphs>
  <Slides>20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20</vt:i4>
      </vt:variant>
    </vt:vector>
  </HeadingPairs>
  <TitlesOfParts>
    <vt:vector size="32" baseType="lpstr">
      <vt:lpstr>Roboto Condensed Light</vt:lpstr>
      <vt:lpstr>Arial Unicode MS</vt:lpstr>
      <vt:lpstr>Segoe UI Black</vt:lpstr>
      <vt:lpstr>Anaheim</vt:lpstr>
      <vt:lpstr>Proxima Nova</vt:lpstr>
      <vt:lpstr>Arial</vt:lpstr>
      <vt:lpstr>ABeeZee</vt:lpstr>
      <vt:lpstr>Segoe UI</vt:lpstr>
      <vt:lpstr>Chewy</vt:lpstr>
      <vt:lpstr>Proxima Nova Semibold</vt:lpstr>
      <vt:lpstr>Elementary Awareness-raising Activities on Environmental Education Day Infographics by Slidesgo</vt:lpstr>
      <vt:lpstr>Slidesgo Final Pages</vt:lpstr>
      <vt:lpstr>ÁRVORE B</vt:lpstr>
      <vt:lpstr>Apresentação do PowerPoint</vt:lpstr>
      <vt:lpstr>Apresentação do PowerPoint</vt:lpstr>
      <vt:lpstr>Estado Inicial</vt:lpstr>
      <vt:lpstr>Apresentação do PowerPoint</vt:lpstr>
      <vt:lpstr>Inserir 3</vt:lpstr>
      <vt:lpstr>Inserir 7</vt:lpstr>
      <vt:lpstr>Inserir 9</vt:lpstr>
      <vt:lpstr>Inserir 23</vt:lpstr>
      <vt:lpstr>Inserir 45 -&gt; Causa Split (5 chaves no mesmo nó)</vt:lpstr>
      <vt:lpstr>Inserir 1</vt:lpstr>
      <vt:lpstr>Inserir 14</vt:lpstr>
      <vt:lpstr>Inserir 25</vt:lpstr>
      <vt:lpstr>Inserir 24 → folha direita recebe 5ª chave → split</vt:lpstr>
      <vt:lpstr>Flashlight Slide Template</vt:lpstr>
      <vt:lpstr>Remoção de 3</vt:lpstr>
      <vt:lpstr>Remoção de 9 (chave interna)</vt:lpstr>
      <vt:lpstr>Remoção de 24 (agora na raiz)</vt:lpstr>
      <vt:lpstr>Remoção de 45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ROMDEV</dc:creator>
  <cp:lastModifiedBy>ROMDEV</cp:lastModifiedBy>
  <cp:revision>35</cp:revision>
  <dcterms:modified xsi:type="dcterms:W3CDTF">2025-11-24T19:46:26Z</dcterms:modified>
</cp:coreProperties>
</file>